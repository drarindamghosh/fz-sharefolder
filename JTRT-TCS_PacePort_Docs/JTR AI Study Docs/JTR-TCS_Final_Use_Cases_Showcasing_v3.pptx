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68" r:id="rId3"/>
  </p:sldMasterIdLst>
  <p:notesMasterIdLst>
    <p:notesMasterId r:id="rId12"/>
  </p:notesMasterIdLst>
  <p:sldIdLst>
    <p:sldId id="2142532992" r:id="rId4"/>
    <p:sldId id="2147481043" r:id="rId5"/>
    <p:sldId id="2147481026" r:id="rId6"/>
    <p:sldId id="2147480978" r:id="rId7"/>
    <p:sldId id="2147481019" r:id="rId8"/>
    <p:sldId id="2147480988" r:id="rId9"/>
    <p:sldId id="2147480989" r:id="rId10"/>
    <p:sldId id="21474809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E0B0A-0ED7-4B4C-8614-9AD3A320A22C}" v="3" dt="2025-08-07T11:02:21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dam Ghosh" userId="175667fb-a62d-48db-954a-b50982c1aeac" providerId="ADAL" clId="{3BBE0B0A-0ED7-4B4C-8614-9AD3A320A22C}"/>
    <pc:docChg chg="addSld delSld modSld">
      <pc:chgData name="Arindam Ghosh" userId="175667fb-a62d-48db-954a-b50982c1aeac" providerId="ADAL" clId="{3BBE0B0A-0ED7-4B4C-8614-9AD3A320A22C}" dt="2025-08-07T11:02:21.856" v="2"/>
      <pc:docMkLst>
        <pc:docMk/>
      </pc:docMkLst>
      <pc:sldChg chg="add del">
        <pc:chgData name="Arindam Ghosh" userId="175667fb-a62d-48db-954a-b50982c1aeac" providerId="ADAL" clId="{3BBE0B0A-0ED7-4B4C-8614-9AD3A320A22C}" dt="2025-08-07T11:02:21.856" v="2"/>
        <pc:sldMkLst>
          <pc:docMk/>
          <pc:sldMk cId="3294384465" sldId="21474810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954F6-B287-4115-B246-A640EB58D21F}" type="datetimeFigureOut">
              <a:rPr lang="en-GB" smtClean="0"/>
              <a:t>07/08/2025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FE669-0AC5-4D0F-9F77-37A4DE1E94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33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D26BB4-F6DA-43B1-BF0F-B7AC8E30087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978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1614-F18A-6B12-BE1D-4F370413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43522-9E5B-1CAA-900E-9F61DBB52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EDEE6-FD94-8640-5722-A3E815991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There is an asset tracking website – limited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0327D-1701-83EB-C8D1-3993C21FA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791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6298-D63A-2FAE-D9B2-7100B561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68540-07B8-CE37-D397-8B5CF3E3C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C7CA0-D016-C20F-D66B-5ADC7FEE6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39889-F656-719A-954D-B24571E9B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201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19DB-FF1B-2569-3C69-475DC080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8E0F5-1620-2992-A82A-51A90BED2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5DD0F-8A7C-C3B5-15B1-79C5C8D90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9A96-CFAF-38DE-7D7E-0F602F5CD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35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CE1E-E3B5-60B8-B403-895F3454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39368-473E-E7EE-74EC-4C4E88E00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16FDE-0DEE-C5A3-845A-E55A00D5B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7AE38-AB0A-6154-45CD-AC9453358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186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3164-8F4E-B0F7-388C-CC78E3DC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26676-2752-85BC-53D2-91810A084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5A988-90D6-6AB7-1C33-BF627AA8B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23170-2472-564B-D289-23DB6E039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76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339D-E1D5-B899-6FBF-171B96CA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B1D5D-A3C6-25EB-5105-C57EC4EE5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87B36-1B7A-35F1-DBA5-E3B8F599E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FCED6-E806-B32D-4643-2B1A6626E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1169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02" y="1483629"/>
            <a:ext cx="10514927" cy="73736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5290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546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5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286" y="1119911"/>
            <a:ext cx="10514927" cy="4350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8630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321" y="143885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6249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5" y="1701806"/>
            <a:ext cx="5390651" cy="508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6"/>
            <a:ext cx="5390651" cy="345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7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205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9" lvl="0" indent="-228589" defTabSz="1219080">
              <a:buClr>
                <a:srgbClr val="808285"/>
              </a:buClr>
            </a:pPr>
            <a:r>
              <a:rPr lang="en-US"/>
              <a:t>Date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B9830B-7480-6466-B66E-6015B7CDE4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01" t="38245" r="4369" b="37400"/>
          <a:stretch/>
        </p:blipFill>
        <p:spPr>
          <a:xfrm>
            <a:off x="385158" y="471867"/>
            <a:ext cx="2061701" cy="5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3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88661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02" y="1483629"/>
            <a:ext cx="10514927" cy="73736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695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4537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5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286" y="1119911"/>
            <a:ext cx="10514927" cy="4350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439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7" Type="http://schemas.microsoft.com/office/2007/relationships/hdphoto" Target="../media/hdphoto1.wdp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theme" Target="../theme/theme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0.xml"/><Relationship Id="rId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410013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410013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/>
              <a:pPr lvl="0"/>
              <a:t>‹#›</a:t>
            </a:fld>
            <a:r>
              <a:rPr lang="en-US" sz="933" noProof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418611" y="6177440"/>
            <a:ext cx="581292" cy="517277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2" y="6277495"/>
            <a:ext cx="1689205" cy="40336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64CE3B5-DF03-88A1-03F1-51B79C121C56}"/>
              </a:ext>
            </a:extLst>
          </p:cNvPr>
          <p:cNvGrpSpPr/>
          <p:nvPr userDrawn="1"/>
        </p:nvGrpSpPr>
        <p:grpSpPr>
          <a:xfrm>
            <a:off x="9581391" y="-5442"/>
            <a:ext cx="2610611" cy="1880737"/>
            <a:chOff x="9230395" y="-5442"/>
            <a:chExt cx="2961605" cy="2133600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17FD85A-4DE7-040D-B61C-C0162A511572}"/>
                </a:ext>
              </a:extLst>
            </p:cNvPr>
            <p:cNvSpPr/>
            <p:nvPr userDrawn="1"/>
          </p:nvSpPr>
          <p:spPr>
            <a:xfrm rot="16200000">
              <a:off x="9326540" y="1438545"/>
              <a:ext cx="493183" cy="425158"/>
            </a:xfrm>
            <a:prstGeom prst="triangle">
              <a:avLst/>
            </a:prstGeom>
            <a:solidFill>
              <a:srgbClr val="4E84C4">
                <a:alpha val="30196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5CE4703-15EA-99C5-F01D-78C370A2AE45}"/>
                </a:ext>
              </a:extLst>
            </p:cNvPr>
            <p:cNvSpPr/>
            <p:nvPr userDrawn="1"/>
          </p:nvSpPr>
          <p:spPr>
            <a:xfrm rot="5400000" flipH="1">
              <a:off x="9208885" y="1438566"/>
              <a:ext cx="311885" cy="268866"/>
            </a:xfrm>
            <a:prstGeom prst="triangle">
              <a:avLst/>
            </a:prstGeom>
            <a:solidFill>
              <a:srgbClr val="4E84C4">
                <a:alpha val="1882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70D5A716-26E3-B2C0-28FE-BE5B36A3C052}"/>
                </a:ext>
              </a:extLst>
            </p:cNvPr>
            <p:cNvSpPr/>
            <p:nvPr userDrawn="1"/>
          </p:nvSpPr>
          <p:spPr>
            <a:xfrm rot="16200000">
              <a:off x="10205545" y="141703"/>
              <a:ext cx="2133600" cy="1839310"/>
            </a:xfrm>
            <a:prstGeom prst="triangle">
              <a:avLst/>
            </a:prstGeom>
            <a:solidFill>
              <a:srgbClr val="4E84C4">
                <a:alpha val="25882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EAF1B85-4807-D80A-96F2-52A6BB92FDB4}"/>
                </a:ext>
              </a:extLst>
            </p:cNvPr>
            <p:cNvSpPr/>
            <p:nvPr userDrawn="1"/>
          </p:nvSpPr>
          <p:spPr>
            <a:xfrm rot="5400000" flipH="1">
              <a:off x="9696544" y="141793"/>
              <a:ext cx="1349273" cy="1163165"/>
            </a:xfrm>
            <a:prstGeom prst="triangle">
              <a:avLst/>
            </a:prstGeom>
            <a:solidFill>
              <a:srgbClr val="4E84C4">
                <a:alpha val="12941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</p:grpSp>
    </p:spTree>
    <p:extLst>
      <p:ext uri="{BB962C8B-B14F-4D97-AF65-F5344CB8AC3E}">
        <p14:creationId xmlns:p14="http://schemas.microsoft.com/office/powerpoint/2010/main" val="396492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 algn="l" defTabSz="121908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121908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46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84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636">
          <p15:clr>
            <a:srgbClr val="F26B43"/>
          </p15:clr>
        </p15:guide>
        <p15:guide id="6" orient="horz" pos="2964">
          <p15:clr>
            <a:srgbClr val="F26B43"/>
          </p15:clr>
        </p15:guide>
        <p15:guide id="8" pos="5664">
          <p15:clr>
            <a:srgbClr val="F26B43"/>
          </p15:clr>
        </p15:guide>
        <p15:guide id="9" pos="96">
          <p15:clr>
            <a:srgbClr val="F26B43"/>
          </p15:clr>
        </p15:guide>
        <p15:guide id="10" orient="horz" pos="31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C286A17B-5A85-3952-D3BD-ED9858AF86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10999498" y="354659"/>
            <a:ext cx="724551" cy="64476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68B49A4-47AE-D2F1-F5AD-E47B901321B8}"/>
              </a:ext>
            </a:extLst>
          </p:cNvPr>
          <p:cNvGrpSpPr/>
          <p:nvPr/>
        </p:nvGrpSpPr>
        <p:grpSpPr>
          <a:xfrm flipH="1">
            <a:off x="11636683" y="6364818"/>
            <a:ext cx="555317" cy="493183"/>
            <a:chOff x="6095999" y="5500004"/>
            <a:chExt cx="827365" cy="73479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9586EA0-729B-E4C2-353E-D2717DF92B02}"/>
                </a:ext>
              </a:extLst>
            </p:cNvPr>
            <p:cNvSpPr/>
            <p:nvPr/>
          </p:nvSpPr>
          <p:spPr>
            <a:xfrm rot="5400000" flipH="1">
              <a:off x="6045324" y="5550679"/>
              <a:ext cx="734792" cy="633441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CC7D85A-A3C8-BA2A-8FF1-66B1B6E43053}"/>
                </a:ext>
              </a:extLst>
            </p:cNvPr>
            <p:cNvSpPr/>
            <p:nvPr/>
          </p:nvSpPr>
          <p:spPr>
            <a:xfrm rot="16200000">
              <a:off x="6490734" y="5550710"/>
              <a:ext cx="464677" cy="40058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E269CF8-A222-54BE-1689-23AFCBE42761}"/>
              </a:ext>
            </a:extLst>
          </p:cNvPr>
          <p:cNvSpPr/>
          <p:nvPr userDrawn="1"/>
        </p:nvSpPr>
        <p:spPr>
          <a:xfrm rot="16200000">
            <a:off x="4916118" y="5159470"/>
            <a:ext cx="385244" cy="332105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E24AAC8-9078-A273-4664-32657287DEA5}"/>
              </a:ext>
            </a:extLst>
          </p:cNvPr>
          <p:cNvSpPr/>
          <p:nvPr userDrawn="1"/>
        </p:nvSpPr>
        <p:spPr>
          <a:xfrm rot="5400000" flipH="1">
            <a:off x="-921779" y="-6459"/>
            <a:ext cx="4096272" cy="3415405"/>
          </a:xfrm>
          <a:prstGeom prst="triangle">
            <a:avLst>
              <a:gd name="adj" fmla="val 54888"/>
            </a:avLst>
          </a:prstGeom>
          <a:solidFill>
            <a:srgbClr val="4E84C4">
              <a:alpha val="4313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04FB055-DBDD-F574-3E4F-6CDCED1E5EC1}"/>
              </a:ext>
            </a:extLst>
          </p:cNvPr>
          <p:cNvSpPr/>
          <p:nvPr userDrawn="1"/>
        </p:nvSpPr>
        <p:spPr>
          <a:xfrm rot="9010197" flipH="1">
            <a:off x="4102589" y="3013399"/>
            <a:ext cx="1140000" cy="982757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64DBC75-63B8-A1D1-82A5-CF3FD34D7214}"/>
              </a:ext>
            </a:extLst>
          </p:cNvPr>
          <p:cNvSpPr/>
          <p:nvPr userDrawn="1"/>
        </p:nvSpPr>
        <p:spPr>
          <a:xfrm rot="9010197" flipH="1">
            <a:off x="2886249" y="3326067"/>
            <a:ext cx="554604" cy="478107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931C662-C9CC-5DD1-3997-880C1F2F9FED}"/>
              </a:ext>
            </a:extLst>
          </p:cNvPr>
          <p:cNvSpPr/>
          <p:nvPr userDrawn="1"/>
        </p:nvSpPr>
        <p:spPr>
          <a:xfrm rot="5400000" flipH="1">
            <a:off x="-193017" y="5170989"/>
            <a:ext cx="2798737" cy="2412704"/>
          </a:xfrm>
          <a:prstGeom prst="triangle">
            <a:avLst/>
          </a:prstGeom>
          <a:solidFill>
            <a:srgbClr val="4E84C4">
              <a:alpha val="4313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0E83784-D3C2-5C67-AB97-BE037C15214B}"/>
              </a:ext>
            </a:extLst>
          </p:cNvPr>
          <p:cNvSpPr/>
          <p:nvPr userDrawn="1"/>
        </p:nvSpPr>
        <p:spPr>
          <a:xfrm rot="12589803">
            <a:off x="2602828" y="3285199"/>
            <a:ext cx="341309" cy="294232"/>
          </a:xfrm>
          <a:prstGeom prst="triangle">
            <a:avLst/>
          </a:prstGeom>
          <a:solidFill>
            <a:srgbClr val="4E84C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1903264-7D21-D2AB-BDCF-14AA83BE1613}"/>
              </a:ext>
            </a:extLst>
          </p:cNvPr>
          <p:cNvSpPr/>
          <p:nvPr userDrawn="1"/>
        </p:nvSpPr>
        <p:spPr>
          <a:xfrm rot="5400000" flipH="1">
            <a:off x="3153267" y="1971997"/>
            <a:ext cx="1909039" cy="1645723"/>
          </a:xfrm>
          <a:prstGeom prst="triangle">
            <a:avLst/>
          </a:prstGeom>
          <a:solidFill>
            <a:srgbClr val="4E84C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7B97305-5E02-1D01-8086-6EFAF9709BDF}"/>
              </a:ext>
            </a:extLst>
          </p:cNvPr>
          <p:cNvSpPr/>
          <p:nvPr/>
        </p:nvSpPr>
        <p:spPr>
          <a:xfrm rot="10800000" flipH="1">
            <a:off x="5544712" y="-395673"/>
            <a:ext cx="3135821" cy="1321072"/>
          </a:xfrm>
          <a:prstGeom prst="triangle">
            <a:avLst>
              <a:gd name="adj" fmla="val 66129"/>
            </a:avLst>
          </a:prstGeom>
          <a:solidFill>
            <a:srgbClr val="4E84C4">
              <a:alpha val="4313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6EDB6CD-AE15-3FC8-85BA-CF947DD08BAC}"/>
              </a:ext>
            </a:extLst>
          </p:cNvPr>
          <p:cNvSpPr/>
          <p:nvPr userDrawn="1"/>
        </p:nvSpPr>
        <p:spPr>
          <a:xfrm rot="5400000" flipH="1">
            <a:off x="4546849" y="5159444"/>
            <a:ext cx="609183" cy="525157"/>
          </a:xfrm>
          <a:prstGeom prst="triangle">
            <a:avLst/>
          </a:prstGeom>
          <a:solidFill>
            <a:srgbClr val="4E84C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pic>
        <p:nvPicPr>
          <p:cNvPr id="1030" name="Picture 6" descr="JAGUAR TCS RACING LAUNCH ALL-NEW JAGUAR I-TYPE 7 IN SÃO PAULO TO BEGIN  2024/25 ABB FIA FORMULA E WORLD CHAMPIONSHIP CAMPAIGN | Jaguar Racing Media  Newsroom">
            <a:extLst>
              <a:ext uri="{FF2B5EF4-FFF2-40B4-BE49-F238E27FC236}">
                <a16:creationId xmlns:a16="http://schemas.microsoft.com/office/drawing/2014/main" id="{EBCF3D9D-D8BB-CABD-D841-7B647D160F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02"/>
          <a:stretch/>
        </p:blipFill>
        <p:spPr bwMode="auto">
          <a:xfrm>
            <a:off x="-1531475" y="-153996"/>
            <a:ext cx="8932500" cy="716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33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1219140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7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133" kern="1200" spc="3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bg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3" orient="horz" pos="444">
          <p15:clr>
            <a:srgbClr val="F26B43"/>
          </p15:clr>
        </p15:guide>
        <p15:guide id="4" orient="horz" pos="828">
          <p15:clr>
            <a:srgbClr val="F26B43"/>
          </p15:clr>
        </p15:guide>
        <p15:guide id="5" pos="240">
          <p15:clr>
            <a:srgbClr val="F26B43"/>
          </p15:clr>
        </p15:guide>
        <p15:guide id="6" pos="5520">
          <p15:clr>
            <a:srgbClr val="F26B43"/>
          </p15:clr>
        </p15:guide>
        <p15:guide id="7" orient="horz" pos="28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375067" y="6125974"/>
            <a:ext cx="581292" cy="517277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2" y="6226029"/>
            <a:ext cx="1689205" cy="403364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BA04AA3-4575-9D3C-D2CC-1E22F848C32A}"/>
              </a:ext>
            </a:extLst>
          </p:cNvPr>
          <p:cNvSpPr/>
          <p:nvPr/>
        </p:nvSpPr>
        <p:spPr>
          <a:xfrm rot="19810197" flipH="1">
            <a:off x="-244343" y="-45424"/>
            <a:ext cx="858113" cy="739752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175A6E-DE99-214B-3071-ADE54D03C715}"/>
              </a:ext>
            </a:extLst>
          </p:cNvPr>
          <p:cNvGrpSpPr/>
          <p:nvPr userDrawn="1"/>
        </p:nvGrpSpPr>
        <p:grpSpPr>
          <a:xfrm flipH="1">
            <a:off x="4774964" y="4749180"/>
            <a:ext cx="785776" cy="697857"/>
            <a:chOff x="6095999" y="5500004"/>
            <a:chExt cx="827365" cy="734792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E65DF74-84DE-DF81-4BCB-3A97C1A3B894}"/>
                </a:ext>
              </a:extLst>
            </p:cNvPr>
            <p:cNvSpPr/>
            <p:nvPr/>
          </p:nvSpPr>
          <p:spPr>
            <a:xfrm rot="5400000" flipH="1">
              <a:off x="6045324" y="5550679"/>
              <a:ext cx="734792" cy="633441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C34C89B-5B70-1DA0-D9AF-9405506218AD}"/>
                </a:ext>
              </a:extLst>
            </p:cNvPr>
            <p:cNvSpPr/>
            <p:nvPr/>
          </p:nvSpPr>
          <p:spPr>
            <a:xfrm rot="16200000">
              <a:off x="6490734" y="5550710"/>
              <a:ext cx="464677" cy="40058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888A78-2B0E-99E5-09DD-DEFB184BA729}"/>
              </a:ext>
            </a:extLst>
          </p:cNvPr>
          <p:cNvGrpSpPr/>
          <p:nvPr userDrawn="1"/>
        </p:nvGrpSpPr>
        <p:grpSpPr>
          <a:xfrm flipH="1">
            <a:off x="10772384" y="0"/>
            <a:ext cx="1419616" cy="1260776"/>
            <a:chOff x="6095999" y="5500004"/>
            <a:chExt cx="827365" cy="734792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C236D16-DC41-680F-C5F9-AF7188E35A19}"/>
                </a:ext>
              </a:extLst>
            </p:cNvPr>
            <p:cNvSpPr/>
            <p:nvPr/>
          </p:nvSpPr>
          <p:spPr>
            <a:xfrm rot="5400000" flipH="1">
              <a:off x="6045324" y="5550679"/>
              <a:ext cx="734792" cy="633441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FE47435-6773-FADA-F8F6-F59C192E84F1}"/>
                </a:ext>
              </a:extLst>
            </p:cNvPr>
            <p:cNvSpPr/>
            <p:nvPr/>
          </p:nvSpPr>
          <p:spPr>
            <a:xfrm rot="16200000">
              <a:off x="6490734" y="5550710"/>
              <a:ext cx="464677" cy="40058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</p:grpSp>
      <p:sp>
        <p:nvSpPr>
          <p:cNvPr id="225" name="Title 9">
            <a:extLst>
              <a:ext uri="{FF2B5EF4-FFF2-40B4-BE49-F238E27FC236}">
                <a16:creationId xmlns:a16="http://schemas.microsoft.com/office/drawing/2014/main" id="{C9AD0E1F-53BF-06D3-AFE5-AD81372C1D51}"/>
              </a:ext>
            </a:extLst>
          </p:cNvPr>
          <p:cNvSpPr txBox="1">
            <a:spLocks/>
          </p:cNvSpPr>
          <p:nvPr userDrawn="1"/>
        </p:nvSpPr>
        <p:spPr>
          <a:xfrm>
            <a:off x="6623959" y="1480504"/>
            <a:ext cx="6046231" cy="589361"/>
          </a:xfrm>
          <a:prstGeom prst="rect">
            <a:avLst/>
          </a:prstGeom>
        </p:spPr>
        <p:txBody>
          <a:bodyPr anchor="ctr"/>
          <a:lstStyle>
            <a:lvl1pPr algn="l" defTabSz="12191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4E84C4"/>
                </a:solidFill>
                <a:latin typeface="Houschka Rounded Alt DemiBold" panose="020F0703000000020003" pitchFamily="34" charset="0"/>
              </a:rPr>
              <a:t>United by values, stronger together.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D058BC-491E-BFE2-9903-7FC88F9FB727}"/>
              </a:ext>
            </a:extLst>
          </p:cNvPr>
          <p:cNvGrpSpPr/>
          <p:nvPr userDrawn="1"/>
        </p:nvGrpSpPr>
        <p:grpSpPr>
          <a:xfrm>
            <a:off x="6623959" y="2340319"/>
            <a:ext cx="5575083" cy="3025440"/>
            <a:chOff x="1193115" y="895350"/>
            <a:chExt cx="6757770" cy="3528715"/>
          </a:xfrm>
          <a:solidFill>
            <a:schemeClr val="tx1">
              <a:alpha val="17000"/>
            </a:schemeClr>
          </a:solidFill>
        </p:grpSpPr>
        <p:grpSp>
          <p:nvGrpSpPr>
            <p:cNvPr id="227" name="Group 341">
              <a:extLst>
                <a:ext uri="{FF2B5EF4-FFF2-40B4-BE49-F238E27FC236}">
                  <a16:creationId xmlns:a16="http://schemas.microsoft.com/office/drawing/2014/main" id="{F5A65715-C296-B54A-ECFD-4BA675D0FBF9}"/>
                </a:ext>
              </a:extLst>
            </p:cNvPr>
            <p:cNvGrpSpPr/>
            <p:nvPr/>
          </p:nvGrpSpPr>
          <p:grpSpPr>
            <a:xfrm>
              <a:off x="4033389" y="2317283"/>
              <a:ext cx="1289075" cy="1441684"/>
              <a:chOff x="4097338" y="2217738"/>
              <a:chExt cx="1139825" cy="1274763"/>
            </a:xfrm>
            <a:grpFill/>
          </p:grpSpPr>
          <p:sp>
            <p:nvSpPr>
              <p:cNvPr id="428" name="Freeform 5">
                <a:extLst>
                  <a:ext uri="{FF2B5EF4-FFF2-40B4-BE49-F238E27FC236}">
                    <a16:creationId xmlns:a16="http://schemas.microsoft.com/office/drawing/2014/main" id="{94BAE141-02A4-2585-E152-0220DADED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2225" y="3086100"/>
                <a:ext cx="120650" cy="233363"/>
              </a:xfrm>
              <a:custGeom>
                <a:avLst/>
                <a:gdLst/>
                <a:ahLst/>
                <a:cxnLst>
                  <a:cxn ang="0">
                    <a:pos x="9" y="114"/>
                  </a:cxn>
                  <a:cxn ang="0">
                    <a:pos x="18" y="94"/>
                  </a:cxn>
                  <a:cxn ang="0">
                    <a:pos x="11" y="71"/>
                  </a:cxn>
                  <a:cxn ang="0">
                    <a:pos x="40" y="43"/>
                  </a:cxn>
                  <a:cxn ang="0">
                    <a:pos x="71" y="13"/>
                  </a:cxn>
                  <a:cxn ang="0">
                    <a:pos x="73" y="0"/>
                  </a:cxn>
                  <a:cxn ang="0">
                    <a:pos x="91" y="42"/>
                  </a:cxn>
                  <a:cxn ang="0">
                    <a:pos x="91" y="49"/>
                  </a:cxn>
                  <a:cxn ang="0">
                    <a:pos x="84" y="47"/>
                  </a:cxn>
                  <a:cxn ang="0">
                    <a:pos x="64" y="126"/>
                  </a:cxn>
                  <a:cxn ang="0">
                    <a:pos x="25" y="175"/>
                  </a:cxn>
                  <a:cxn ang="0">
                    <a:pos x="5" y="151"/>
                  </a:cxn>
                  <a:cxn ang="0">
                    <a:pos x="5" y="140"/>
                  </a:cxn>
                  <a:cxn ang="0">
                    <a:pos x="0" y="122"/>
                  </a:cxn>
                  <a:cxn ang="0">
                    <a:pos x="9" y="114"/>
                  </a:cxn>
                </a:cxnLst>
                <a:rect l="0" t="0" r="r" b="b"/>
                <a:pathLst>
                  <a:path w="91" h="175">
                    <a:moveTo>
                      <a:pt x="9" y="114"/>
                    </a:moveTo>
                    <a:cubicBezTo>
                      <a:pt x="9" y="114"/>
                      <a:pt x="18" y="95"/>
                      <a:pt x="18" y="94"/>
                    </a:cubicBezTo>
                    <a:cubicBezTo>
                      <a:pt x="18" y="89"/>
                      <a:pt x="11" y="78"/>
                      <a:pt x="11" y="71"/>
                    </a:cubicBezTo>
                    <a:cubicBezTo>
                      <a:pt x="11" y="49"/>
                      <a:pt x="27" y="50"/>
                      <a:pt x="40" y="43"/>
                    </a:cubicBezTo>
                    <a:cubicBezTo>
                      <a:pt x="50" y="37"/>
                      <a:pt x="64" y="20"/>
                      <a:pt x="71" y="13"/>
                    </a:cubicBezTo>
                    <a:cubicBezTo>
                      <a:pt x="73" y="11"/>
                      <a:pt x="72" y="4"/>
                      <a:pt x="73" y="0"/>
                    </a:cubicBezTo>
                    <a:cubicBezTo>
                      <a:pt x="88" y="2"/>
                      <a:pt x="87" y="31"/>
                      <a:pt x="91" y="42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9" y="48"/>
                      <a:pt x="85" y="47"/>
                      <a:pt x="84" y="47"/>
                    </a:cubicBezTo>
                    <a:cubicBezTo>
                      <a:pt x="84" y="79"/>
                      <a:pt x="74" y="101"/>
                      <a:pt x="64" y="126"/>
                    </a:cubicBezTo>
                    <a:cubicBezTo>
                      <a:pt x="56" y="146"/>
                      <a:pt x="52" y="175"/>
                      <a:pt x="25" y="175"/>
                    </a:cubicBezTo>
                    <a:cubicBezTo>
                      <a:pt x="14" y="175"/>
                      <a:pt x="5" y="163"/>
                      <a:pt x="5" y="151"/>
                    </a:cubicBezTo>
                    <a:cubicBezTo>
                      <a:pt x="5" y="145"/>
                      <a:pt x="6" y="143"/>
                      <a:pt x="5" y="140"/>
                    </a:cubicBezTo>
                    <a:cubicBezTo>
                      <a:pt x="0" y="136"/>
                      <a:pt x="0" y="129"/>
                      <a:pt x="0" y="122"/>
                    </a:cubicBezTo>
                    <a:cubicBezTo>
                      <a:pt x="0" y="121"/>
                      <a:pt x="8" y="114"/>
                      <a:pt x="9" y="1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9" name="Freeform 6">
                <a:extLst>
                  <a:ext uri="{FF2B5EF4-FFF2-40B4-BE49-F238E27FC236}">
                    <a16:creationId xmlns:a16="http://schemas.microsoft.com/office/drawing/2014/main" id="{347907FC-B3AD-1355-5F55-8913E58A6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338" y="2217738"/>
                <a:ext cx="1139825" cy="1274763"/>
              </a:xfrm>
              <a:custGeom>
                <a:avLst/>
                <a:gdLst/>
                <a:ahLst/>
                <a:cxnLst>
                  <a:cxn ang="0">
                    <a:pos x="499" y="66"/>
                  </a:cxn>
                  <a:cxn ang="0">
                    <a:pos x="527" y="81"/>
                  </a:cxn>
                  <a:cxn ang="0">
                    <a:pos x="609" y="86"/>
                  </a:cxn>
                  <a:cxn ang="0">
                    <a:pos x="644" y="89"/>
                  </a:cxn>
                  <a:cxn ang="0">
                    <a:pos x="644" y="136"/>
                  </a:cxn>
                  <a:cxn ang="0">
                    <a:pos x="620" y="115"/>
                  </a:cxn>
                  <a:cxn ang="0">
                    <a:pos x="679" y="223"/>
                  </a:cxn>
                  <a:cxn ang="0">
                    <a:pos x="699" y="267"/>
                  </a:cxn>
                  <a:cxn ang="0">
                    <a:pos x="730" y="310"/>
                  </a:cxn>
                  <a:cxn ang="0">
                    <a:pos x="755" y="348"/>
                  </a:cxn>
                  <a:cxn ang="0">
                    <a:pos x="787" y="359"/>
                  </a:cxn>
                  <a:cxn ang="0">
                    <a:pos x="853" y="346"/>
                  </a:cxn>
                  <a:cxn ang="0">
                    <a:pos x="826" y="425"/>
                  </a:cxn>
                  <a:cxn ang="0">
                    <a:pos x="719" y="541"/>
                  </a:cxn>
                  <a:cxn ang="0">
                    <a:pos x="708" y="600"/>
                  </a:cxn>
                  <a:cxn ang="0">
                    <a:pos x="721" y="638"/>
                  </a:cxn>
                  <a:cxn ang="0">
                    <a:pos x="720" y="676"/>
                  </a:cxn>
                  <a:cxn ang="0">
                    <a:pos x="660" y="745"/>
                  </a:cxn>
                  <a:cxn ang="0">
                    <a:pos x="659" y="788"/>
                  </a:cxn>
                  <a:cxn ang="0">
                    <a:pos x="643" y="816"/>
                  </a:cxn>
                  <a:cxn ang="0">
                    <a:pos x="627" y="846"/>
                  </a:cxn>
                  <a:cxn ang="0">
                    <a:pos x="592" y="902"/>
                  </a:cxn>
                  <a:cxn ang="0">
                    <a:pos x="538" y="946"/>
                  </a:cxn>
                  <a:cxn ang="0">
                    <a:pos x="512" y="944"/>
                  </a:cxn>
                  <a:cxn ang="0">
                    <a:pos x="452" y="949"/>
                  </a:cxn>
                  <a:cxn ang="0">
                    <a:pos x="440" y="929"/>
                  </a:cxn>
                  <a:cxn ang="0">
                    <a:pos x="431" y="893"/>
                  </a:cxn>
                  <a:cxn ang="0">
                    <a:pos x="395" y="789"/>
                  </a:cxn>
                  <a:cxn ang="0">
                    <a:pos x="360" y="708"/>
                  </a:cxn>
                  <a:cxn ang="0">
                    <a:pos x="382" y="621"/>
                  </a:cxn>
                  <a:cxn ang="0">
                    <a:pos x="364" y="558"/>
                  </a:cxn>
                  <a:cxn ang="0">
                    <a:pos x="337" y="490"/>
                  </a:cxn>
                  <a:cxn ang="0">
                    <a:pos x="342" y="461"/>
                  </a:cxn>
                  <a:cxn ang="0">
                    <a:pos x="295" y="443"/>
                  </a:cxn>
                  <a:cxn ang="0">
                    <a:pos x="206" y="433"/>
                  </a:cxn>
                  <a:cxn ang="0">
                    <a:pos x="164" y="434"/>
                  </a:cxn>
                  <a:cxn ang="0">
                    <a:pos x="109" y="439"/>
                  </a:cxn>
                  <a:cxn ang="0">
                    <a:pos x="40" y="369"/>
                  </a:cxn>
                  <a:cxn ang="0">
                    <a:pos x="7" y="338"/>
                  </a:cxn>
                  <a:cxn ang="0">
                    <a:pos x="7" y="324"/>
                  </a:cxn>
                  <a:cxn ang="0">
                    <a:pos x="18" y="269"/>
                  </a:cxn>
                  <a:cxn ang="0">
                    <a:pos x="22" y="199"/>
                  </a:cxn>
                  <a:cxn ang="0">
                    <a:pos x="77" y="132"/>
                  </a:cxn>
                  <a:cxn ang="0">
                    <a:pos x="104" y="77"/>
                  </a:cxn>
                  <a:cxn ang="0">
                    <a:pos x="141" y="36"/>
                  </a:cxn>
                  <a:cxn ang="0">
                    <a:pos x="187" y="35"/>
                  </a:cxn>
                  <a:cxn ang="0">
                    <a:pos x="273" y="6"/>
                  </a:cxn>
                  <a:cxn ang="0">
                    <a:pos x="307" y="4"/>
                  </a:cxn>
                  <a:cxn ang="0">
                    <a:pos x="338" y="0"/>
                  </a:cxn>
                  <a:cxn ang="0">
                    <a:pos x="358" y="6"/>
                  </a:cxn>
                  <a:cxn ang="0">
                    <a:pos x="357" y="27"/>
                  </a:cxn>
                  <a:cxn ang="0">
                    <a:pos x="371" y="64"/>
                  </a:cxn>
                  <a:cxn ang="0">
                    <a:pos x="455" y="100"/>
                  </a:cxn>
                  <a:cxn ang="0">
                    <a:pos x="464" y="84"/>
                  </a:cxn>
                  <a:cxn ang="0">
                    <a:pos x="490" y="66"/>
                  </a:cxn>
                </a:cxnLst>
                <a:rect l="0" t="0" r="r" b="b"/>
                <a:pathLst>
                  <a:path w="856" h="957">
                    <a:moveTo>
                      <a:pt x="490" y="66"/>
                    </a:moveTo>
                    <a:cubicBezTo>
                      <a:pt x="499" y="66"/>
                      <a:pt x="499" y="66"/>
                      <a:pt x="499" y="66"/>
                    </a:cubicBezTo>
                    <a:cubicBezTo>
                      <a:pt x="499" y="73"/>
                      <a:pt x="504" y="74"/>
                      <a:pt x="506" y="77"/>
                    </a:cubicBezTo>
                    <a:cubicBezTo>
                      <a:pt x="510" y="82"/>
                      <a:pt x="520" y="78"/>
                      <a:pt x="527" y="81"/>
                    </a:cubicBezTo>
                    <a:cubicBezTo>
                      <a:pt x="541" y="86"/>
                      <a:pt x="561" y="93"/>
                      <a:pt x="576" y="93"/>
                    </a:cubicBezTo>
                    <a:cubicBezTo>
                      <a:pt x="591" y="93"/>
                      <a:pt x="595" y="86"/>
                      <a:pt x="609" y="86"/>
                    </a:cubicBezTo>
                    <a:cubicBezTo>
                      <a:pt x="617" y="86"/>
                      <a:pt x="622" y="92"/>
                      <a:pt x="632" y="92"/>
                    </a:cubicBezTo>
                    <a:cubicBezTo>
                      <a:pt x="638" y="92"/>
                      <a:pt x="638" y="90"/>
                      <a:pt x="644" y="89"/>
                    </a:cubicBezTo>
                    <a:cubicBezTo>
                      <a:pt x="647" y="96"/>
                      <a:pt x="653" y="102"/>
                      <a:pt x="653" y="111"/>
                    </a:cubicBezTo>
                    <a:cubicBezTo>
                      <a:pt x="653" y="115"/>
                      <a:pt x="646" y="131"/>
                      <a:pt x="644" y="136"/>
                    </a:cubicBezTo>
                    <a:cubicBezTo>
                      <a:pt x="635" y="135"/>
                      <a:pt x="627" y="115"/>
                      <a:pt x="620" y="107"/>
                    </a:cubicBezTo>
                    <a:cubicBezTo>
                      <a:pt x="620" y="115"/>
                      <a:pt x="620" y="115"/>
                      <a:pt x="620" y="115"/>
                    </a:cubicBezTo>
                    <a:cubicBezTo>
                      <a:pt x="662" y="189"/>
                      <a:pt x="662" y="189"/>
                      <a:pt x="662" y="189"/>
                    </a:cubicBezTo>
                    <a:cubicBezTo>
                      <a:pt x="659" y="198"/>
                      <a:pt x="673" y="218"/>
                      <a:pt x="679" y="223"/>
                    </a:cubicBezTo>
                    <a:cubicBezTo>
                      <a:pt x="679" y="246"/>
                      <a:pt x="679" y="246"/>
                      <a:pt x="679" y="246"/>
                    </a:cubicBezTo>
                    <a:cubicBezTo>
                      <a:pt x="684" y="258"/>
                      <a:pt x="692" y="258"/>
                      <a:pt x="699" y="267"/>
                    </a:cubicBezTo>
                    <a:cubicBezTo>
                      <a:pt x="707" y="278"/>
                      <a:pt x="702" y="289"/>
                      <a:pt x="710" y="297"/>
                    </a:cubicBezTo>
                    <a:cubicBezTo>
                      <a:pt x="717" y="304"/>
                      <a:pt x="722" y="305"/>
                      <a:pt x="730" y="310"/>
                    </a:cubicBezTo>
                    <a:cubicBezTo>
                      <a:pt x="737" y="316"/>
                      <a:pt x="741" y="334"/>
                      <a:pt x="755" y="334"/>
                    </a:cubicBezTo>
                    <a:cubicBezTo>
                      <a:pt x="755" y="341"/>
                      <a:pt x="759" y="343"/>
                      <a:pt x="755" y="348"/>
                    </a:cubicBezTo>
                    <a:cubicBezTo>
                      <a:pt x="761" y="352"/>
                      <a:pt x="767" y="366"/>
                      <a:pt x="774" y="366"/>
                    </a:cubicBezTo>
                    <a:cubicBezTo>
                      <a:pt x="781" y="366"/>
                      <a:pt x="782" y="361"/>
                      <a:pt x="787" y="359"/>
                    </a:cubicBezTo>
                    <a:cubicBezTo>
                      <a:pt x="794" y="357"/>
                      <a:pt x="798" y="360"/>
                      <a:pt x="805" y="359"/>
                    </a:cubicBezTo>
                    <a:cubicBezTo>
                      <a:pt x="822" y="356"/>
                      <a:pt x="838" y="350"/>
                      <a:pt x="853" y="346"/>
                    </a:cubicBezTo>
                    <a:cubicBezTo>
                      <a:pt x="855" y="348"/>
                      <a:pt x="856" y="350"/>
                      <a:pt x="856" y="352"/>
                    </a:cubicBezTo>
                    <a:cubicBezTo>
                      <a:pt x="856" y="377"/>
                      <a:pt x="837" y="410"/>
                      <a:pt x="826" y="425"/>
                    </a:cubicBezTo>
                    <a:cubicBezTo>
                      <a:pt x="812" y="443"/>
                      <a:pt x="807" y="459"/>
                      <a:pt x="790" y="471"/>
                    </a:cubicBezTo>
                    <a:cubicBezTo>
                      <a:pt x="761" y="494"/>
                      <a:pt x="730" y="501"/>
                      <a:pt x="719" y="541"/>
                    </a:cubicBezTo>
                    <a:cubicBezTo>
                      <a:pt x="716" y="552"/>
                      <a:pt x="704" y="555"/>
                      <a:pt x="704" y="567"/>
                    </a:cubicBezTo>
                    <a:cubicBezTo>
                      <a:pt x="704" y="581"/>
                      <a:pt x="708" y="587"/>
                      <a:pt x="708" y="600"/>
                    </a:cubicBezTo>
                    <a:cubicBezTo>
                      <a:pt x="708" y="615"/>
                      <a:pt x="724" y="623"/>
                      <a:pt x="724" y="631"/>
                    </a:cubicBezTo>
                    <a:cubicBezTo>
                      <a:pt x="724" y="634"/>
                      <a:pt x="722" y="637"/>
                      <a:pt x="721" y="638"/>
                    </a:cubicBezTo>
                    <a:cubicBezTo>
                      <a:pt x="721" y="649"/>
                      <a:pt x="721" y="649"/>
                      <a:pt x="721" y="649"/>
                    </a:cubicBezTo>
                    <a:cubicBezTo>
                      <a:pt x="721" y="656"/>
                      <a:pt x="720" y="664"/>
                      <a:pt x="720" y="676"/>
                    </a:cubicBezTo>
                    <a:cubicBezTo>
                      <a:pt x="722" y="679"/>
                      <a:pt x="723" y="682"/>
                      <a:pt x="723" y="685"/>
                    </a:cubicBezTo>
                    <a:cubicBezTo>
                      <a:pt x="723" y="720"/>
                      <a:pt x="665" y="716"/>
                      <a:pt x="660" y="745"/>
                    </a:cubicBezTo>
                    <a:cubicBezTo>
                      <a:pt x="654" y="746"/>
                      <a:pt x="647" y="753"/>
                      <a:pt x="647" y="758"/>
                    </a:cubicBezTo>
                    <a:cubicBezTo>
                      <a:pt x="647" y="768"/>
                      <a:pt x="659" y="774"/>
                      <a:pt x="659" y="788"/>
                    </a:cubicBezTo>
                    <a:cubicBezTo>
                      <a:pt x="659" y="795"/>
                      <a:pt x="658" y="809"/>
                      <a:pt x="656" y="813"/>
                    </a:cubicBezTo>
                    <a:cubicBezTo>
                      <a:pt x="653" y="817"/>
                      <a:pt x="646" y="815"/>
                      <a:pt x="643" y="816"/>
                    </a:cubicBezTo>
                    <a:cubicBezTo>
                      <a:pt x="632" y="822"/>
                      <a:pt x="626" y="826"/>
                      <a:pt x="621" y="837"/>
                    </a:cubicBezTo>
                    <a:cubicBezTo>
                      <a:pt x="624" y="839"/>
                      <a:pt x="627" y="842"/>
                      <a:pt x="627" y="846"/>
                    </a:cubicBezTo>
                    <a:cubicBezTo>
                      <a:pt x="627" y="859"/>
                      <a:pt x="615" y="868"/>
                      <a:pt x="610" y="874"/>
                    </a:cubicBezTo>
                    <a:cubicBezTo>
                      <a:pt x="600" y="883"/>
                      <a:pt x="599" y="893"/>
                      <a:pt x="592" y="902"/>
                    </a:cubicBezTo>
                    <a:cubicBezTo>
                      <a:pt x="581" y="916"/>
                      <a:pt x="576" y="929"/>
                      <a:pt x="558" y="938"/>
                    </a:cubicBezTo>
                    <a:cubicBezTo>
                      <a:pt x="550" y="941"/>
                      <a:pt x="539" y="938"/>
                      <a:pt x="538" y="946"/>
                    </a:cubicBezTo>
                    <a:cubicBezTo>
                      <a:pt x="532" y="946"/>
                      <a:pt x="529" y="949"/>
                      <a:pt x="525" y="949"/>
                    </a:cubicBezTo>
                    <a:cubicBezTo>
                      <a:pt x="520" y="949"/>
                      <a:pt x="517" y="944"/>
                      <a:pt x="512" y="944"/>
                    </a:cubicBezTo>
                    <a:cubicBezTo>
                      <a:pt x="494" y="944"/>
                      <a:pt x="483" y="957"/>
                      <a:pt x="466" y="957"/>
                    </a:cubicBezTo>
                    <a:cubicBezTo>
                      <a:pt x="459" y="957"/>
                      <a:pt x="455" y="953"/>
                      <a:pt x="452" y="949"/>
                    </a:cubicBezTo>
                    <a:cubicBezTo>
                      <a:pt x="449" y="949"/>
                      <a:pt x="449" y="950"/>
                      <a:pt x="448" y="951"/>
                    </a:cubicBezTo>
                    <a:cubicBezTo>
                      <a:pt x="448" y="942"/>
                      <a:pt x="443" y="932"/>
                      <a:pt x="440" y="929"/>
                    </a:cubicBezTo>
                    <a:cubicBezTo>
                      <a:pt x="443" y="925"/>
                      <a:pt x="445" y="922"/>
                      <a:pt x="445" y="917"/>
                    </a:cubicBezTo>
                    <a:cubicBezTo>
                      <a:pt x="445" y="910"/>
                      <a:pt x="433" y="897"/>
                      <a:pt x="431" y="893"/>
                    </a:cubicBezTo>
                    <a:cubicBezTo>
                      <a:pt x="415" y="866"/>
                      <a:pt x="395" y="840"/>
                      <a:pt x="395" y="801"/>
                    </a:cubicBezTo>
                    <a:cubicBezTo>
                      <a:pt x="395" y="794"/>
                      <a:pt x="395" y="792"/>
                      <a:pt x="395" y="789"/>
                    </a:cubicBezTo>
                    <a:cubicBezTo>
                      <a:pt x="395" y="783"/>
                      <a:pt x="389" y="781"/>
                      <a:pt x="386" y="774"/>
                    </a:cubicBezTo>
                    <a:cubicBezTo>
                      <a:pt x="374" y="754"/>
                      <a:pt x="360" y="737"/>
                      <a:pt x="360" y="708"/>
                    </a:cubicBezTo>
                    <a:cubicBezTo>
                      <a:pt x="360" y="677"/>
                      <a:pt x="388" y="670"/>
                      <a:pt x="388" y="646"/>
                    </a:cubicBezTo>
                    <a:cubicBezTo>
                      <a:pt x="388" y="635"/>
                      <a:pt x="384" y="631"/>
                      <a:pt x="382" y="621"/>
                    </a:cubicBezTo>
                    <a:cubicBezTo>
                      <a:pt x="379" y="602"/>
                      <a:pt x="376" y="596"/>
                      <a:pt x="371" y="585"/>
                    </a:cubicBezTo>
                    <a:cubicBezTo>
                      <a:pt x="368" y="576"/>
                      <a:pt x="370" y="566"/>
                      <a:pt x="364" y="558"/>
                    </a:cubicBezTo>
                    <a:cubicBezTo>
                      <a:pt x="352" y="544"/>
                      <a:pt x="327" y="528"/>
                      <a:pt x="327" y="508"/>
                    </a:cubicBezTo>
                    <a:cubicBezTo>
                      <a:pt x="327" y="503"/>
                      <a:pt x="334" y="492"/>
                      <a:pt x="337" y="490"/>
                    </a:cubicBezTo>
                    <a:cubicBezTo>
                      <a:pt x="336" y="486"/>
                      <a:pt x="337" y="485"/>
                      <a:pt x="337" y="483"/>
                    </a:cubicBezTo>
                    <a:cubicBezTo>
                      <a:pt x="337" y="478"/>
                      <a:pt x="337" y="465"/>
                      <a:pt x="342" y="461"/>
                    </a:cubicBezTo>
                    <a:cubicBezTo>
                      <a:pt x="337" y="451"/>
                      <a:pt x="329" y="443"/>
                      <a:pt x="314" y="443"/>
                    </a:cubicBezTo>
                    <a:cubicBezTo>
                      <a:pt x="306" y="443"/>
                      <a:pt x="299" y="443"/>
                      <a:pt x="295" y="443"/>
                    </a:cubicBezTo>
                    <a:cubicBezTo>
                      <a:pt x="282" y="443"/>
                      <a:pt x="279" y="417"/>
                      <a:pt x="261" y="417"/>
                    </a:cubicBezTo>
                    <a:cubicBezTo>
                      <a:pt x="239" y="417"/>
                      <a:pt x="223" y="427"/>
                      <a:pt x="206" y="433"/>
                    </a:cubicBezTo>
                    <a:cubicBezTo>
                      <a:pt x="199" y="435"/>
                      <a:pt x="197" y="440"/>
                      <a:pt x="191" y="440"/>
                    </a:cubicBezTo>
                    <a:cubicBezTo>
                      <a:pt x="184" y="440"/>
                      <a:pt x="173" y="434"/>
                      <a:pt x="164" y="434"/>
                    </a:cubicBezTo>
                    <a:cubicBezTo>
                      <a:pt x="147" y="434"/>
                      <a:pt x="139" y="443"/>
                      <a:pt x="122" y="443"/>
                    </a:cubicBezTo>
                    <a:cubicBezTo>
                      <a:pt x="117" y="443"/>
                      <a:pt x="111" y="440"/>
                      <a:pt x="109" y="439"/>
                    </a:cubicBezTo>
                    <a:cubicBezTo>
                      <a:pt x="97" y="430"/>
                      <a:pt x="71" y="415"/>
                      <a:pt x="62" y="401"/>
                    </a:cubicBezTo>
                    <a:cubicBezTo>
                      <a:pt x="53" y="388"/>
                      <a:pt x="51" y="377"/>
                      <a:pt x="40" y="369"/>
                    </a:cubicBezTo>
                    <a:cubicBezTo>
                      <a:pt x="37" y="366"/>
                      <a:pt x="13" y="346"/>
                      <a:pt x="13" y="344"/>
                    </a:cubicBezTo>
                    <a:cubicBezTo>
                      <a:pt x="11" y="341"/>
                      <a:pt x="10" y="340"/>
                      <a:pt x="7" y="338"/>
                    </a:cubicBezTo>
                    <a:cubicBezTo>
                      <a:pt x="9" y="338"/>
                      <a:pt x="9" y="338"/>
                      <a:pt x="9" y="338"/>
                    </a:cubicBezTo>
                    <a:cubicBezTo>
                      <a:pt x="9" y="331"/>
                      <a:pt x="7" y="328"/>
                      <a:pt x="7" y="324"/>
                    </a:cubicBezTo>
                    <a:cubicBezTo>
                      <a:pt x="7" y="317"/>
                      <a:pt x="3" y="315"/>
                      <a:pt x="0" y="309"/>
                    </a:cubicBezTo>
                    <a:cubicBezTo>
                      <a:pt x="10" y="304"/>
                      <a:pt x="18" y="280"/>
                      <a:pt x="18" y="269"/>
                    </a:cubicBezTo>
                    <a:cubicBezTo>
                      <a:pt x="18" y="250"/>
                      <a:pt x="10" y="238"/>
                      <a:pt x="10" y="220"/>
                    </a:cubicBezTo>
                    <a:cubicBezTo>
                      <a:pt x="10" y="211"/>
                      <a:pt x="20" y="206"/>
                      <a:pt x="22" y="199"/>
                    </a:cubicBezTo>
                    <a:cubicBezTo>
                      <a:pt x="28" y="182"/>
                      <a:pt x="41" y="158"/>
                      <a:pt x="52" y="144"/>
                    </a:cubicBezTo>
                    <a:cubicBezTo>
                      <a:pt x="58" y="135"/>
                      <a:pt x="69" y="136"/>
                      <a:pt x="77" y="132"/>
                    </a:cubicBezTo>
                    <a:cubicBezTo>
                      <a:pt x="84" y="128"/>
                      <a:pt x="95" y="119"/>
                      <a:pt x="97" y="112"/>
                    </a:cubicBezTo>
                    <a:cubicBezTo>
                      <a:pt x="102" y="96"/>
                      <a:pt x="96" y="89"/>
                      <a:pt x="104" y="77"/>
                    </a:cubicBezTo>
                    <a:cubicBezTo>
                      <a:pt x="116" y="63"/>
                      <a:pt x="131" y="49"/>
                      <a:pt x="142" y="36"/>
                    </a:cubicBezTo>
                    <a:cubicBezTo>
                      <a:pt x="141" y="36"/>
                      <a:pt x="141" y="36"/>
                      <a:pt x="141" y="36"/>
                    </a:cubicBezTo>
                    <a:cubicBezTo>
                      <a:pt x="145" y="31"/>
                      <a:pt x="146" y="27"/>
                      <a:pt x="150" y="24"/>
                    </a:cubicBezTo>
                    <a:cubicBezTo>
                      <a:pt x="161" y="32"/>
                      <a:pt x="172" y="35"/>
                      <a:pt x="187" y="35"/>
                    </a:cubicBezTo>
                    <a:cubicBezTo>
                      <a:pt x="197" y="35"/>
                      <a:pt x="198" y="29"/>
                      <a:pt x="204" y="27"/>
                    </a:cubicBezTo>
                    <a:cubicBezTo>
                      <a:pt x="221" y="18"/>
                      <a:pt x="254" y="6"/>
                      <a:pt x="273" y="6"/>
                    </a:cubicBezTo>
                    <a:cubicBezTo>
                      <a:pt x="280" y="6"/>
                      <a:pt x="285" y="10"/>
                      <a:pt x="289" y="10"/>
                    </a:cubicBezTo>
                    <a:cubicBezTo>
                      <a:pt x="294" y="10"/>
                      <a:pt x="301" y="4"/>
                      <a:pt x="307" y="4"/>
                    </a:cubicBezTo>
                    <a:cubicBezTo>
                      <a:pt x="313" y="4"/>
                      <a:pt x="316" y="7"/>
                      <a:pt x="321" y="7"/>
                    </a:cubicBezTo>
                    <a:cubicBezTo>
                      <a:pt x="329" y="7"/>
                      <a:pt x="330" y="0"/>
                      <a:pt x="338" y="0"/>
                    </a:cubicBezTo>
                    <a:cubicBezTo>
                      <a:pt x="347" y="0"/>
                      <a:pt x="344" y="8"/>
                      <a:pt x="351" y="8"/>
                    </a:cubicBezTo>
                    <a:cubicBezTo>
                      <a:pt x="354" y="8"/>
                      <a:pt x="355" y="6"/>
                      <a:pt x="358" y="6"/>
                    </a:cubicBezTo>
                    <a:cubicBezTo>
                      <a:pt x="358" y="12"/>
                      <a:pt x="351" y="11"/>
                      <a:pt x="351" y="17"/>
                    </a:cubicBezTo>
                    <a:cubicBezTo>
                      <a:pt x="351" y="21"/>
                      <a:pt x="357" y="23"/>
                      <a:pt x="357" y="27"/>
                    </a:cubicBezTo>
                    <a:cubicBezTo>
                      <a:pt x="357" y="33"/>
                      <a:pt x="351" y="37"/>
                      <a:pt x="351" y="44"/>
                    </a:cubicBezTo>
                    <a:cubicBezTo>
                      <a:pt x="351" y="55"/>
                      <a:pt x="363" y="64"/>
                      <a:pt x="371" y="64"/>
                    </a:cubicBezTo>
                    <a:cubicBezTo>
                      <a:pt x="377" y="64"/>
                      <a:pt x="380" y="64"/>
                      <a:pt x="384" y="64"/>
                    </a:cubicBezTo>
                    <a:cubicBezTo>
                      <a:pt x="412" y="64"/>
                      <a:pt x="423" y="100"/>
                      <a:pt x="455" y="100"/>
                    </a:cubicBezTo>
                    <a:cubicBezTo>
                      <a:pt x="459" y="100"/>
                      <a:pt x="464" y="95"/>
                      <a:pt x="464" y="93"/>
                    </a:cubicBezTo>
                    <a:cubicBezTo>
                      <a:pt x="464" y="90"/>
                      <a:pt x="464" y="87"/>
                      <a:pt x="464" y="84"/>
                    </a:cubicBezTo>
                    <a:cubicBezTo>
                      <a:pt x="464" y="70"/>
                      <a:pt x="475" y="70"/>
                      <a:pt x="488" y="66"/>
                    </a:cubicBezTo>
                    <a:lnTo>
                      <a:pt x="490" y="6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427CAF3-4959-4473-AFEA-16627B62E300}"/>
                </a:ext>
              </a:extLst>
            </p:cNvPr>
            <p:cNvGrpSpPr/>
            <p:nvPr/>
          </p:nvGrpSpPr>
          <p:grpSpPr>
            <a:xfrm>
              <a:off x="1193115" y="895350"/>
              <a:ext cx="2930043" cy="1987476"/>
              <a:chOff x="1585913" y="960438"/>
              <a:chExt cx="2590800" cy="1757363"/>
            </a:xfrm>
            <a:grpFill/>
          </p:grpSpPr>
          <p:sp>
            <p:nvSpPr>
              <p:cNvPr id="369" name="Freeform 21">
                <a:extLst>
                  <a:ext uri="{FF2B5EF4-FFF2-40B4-BE49-F238E27FC236}">
                    <a16:creationId xmlns:a16="http://schemas.microsoft.com/office/drawing/2014/main" id="{E558542E-3B29-DBCC-28AB-EF722C825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150" y="2703513"/>
                <a:ext cx="12700" cy="14288"/>
              </a:xfrm>
              <a:custGeom>
                <a:avLst/>
                <a:gdLst/>
                <a:ahLst/>
                <a:cxnLst>
                  <a:cxn ang="0">
                    <a:pos x="9" y="4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9" y="4"/>
                  </a:cxn>
                </a:cxnLst>
                <a:rect l="0" t="0" r="r" b="b"/>
                <a:pathLst>
                  <a:path w="9" h="11">
                    <a:moveTo>
                      <a:pt x="9" y="4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2" y="0"/>
                      <a:pt x="0" y="5"/>
                      <a:pt x="0" y="9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6" y="9"/>
                      <a:pt x="8" y="5"/>
                      <a:pt x="9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0" name="Freeform 39">
                <a:extLst>
                  <a:ext uri="{FF2B5EF4-FFF2-40B4-BE49-F238E27FC236}">
                    <a16:creationId xmlns:a16="http://schemas.microsoft.com/office/drawing/2014/main" id="{B0463B98-2705-DA6A-7863-05B617733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9388" y="1552575"/>
                <a:ext cx="169863" cy="77788"/>
              </a:xfrm>
              <a:custGeom>
                <a:avLst/>
                <a:gdLst/>
                <a:ahLst/>
                <a:cxnLst>
                  <a:cxn ang="0">
                    <a:pos x="127" y="31"/>
                  </a:cxn>
                  <a:cxn ang="0">
                    <a:pos x="108" y="47"/>
                  </a:cxn>
                  <a:cxn ang="0">
                    <a:pos x="74" y="58"/>
                  </a:cxn>
                  <a:cxn ang="0">
                    <a:pos x="34" y="50"/>
                  </a:cxn>
                  <a:cxn ang="0">
                    <a:pos x="14" y="42"/>
                  </a:cxn>
                  <a:cxn ang="0">
                    <a:pos x="18" y="40"/>
                  </a:cxn>
                  <a:cxn ang="0">
                    <a:pos x="21" y="27"/>
                  </a:cxn>
                  <a:cxn ang="0">
                    <a:pos x="2" y="25"/>
                  </a:cxn>
                  <a:cxn ang="0">
                    <a:pos x="25" y="21"/>
                  </a:cxn>
                  <a:cxn ang="0">
                    <a:pos x="23" y="18"/>
                  </a:cxn>
                  <a:cxn ang="0">
                    <a:pos x="0" y="8"/>
                  </a:cxn>
                  <a:cxn ang="0">
                    <a:pos x="9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3" y="7"/>
                  </a:cxn>
                  <a:cxn ang="0">
                    <a:pos x="30" y="16"/>
                  </a:cxn>
                  <a:cxn ang="0">
                    <a:pos x="38" y="13"/>
                  </a:cxn>
                  <a:cxn ang="0">
                    <a:pos x="38" y="8"/>
                  </a:cxn>
                  <a:cxn ang="0">
                    <a:pos x="44" y="12"/>
                  </a:cxn>
                  <a:cxn ang="0">
                    <a:pos x="54" y="9"/>
                  </a:cxn>
                  <a:cxn ang="0">
                    <a:pos x="60" y="12"/>
                  </a:cxn>
                  <a:cxn ang="0">
                    <a:pos x="60" y="8"/>
                  </a:cxn>
                  <a:cxn ang="0">
                    <a:pos x="74" y="9"/>
                  </a:cxn>
                  <a:cxn ang="0">
                    <a:pos x="89" y="8"/>
                  </a:cxn>
                  <a:cxn ang="0">
                    <a:pos x="91" y="1"/>
                  </a:cxn>
                  <a:cxn ang="0">
                    <a:pos x="96" y="1"/>
                  </a:cxn>
                  <a:cxn ang="0">
                    <a:pos x="104" y="7"/>
                  </a:cxn>
                  <a:cxn ang="0">
                    <a:pos x="115" y="4"/>
                  </a:cxn>
                  <a:cxn ang="0">
                    <a:pos x="112" y="8"/>
                  </a:cxn>
                  <a:cxn ang="0">
                    <a:pos x="128" y="30"/>
                  </a:cxn>
                  <a:cxn ang="0">
                    <a:pos x="127" y="31"/>
                  </a:cxn>
                </a:cxnLst>
                <a:rect l="0" t="0" r="r" b="b"/>
                <a:pathLst>
                  <a:path w="128" h="58">
                    <a:moveTo>
                      <a:pt x="127" y="31"/>
                    </a:moveTo>
                    <a:cubicBezTo>
                      <a:pt x="124" y="38"/>
                      <a:pt x="113" y="45"/>
                      <a:pt x="108" y="47"/>
                    </a:cubicBezTo>
                    <a:cubicBezTo>
                      <a:pt x="97" y="51"/>
                      <a:pt x="89" y="58"/>
                      <a:pt x="74" y="58"/>
                    </a:cubicBezTo>
                    <a:cubicBezTo>
                      <a:pt x="57" y="58"/>
                      <a:pt x="46" y="54"/>
                      <a:pt x="34" y="50"/>
                    </a:cubicBezTo>
                    <a:cubicBezTo>
                      <a:pt x="28" y="49"/>
                      <a:pt x="24" y="42"/>
                      <a:pt x="14" y="42"/>
                    </a:cubicBezTo>
                    <a:cubicBezTo>
                      <a:pt x="16" y="41"/>
                      <a:pt x="17" y="40"/>
                      <a:pt x="18" y="40"/>
                    </a:cubicBezTo>
                    <a:cubicBezTo>
                      <a:pt x="18" y="34"/>
                      <a:pt x="20" y="32"/>
                      <a:pt x="21" y="27"/>
                    </a:cubicBezTo>
                    <a:cubicBezTo>
                      <a:pt x="14" y="25"/>
                      <a:pt x="6" y="30"/>
                      <a:pt x="2" y="25"/>
                    </a:cubicBezTo>
                    <a:cubicBezTo>
                      <a:pt x="8" y="25"/>
                      <a:pt x="20" y="23"/>
                      <a:pt x="25" y="21"/>
                    </a:cubicBezTo>
                    <a:cubicBezTo>
                      <a:pt x="23" y="20"/>
                      <a:pt x="23" y="19"/>
                      <a:pt x="23" y="18"/>
                    </a:cubicBezTo>
                    <a:cubicBezTo>
                      <a:pt x="18" y="18"/>
                      <a:pt x="1" y="13"/>
                      <a:pt x="0" y="8"/>
                    </a:cubicBezTo>
                    <a:cubicBezTo>
                      <a:pt x="4" y="7"/>
                      <a:pt x="7" y="8"/>
                      <a:pt x="9" y="9"/>
                    </a:cubicBezTo>
                    <a:cubicBezTo>
                      <a:pt x="9" y="8"/>
                      <a:pt x="9" y="7"/>
                      <a:pt x="9" y="5"/>
                    </a:cubicBezTo>
                    <a:cubicBezTo>
                      <a:pt x="13" y="5"/>
                      <a:pt x="14" y="0"/>
                      <a:pt x="17" y="0"/>
                    </a:cubicBezTo>
                    <a:cubicBezTo>
                      <a:pt x="18" y="0"/>
                      <a:pt x="19" y="0"/>
                      <a:pt x="21" y="0"/>
                    </a:cubicBezTo>
                    <a:cubicBezTo>
                      <a:pt x="21" y="3"/>
                      <a:pt x="23" y="4"/>
                      <a:pt x="23" y="7"/>
                    </a:cubicBezTo>
                    <a:cubicBezTo>
                      <a:pt x="23" y="10"/>
                      <a:pt x="27" y="16"/>
                      <a:pt x="30" y="16"/>
                    </a:cubicBezTo>
                    <a:cubicBezTo>
                      <a:pt x="33" y="16"/>
                      <a:pt x="36" y="14"/>
                      <a:pt x="38" y="13"/>
                    </a:cubicBezTo>
                    <a:cubicBezTo>
                      <a:pt x="37" y="10"/>
                      <a:pt x="37" y="9"/>
                      <a:pt x="38" y="8"/>
                    </a:cubicBezTo>
                    <a:cubicBezTo>
                      <a:pt x="40" y="9"/>
                      <a:pt x="41" y="12"/>
                      <a:pt x="44" y="12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8" y="10"/>
                      <a:pt x="59" y="11"/>
                      <a:pt x="60" y="12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7" y="8"/>
                      <a:pt x="70" y="9"/>
                      <a:pt x="74" y="9"/>
                    </a:cubicBezTo>
                    <a:cubicBezTo>
                      <a:pt x="80" y="9"/>
                      <a:pt x="85" y="4"/>
                      <a:pt x="89" y="8"/>
                    </a:cubicBezTo>
                    <a:cubicBezTo>
                      <a:pt x="89" y="4"/>
                      <a:pt x="90" y="3"/>
                      <a:pt x="91" y="1"/>
                    </a:cubicBezTo>
                    <a:cubicBezTo>
                      <a:pt x="94" y="2"/>
                      <a:pt x="94" y="2"/>
                      <a:pt x="96" y="1"/>
                    </a:cubicBezTo>
                    <a:cubicBezTo>
                      <a:pt x="96" y="6"/>
                      <a:pt x="100" y="7"/>
                      <a:pt x="104" y="7"/>
                    </a:cubicBezTo>
                    <a:cubicBezTo>
                      <a:pt x="108" y="7"/>
                      <a:pt x="111" y="4"/>
                      <a:pt x="115" y="4"/>
                    </a:cubicBezTo>
                    <a:cubicBezTo>
                      <a:pt x="113" y="5"/>
                      <a:pt x="112" y="7"/>
                      <a:pt x="112" y="8"/>
                    </a:cubicBezTo>
                    <a:cubicBezTo>
                      <a:pt x="112" y="21"/>
                      <a:pt x="128" y="18"/>
                      <a:pt x="128" y="30"/>
                    </a:cubicBezTo>
                    <a:lnTo>
                      <a:pt x="1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1" name="Freeform 41">
                <a:extLst>
                  <a:ext uri="{FF2B5EF4-FFF2-40B4-BE49-F238E27FC236}">
                    <a16:creationId xmlns:a16="http://schemas.microsoft.com/office/drawing/2014/main" id="{9BE8A8B5-5247-189E-4123-E3720075A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613" y="2509838"/>
                <a:ext cx="9525" cy="1111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4" y="3"/>
                  </a:cxn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cubicBezTo>
                      <a:pt x="6" y="3"/>
                      <a:pt x="7" y="5"/>
                      <a:pt x="6" y="7"/>
                    </a:cubicBezTo>
                    <a:cubicBezTo>
                      <a:pt x="5" y="7"/>
                      <a:pt x="0" y="8"/>
                      <a:pt x="0" y="7"/>
                    </a:cubicBezTo>
                    <a:cubicBezTo>
                      <a:pt x="0" y="4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2" name="Freeform 43">
                <a:extLst>
                  <a:ext uri="{FF2B5EF4-FFF2-40B4-BE49-F238E27FC236}">
                    <a16:creationId xmlns:a16="http://schemas.microsoft.com/office/drawing/2014/main" id="{DD04D868-F3F9-C419-DCB6-5A492957F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075" y="2568575"/>
                <a:ext cx="23813" cy="9525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11" y="7"/>
                  </a:cxn>
                  <a:cxn ang="0">
                    <a:pos x="0" y="2"/>
                  </a:cxn>
                  <a:cxn ang="0">
                    <a:pos x="5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7">
                    <a:moveTo>
                      <a:pt x="18" y="4"/>
                    </a:moveTo>
                    <a:cubicBezTo>
                      <a:pt x="17" y="7"/>
                      <a:pt x="14" y="7"/>
                      <a:pt x="11" y="7"/>
                    </a:cubicBezTo>
                    <a:cubicBezTo>
                      <a:pt x="6" y="7"/>
                      <a:pt x="0" y="7"/>
                      <a:pt x="0" y="2"/>
                    </a:cubicBezTo>
                    <a:cubicBezTo>
                      <a:pt x="0" y="0"/>
                      <a:pt x="4" y="0"/>
                      <a:pt x="5" y="0"/>
                    </a:cubicBezTo>
                    <a:cubicBezTo>
                      <a:pt x="6" y="0"/>
                      <a:pt x="17" y="2"/>
                      <a:pt x="18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3" name="Freeform 45">
                <a:extLst>
                  <a:ext uri="{FF2B5EF4-FFF2-40B4-BE49-F238E27FC236}">
                    <a16:creationId xmlns:a16="http://schemas.microsoft.com/office/drawing/2014/main" id="{32DFF97E-3EC5-2EC3-D616-07E6C9D9F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575" y="2455863"/>
                <a:ext cx="9525" cy="111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6"/>
                  </a:cxn>
                  <a:cxn ang="0">
                    <a:pos x="5" y="8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6" y="0"/>
                      <a:pt x="7" y="3"/>
                      <a:pt x="7" y="6"/>
                    </a:cubicBezTo>
                    <a:cubicBezTo>
                      <a:pt x="7" y="7"/>
                      <a:pt x="6" y="8"/>
                      <a:pt x="5" y="8"/>
                    </a:cubicBezTo>
                    <a:cubicBezTo>
                      <a:pt x="0" y="8"/>
                      <a:pt x="0" y="3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4" name="Freeform 46">
                <a:extLst>
                  <a:ext uri="{FF2B5EF4-FFF2-40B4-BE49-F238E27FC236}">
                    <a16:creationId xmlns:a16="http://schemas.microsoft.com/office/drawing/2014/main" id="{B952F10B-1018-684E-72BF-F04ADDCA4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638" y="2422525"/>
                <a:ext cx="14288" cy="4763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6" y="0"/>
                  </a:cxn>
                  <a:cxn ang="0">
                    <a:pos x="11" y="3"/>
                  </a:cxn>
                  <a:cxn ang="0">
                    <a:pos x="0" y="3"/>
                  </a:cxn>
                </a:cxnLst>
                <a:rect l="0" t="0" r="r" b="b"/>
                <a:pathLst>
                  <a:path w="11" h="4">
                    <a:moveTo>
                      <a:pt x="0" y="3"/>
                    </a:moveTo>
                    <a:cubicBezTo>
                      <a:pt x="1" y="2"/>
                      <a:pt x="4" y="0"/>
                      <a:pt x="6" y="0"/>
                    </a:cubicBezTo>
                    <a:cubicBezTo>
                      <a:pt x="9" y="0"/>
                      <a:pt x="10" y="2"/>
                      <a:pt x="11" y="3"/>
                    </a:cubicBezTo>
                    <a:cubicBezTo>
                      <a:pt x="7" y="4"/>
                      <a:pt x="2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5" name="Freeform 47">
                <a:extLst>
                  <a:ext uri="{FF2B5EF4-FFF2-40B4-BE49-F238E27FC236}">
                    <a16:creationId xmlns:a16="http://schemas.microsoft.com/office/drawing/2014/main" id="{D7D64675-C9FC-6AA8-25ED-23A39BD11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038" y="2428875"/>
                <a:ext cx="4763" cy="6350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1" y="0"/>
                  </a:cxn>
                  <a:cxn ang="0">
                    <a:pos x="3" y="4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1"/>
                      <a:pt x="1" y="0"/>
                    </a:cubicBezTo>
                    <a:lnTo>
                      <a:pt x="3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6" name="Freeform 48">
                <a:extLst>
                  <a:ext uri="{FF2B5EF4-FFF2-40B4-BE49-F238E27FC236}">
                    <a16:creationId xmlns:a16="http://schemas.microsoft.com/office/drawing/2014/main" id="{C16C6A87-54BE-263B-5789-537D18332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4363" y="2517775"/>
                <a:ext cx="11113" cy="7938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7"/>
                  </a:cxn>
                  <a:cxn ang="0">
                    <a:pos x="2" y="7"/>
                  </a:cxn>
                  <a:cxn ang="0">
                    <a:pos x="9" y="4"/>
                  </a:cxn>
                  <a:cxn ang="0">
                    <a:pos x="9" y="0"/>
                  </a:cxn>
                  <a:cxn ang="0">
                    <a:pos x="0" y="4"/>
                  </a:cxn>
                </a:cxnLst>
                <a:rect l="0" t="0" r="r" b="b"/>
                <a:pathLst>
                  <a:path w="9" h="7">
                    <a:moveTo>
                      <a:pt x="0" y="4"/>
                    </a:move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1" y="7"/>
                      <a:pt x="2" y="7"/>
                    </a:cubicBezTo>
                    <a:cubicBezTo>
                      <a:pt x="4" y="7"/>
                      <a:pt x="7" y="6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3"/>
                      <a:pt x="4" y="5"/>
                      <a:pt x="0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7" name="Freeform 49">
                <a:extLst>
                  <a:ext uri="{FF2B5EF4-FFF2-40B4-BE49-F238E27FC236}">
                    <a16:creationId xmlns:a16="http://schemas.microsoft.com/office/drawing/2014/main" id="{B04502B7-5146-0DDE-31FF-11178D734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875" y="1979613"/>
                <a:ext cx="966788" cy="473075"/>
              </a:xfrm>
              <a:custGeom>
                <a:avLst/>
                <a:gdLst/>
                <a:ahLst/>
                <a:cxnLst>
                  <a:cxn ang="0">
                    <a:pos x="543" y="285"/>
                  </a:cxn>
                  <a:cxn ang="0">
                    <a:pos x="555" y="317"/>
                  </a:cxn>
                  <a:cxn ang="0">
                    <a:pos x="560" y="338"/>
                  </a:cxn>
                  <a:cxn ang="0">
                    <a:pos x="542" y="345"/>
                  </a:cxn>
                  <a:cxn ang="0">
                    <a:pos x="507" y="287"/>
                  </a:cxn>
                  <a:cxn ang="0">
                    <a:pos x="474" y="283"/>
                  </a:cxn>
                  <a:cxn ang="0">
                    <a:pos x="460" y="283"/>
                  </a:cxn>
                  <a:cxn ang="0">
                    <a:pos x="443" y="286"/>
                  </a:cxn>
                  <a:cxn ang="0">
                    <a:pos x="412" y="292"/>
                  </a:cxn>
                  <a:cxn ang="0">
                    <a:pos x="393" y="291"/>
                  </a:cxn>
                  <a:cxn ang="0">
                    <a:pos x="357" y="309"/>
                  </a:cxn>
                  <a:cxn ang="0">
                    <a:pos x="343" y="342"/>
                  </a:cxn>
                  <a:cxn ang="0">
                    <a:pos x="282" y="290"/>
                  </a:cxn>
                  <a:cxn ang="0">
                    <a:pos x="246" y="281"/>
                  </a:cxn>
                  <a:cxn ang="0">
                    <a:pos x="207" y="262"/>
                  </a:cxn>
                  <a:cxn ang="0">
                    <a:pos x="170" y="268"/>
                  </a:cxn>
                  <a:cxn ang="0">
                    <a:pos x="95" y="252"/>
                  </a:cxn>
                  <a:cxn ang="0">
                    <a:pos x="47" y="214"/>
                  </a:cxn>
                  <a:cxn ang="0">
                    <a:pos x="4" y="141"/>
                  </a:cxn>
                  <a:cxn ang="0">
                    <a:pos x="4" y="95"/>
                  </a:cxn>
                  <a:cxn ang="0">
                    <a:pos x="0" y="23"/>
                  </a:cxn>
                  <a:cxn ang="0">
                    <a:pos x="20" y="27"/>
                  </a:cxn>
                  <a:cxn ang="0">
                    <a:pos x="20" y="5"/>
                  </a:cxn>
                  <a:cxn ang="0">
                    <a:pos x="373" y="0"/>
                  </a:cxn>
                  <a:cxn ang="0">
                    <a:pos x="406" y="11"/>
                  </a:cxn>
                  <a:cxn ang="0">
                    <a:pos x="408" y="45"/>
                  </a:cxn>
                  <a:cxn ang="0">
                    <a:pos x="423" y="42"/>
                  </a:cxn>
                  <a:cxn ang="0">
                    <a:pos x="441" y="40"/>
                  </a:cxn>
                  <a:cxn ang="0">
                    <a:pos x="456" y="42"/>
                  </a:cxn>
                  <a:cxn ang="0">
                    <a:pos x="472" y="47"/>
                  </a:cxn>
                  <a:cxn ang="0">
                    <a:pos x="510" y="48"/>
                  </a:cxn>
                  <a:cxn ang="0">
                    <a:pos x="490" y="54"/>
                  </a:cxn>
                  <a:cxn ang="0">
                    <a:pos x="472" y="69"/>
                  </a:cxn>
                  <a:cxn ang="0">
                    <a:pos x="471" y="121"/>
                  </a:cxn>
                  <a:cxn ang="0">
                    <a:pos x="480" y="88"/>
                  </a:cxn>
                  <a:cxn ang="0">
                    <a:pos x="501" y="57"/>
                  </a:cxn>
                  <a:cxn ang="0">
                    <a:pos x="516" y="87"/>
                  </a:cxn>
                  <a:cxn ang="0">
                    <a:pos x="531" y="97"/>
                  </a:cxn>
                  <a:cxn ang="0">
                    <a:pos x="527" y="123"/>
                  </a:cxn>
                  <a:cxn ang="0">
                    <a:pos x="564" y="97"/>
                  </a:cxn>
                  <a:cxn ang="0">
                    <a:pos x="610" y="84"/>
                  </a:cxn>
                  <a:cxn ang="0">
                    <a:pos x="653" y="65"/>
                  </a:cxn>
                  <a:cxn ang="0">
                    <a:pos x="675" y="63"/>
                  </a:cxn>
                  <a:cxn ang="0">
                    <a:pos x="699" y="28"/>
                  </a:cxn>
                  <a:cxn ang="0">
                    <a:pos x="726" y="73"/>
                  </a:cxn>
                  <a:cxn ang="0">
                    <a:pos x="701" y="80"/>
                  </a:cxn>
                  <a:cxn ang="0">
                    <a:pos x="681" y="113"/>
                  </a:cxn>
                  <a:cxn ang="0">
                    <a:pos x="690" y="118"/>
                  </a:cxn>
                  <a:cxn ang="0">
                    <a:pos x="676" y="122"/>
                  </a:cxn>
                  <a:cxn ang="0">
                    <a:pos x="648" y="132"/>
                  </a:cxn>
                  <a:cxn ang="0">
                    <a:pos x="642" y="134"/>
                  </a:cxn>
                  <a:cxn ang="0">
                    <a:pos x="635" y="137"/>
                  </a:cxn>
                  <a:cxn ang="0">
                    <a:pos x="627" y="161"/>
                  </a:cxn>
                  <a:cxn ang="0">
                    <a:pos x="622" y="159"/>
                  </a:cxn>
                  <a:cxn ang="0">
                    <a:pos x="615" y="186"/>
                  </a:cxn>
                  <a:cxn ang="0">
                    <a:pos x="614" y="178"/>
                  </a:cxn>
                  <a:cxn ang="0">
                    <a:pos x="608" y="170"/>
                  </a:cxn>
                  <a:cxn ang="0">
                    <a:pos x="611" y="192"/>
                  </a:cxn>
                  <a:cxn ang="0">
                    <a:pos x="614" y="196"/>
                  </a:cxn>
                  <a:cxn ang="0">
                    <a:pos x="614" y="205"/>
                  </a:cxn>
                  <a:cxn ang="0">
                    <a:pos x="607" y="213"/>
                  </a:cxn>
                  <a:cxn ang="0">
                    <a:pos x="607" y="221"/>
                  </a:cxn>
                  <a:cxn ang="0">
                    <a:pos x="589" y="232"/>
                  </a:cxn>
                </a:cxnLst>
                <a:rect l="0" t="0" r="r" b="b"/>
                <a:pathLst>
                  <a:path w="726" h="356">
                    <a:moveTo>
                      <a:pt x="590" y="233"/>
                    </a:moveTo>
                    <a:cubicBezTo>
                      <a:pt x="569" y="245"/>
                      <a:pt x="543" y="253"/>
                      <a:pt x="543" y="285"/>
                    </a:cubicBezTo>
                    <a:cubicBezTo>
                      <a:pt x="543" y="300"/>
                      <a:pt x="555" y="304"/>
                      <a:pt x="555" y="318"/>
                    </a:cubicBezTo>
                    <a:cubicBezTo>
                      <a:pt x="555" y="317"/>
                      <a:pt x="555" y="317"/>
                      <a:pt x="555" y="317"/>
                    </a:cubicBezTo>
                    <a:cubicBezTo>
                      <a:pt x="555" y="320"/>
                      <a:pt x="555" y="320"/>
                      <a:pt x="555" y="320"/>
                    </a:cubicBezTo>
                    <a:cubicBezTo>
                      <a:pt x="556" y="326"/>
                      <a:pt x="560" y="330"/>
                      <a:pt x="560" y="338"/>
                    </a:cubicBezTo>
                    <a:cubicBezTo>
                      <a:pt x="560" y="347"/>
                      <a:pt x="558" y="356"/>
                      <a:pt x="551" y="356"/>
                    </a:cubicBezTo>
                    <a:cubicBezTo>
                      <a:pt x="544" y="356"/>
                      <a:pt x="544" y="349"/>
                      <a:pt x="542" y="345"/>
                    </a:cubicBezTo>
                    <a:cubicBezTo>
                      <a:pt x="537" y="338"/>
                      <a:pt x="532" y="335"/>
                      <a:pt x="529" y="328"/>
                    </a:cubicBezTo>
                    <a:cubicBezTo>
                      <a:pt x="522" y="314"/>
                      <a:pt x="527" y="287"/>
                      <a:pt x="507" y="287"/>
                    </a:cubicBezTo>
                    <a:cubicBezTo>
                      <a:pt x="503" y="287"/>
                      <a:pt x="502" y="293"/>
                      <a:pt x="498" y="293"/>
                    </a:cubicBezTo>
                    <a:cubicBezTo>
                      <a:pt x="490" y="293"/>
                      <a:pt x="485" y="283"/>
                      <a:pt x="474" y="283"/>
                    </a:cubicBezTo>
                    <a:cubicBezTo>
                      <a:pt x="468" y="283"/>
                      <a:pt x="467" y="286"/>
                      <a:pt x="463" y="286"/>
                    </a:cubicBezTo>
                    <a:cubicBezTo>
                      <a:pt x="462" y="286"/>
                      <a:pt x="460" y="284"/>
                      <a:pt x="460" y="283"/>
                    </a:cubicBezTo>
                    <a:cubicBezTo>
                      <a:pt x="453" y="285"/>
                      <a:pt x="444" y="284"/>
                      <a:pt x="436" y="286"/>
                    </a:cubicBezTo>
                    <a:cubicBezTo>
                      <a:pt x="441" y="288"/>
                      <a:pt x="440" y="288"/>
                      <a:pt x="443" y="286"/>
                    </a:cubicBezTo>
                    <a:cubicBezTo>
                      <a:pt x="442" y="293"/>
                      <a:pt x="438" y="297"/>
                      <a:pt x="443" y="301"/>
                    </a:cubicBezTo>
                    <a:cubicBezTo>
                      <a:pt x="431" y="307"/>
                      <a:pt x="421" y="292"/>
                      <a:pt x="412" y="292"/>
                    </a:cubicBezTo>
                    <a:cubicBezTo>
                      <a:pt x="409" y="292"/>
                      <a:pt x="408" y="295"/>
                      <a:pt x="405" y="295"/>
                    </a:cubicBezTo>
                    <a:cubicBezTo>
                      <a:pt x="400" y="295"/>
                      <a:pt x="398" y="291"/>
                      <a:pt x="393" y="291"/>
                    </a:cubicBezTo>
                    <a:cubicBezTo>
                      <a:pt x="380" y="291"/>
                      <a:pt x="374" y="302"/>
                      <a:pt x="368" y="307"/>
                    </a:cubicBezTo>
                    <a:cubicBezTo>
                      <a:pt x="365" y="311"/>
                      <a:pt x="361" y="308"/>
                      <a:pt x="357" y="309"/>
                    </a:cubicBezTo>
                    <a:cubicBezTo>
                      <a:pt x="347" y="313"/>
                      <a:pt x="341" y="325"/>
                      <a:pt x="341" y="338"/>
                    </a:cubicBezTo>
                    <a:cubicBezTo>
                      <a:pt x="341" y="339"/>
                      <a:pt x="343" y="341"/>
                      <a:pt x="343" y="342"/>
                    </a:cubicBezTo>
                    <a:cubicBezTo>
                      <a:pt x="336" y="342"/>
                      <a:pt x="325" y="339"/>
                      <a:pt x="321" y="336"/>
                    </a:cubicBezTo>
                    <a:cubicBezTo>
                      <a:pt x="307" y="322"/>
                      <a:pt x="308" y="290"/>
                      <a:pt x="282" y="290"/>
                    </a:cubicBezTo>
                    <a:cubicBezTo>
                      <a:pt x="272" y="290"/>
                      <a:pt x="275" y="302"/>
                      <a:pt x="266" y="302"/>
                    </a:cubicBezTo>
                    <a:cubicBezTo>
                      <a:pt x="257" y="302"/>
                      <a:pt x="250" y="287"/>
                      <a:pt x="246" y="281"/>
                    </a:cubicBezTo>
                    <a:cubicBezTo>
                      <a:pt x="239" y="268"/>
                      <a:pt x="230" y="266"/>
                      <a:pt x="215" y="262"/>
                    </a:cubicBezTo>
                    <a:cubicBezTo>
                      <a:pt x="207" y="262"/>
                      <a:pt x="207" y="262"/>
                      <a:pt x="207" y="262"/>
                    </a:cubicBezTo>
                    <a:cubicBezTo>
                      <a:pt x="207" y="268"/>
                      <a:pt x="207" y="268"/>
                      <a:pt x="207" y="268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23" y="252"/>
                      <a:pt x="123" y="252"/>
                      <a:pt x="123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88" y="239"/>
                      <a:pt x="66" y="230"/>
                      <a:pt x="50" y="223"/>
                    </a:cubicBezTo>
                    <a:cubicBezTo>
                      <a:pt x="47" y="222"/>
                      <a:pt x="48" y="217"/>
                      <a:pt x="47" y="214"/>
                    </a:cubicBezTo>
                    <a:cubicBezTo>
                      <a:pt x="40" y="198"/>
                      <a:pt x="28" y="193"/>
                      <a:pt x="30" y="175"/>
                    </a:cubicBezTo>
                    <a:cubicBezTo>
                      <a:pt x="21" y="174"/>
                      <a:pt x="11" y="154"/>
                      <a:pt x="4" y="141"/>
                    </a:cubicBezTo>
                    <a:cubicBezTo>
                      <a:pt x="2" y="137"/>
                      <a:pt x="6" y="134"/>
                      <a:pt x="8" y="133"/>
                    </a:cubicBezTo>
                    <a:cubicBezTo>
                      <a:pt x="3" y="123"/>
                      <a:pt x="8" y="107"/>
                      <a:pt x="4" y="95"/>
                    </a:cubicBezTo>
                    <a:cubicBezTo>
                      <a:pt x="0" y="85"/>
                      <a:pt x="11" y="60"/>
                      <a:pt x="11" y="46"/>
                    </a:cubicBezTo>
                    <a:cubicBezTo>
                      <a:pt x="11" y="36"/>
                      <a:pt x="0" y="32"/>
                      <a:pt x="0" y="23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3" y="20"/>
                      <a:pt x="17" y="23"/>
                      <a:pt x="20" y="27"/>
                    </a:cubicBezTo>
                    <a:cubicBezTo>
                      <a:pt x="22" y="24"/>
                      <a:pt x="26" y="19"/>
                      <a:pt x="26" y="15"/>
                    </a:cubicBezTo>
                    <a:cubicBezTo>
                      <a:pt x="26" y="11"/>
                      <a:pt x="22" y="10"/>
                      <a:pt x="20" y="5"/>
                    </a:cubicBezTo>
                    <a:cubicBezTo>
                      <a:pt x="373" y="5"/>
                      <a:pt x="373" y="5"/>
                      <a:pt x="373" y="5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9" y="4"/>
                      <a:pt x="378" y="8"/>
                      <a:pt x="384" y="11"/>
                    </a:cubicBezTo>
                    <a:cubicBezTo>
                      <a:pt x="406" y="11"/>
                      <a:pt x="406" y="11"/>
                      <a:pt x="406" y="11"/>
                    </a:cubicBezTo>
                    <a:cubicBezTo>
                      <a:pt x="415" y="20"/>
                      <a:pt x="426" y="20"/>
                      <a:pt x="443" y="20"/>
                    </a:cubicBezTo>
                    <a:cubicBezTo>
                      <a:pt x="431" y="28"/>
                      <a:pt x="418" y="32"/>
                      <a:pt x="408" y="45"/>
                    </a:cubicBezTo>
                    <a:cubicBezTo>
                      <a:pt x="415" y="45"/>
                      <a:pt x="415" y="45"/>
                      <a:pt x="415" y="45"/>
                    </a:cubicBezTo>
                    <a:cubicBezTo>
                      <a:pt x="418" y="43"/>
                      <a:pt x="420" y="42"/>
                      <a:pt x="423" y="42"/>
                    </a:cubicBezTo>
                    <a:cubicBezTo>
                      <a:pt x="425" y="46"/>
                      <a:pt x="426" y="46"/>
                      <a:pt x="429" y="46"/>
                    </a:cubicBezTo>
                    <a:cubicBezTo>
                      <a:pt x="437" y="46"/>
                      <a:pt x="437" y="40"/>
                      <a:pt x="441" y="40"/>
                    </a:cubicBezTo>
                    <a:cubicBezTo>
                      <a:pt x="446" y="40"/>
                      <a:pt x="454" y="32"/>
                      <a:pt x="461" y="31"/>
                    </a:cubicBezTo>
                    <a:cubicBezTo>
                      <a:pt x="461" y="37"/>
                      <a:pt x="458" y="38"/>
                      <a:pt x="456" y="42"/>
                    </a:cubicBezTo>
                    <a:cubicBezTo>
                      <a:pt x="465" y="42"/>
                      <a:pt x="465" y="42"/>
                      <a:pt x="465" y="42"/>
                    </a:cubicBezTo>
                    <a:cubicBezTo>
                      <a:pt x="465" y="45"/>
                      <a:pt x="469" y="47"/>
                      <a:pt x="472" y="47"/>
                    </a:cubicBezTo>
                    <a:cubicBezTo>
                      <a:pt x="478" y="47"/>
                      <a:pt x="480" y="43"/>
                      <a:pt x="484" y="43"/>
                    </a:cubicBezTo>
                    <a:cubicBezTo>
                      <a:pt x="495" y="43"/>
                      <a:pt x="500" y="48"/>
                      <a:pt x="510" y="48"/>
                    </a:cubicBezTo>
                    <a:cubicBezTo>
                      <a:pt x="510" y="54"/>
                      <a:pt x="510" y="54"/>
                      <a:pt x="510" y="54"/>
                    </a:cubicBezTo>
                    <a:cubicBezTo>
                      <a:pt x="503" y="56"/>
                      <a:pt x="493" y="54"/>
                      <a:pt x="490" y="54"/>
                    </a:cubicBezTo>
                    <a:cubicBezTo>
                      <a:pt x="480" y="54"/>
                      <a:pt x="462" y="66"/>
                      <a:pt x="462" y="75"/>
                    </a:cubicBezTo>
                    <a:cubicBezTo>
                      <a:pt x="466" y="72"/>
                      <a:pt x="468" y="69"/>
                      <a:pt x="472" y="69"/>
                    </a:cubicBezTo>
                    <a:cubicBezTo>
                      <a:pt x="465" y="78"/>
                      <a:pt x="461" y="101"/>
                      <a:pt x="461" y="112"/>
                    </a:cubicBezTo>
                    <a:cubicBezTo>
                      <a:pt x="461" y="117"/>
                      <a:pt x="466" y="121"/>
                      <a:pt x="471" y="121"/>
                    </a:cubicBezTo>
                    <a:cubicBezTo>
                      <a:pt x="478" y="121"/>
                      <a:pt x="480" y="108"/>
                      <a:pt x="480" y="102"/>
                    </a:cubicBezTo>
                    <a:cubicBezTo>
                      <a:pt x="480" y="97"/>
                      <a:pt x="480" y="88"/>
                      <a:pt x="480" y="88"/>
                    </a:cubicBezTo>
                    <a:cubicBezTo>
                      <a:pt x="480" y="82"/>
                      <a:pt x="480" y="69"/>
                      <a:pt x="485" y="69"/>
                    </a:cubicBezTo>
                    <a:cubicBezTo>
                      <a:pt x="501" y="68"/>
                      <a:pt x="494" y="57"/>
                      <a:pt x="501" y="57"/>
                    </a:cubicBezTo>
                    <a:cubicBezTo>
                      <a:pt x="504" y="57"/>
                      <a:pt x="521" y="65"/>
                      <a:pt x="521" y="70"/>
                    </a:cubicBezTo>
                    <a:cubicBezTo>
                      <a:pt x="521" y="77"/>
                      <a:pt x="517" y="81"/>
                      <a:pt x="516" y="87"/>
                    </a:cubicBezTo>
                    <a:cubicBezTo>
                      <a:pt x="521" y="87"/>
                      <a:pt x="520" y="85"/>
                      <a:pt x="525" y="84"/>
                    </a:cubicBezTo>
                    <a:cubicBezTo>
                      <a:pt x="526" y="91"/>
                      <a:pt x="526" y="94"/>
                      <a:pt x="531" y="97"/>
                    </a:cubicBezTo>
                    <a:cubicBezTo>
                      <a:pt x="526" y="103"/>
                      <a:pt x="521" y="106"/>
                      <a:pt x="521" y="112"/>
                    </a:cubicBezTo>
                    <a:cubicBezTo>
                      <a:pt x="521" y="117"/>
                      <a:pt x="523" y="123"/>
                      <a:pt x="527" y="123"/>
                    </a:cubicBezTo>
                    <a:cubicBezTo>
                      <a:pt x="539" y="123"/>
                      <a:pt x="559" y="112"/>
                      <a:pt x="568" y="108"/>
                    </a:cubicBezTo>
                    <a:cubicBezTo>
                      <a:pt x="567" y="103"/>
                      <a:pt x="565" y="99"/>
                      <a:pt x="564" y="97"/>
                    </a:cubicBezTo>
                    <a:cubicBezTo>
                      <a:pt x="567" y="97"/>
                      <a:pt x="567" y="97"/>
                      <a:pt x="569" y="97"/>
                    </a:cubicBezTo>
                    <a:cubicBezTo>
                      <a:pt x="582" y="97"/>
                      <a:pt x="610" y="101"/>
                      <a:pt x="610" y="84"/>
                    </a:cubicBezTo>
                    <a:cubicBezTo>
                      <a:pt x="611" y="84"/>
                      <a:pt x="627" y="68"/>
                      <a:pt x="630" y="66"/>
                    </a:cubicBezTo>
                    <a:cubicBezTo>
                      <a:pt x="632" y="64"/>
                      <a:pt x="643" y="65"/>
                      <a:pt x="653" y="65"/>
                    </a:cubicBezTo>
                    <a:cubicBezTo>
                      <a:pt x="657" y="65"/>
                      <a:pt x="660" y="65"/>
                      <a:pt x="664" y="65"/>
                    </a:cubicBezTo>
                    <a:cubicBezTo>
                      <a:pt x="668" y="65"/>
                      <a:pt x="672" y="63"/>
                      <a:pt x="675" y="63"/>
                    </a:cubicBezTo>
                    <a:cubicBezTo>
                      <a:pt x="680" y="62"/>
                      <a:pt x="678" y="61"/>
                      <a:pt x="680" y="59"/>
                    </a:cubicBezTo>
                    <a:cubicBezTo>
                      <a:pt x="688" y="51"/>
                      <a:pt x="688" y="36"/>
                      <a:pt x="699" y="28"/>
                    </a:cubicBezTo>
                    <a:cubicBezTo>
                      <a:pt x="704" y="35"/>
                      <a:pt x="712" y="25"/>
                      <a:pt x="716" y="32"/>
                    </a:cubicBezTo>
                    <a:cubicBezTo>
                      <a:pt x="723" y="44"/>
                      <a:pt x="717" y="62"/>
                      <a:pt x="726" y="73"/>
                    </a:cubicBezTo>
                    <a:cubicBezTo>
                      <a:pt x="723" y="77"/>
                      <a:pt x="718" y="80"/>
                      <a:pt x="712" y="80"/>
                    </a:cubicBezTo>
                    <a:cubicBezTo>
                      <a:pt x="706" y="80"/>
                      <a:pt x="706" y="78"/>
                      <a:pt x="701" y="80"/>
                    </a:cubicBezTo>
                    <a:cubicBezTo>
                      <a:pt x="694" y="87"/>
                      <a:pt x="679" y="92"/>
                      <a:pt x="679" y="109"/>
                    </a:cubicBezTo>
                    <a:cubicBezTo>
                      <a:pt x="679" y="110"/>
                      <a:pt x="680" y="112"/>
                      <a:pt x="681" y="113"/>
                    </a:cubicBezTo>
                    <a:cubicBezTo>
                      <a:pt x="681" y="115"/>
                      <a:pt x="683" y="121"/>
                      <a:pt x="686" y="121"/>
                    </a:cubicBezTo>
                    <a:cubicBezTo>
                      <a:pt x="687" y="121"/>
                      <a:pt x="690" y="118"/>
                      <a:pt x="690" y="118"/>
                    </a:cubicBezTo>
                    <a:cubicBezTo>
                      <a:pt x="690" y="121"/>
                      <a:pt x="690" y="121"/>
                      <a:pt x="690" y="121"/>
                    </a:cubicBezTo>
                    <a:cubicBezTo>
                      <a:pt x="685" y="122"/>
                      <a:pt x="678" y="124"/>
                      <a:pt x="676" y="122"/>
                    </a:cubicBezTo>
                    <a:cubicBezTo>
                      <a:pt x="667" y="129"/>
                      <a:pt x="652" y="126"/>
                      <a:pt x="643" y="132"/>
                    </a:cubicBezTo>
                    <a:cubicBezTo>
                      <a:pt x="648" y="132"/>
                      <a:pt x="648" y="132"/>
                      <a:pt x="648" y="132"/>
                    </a:cubicBezTo>
                    <a:cubicBezTo>
                      <a:pt x="652" y="132"/>
                      <a:pt x="656" y="129"/>
                      <a:pt x="659" y="132"/>
                    </a:cubicBezTo>
                    <a:cubicBezTo>
                      <a:pt x="653" y="134"/>
                      <a:pt x="648" y="134"/>
                      <a:pt x="642" y="134"/>
                    </a:cubicBezTo>
                    <a:cubicBezTo>
                      <a:pt x="641" y="134"/>
                      <a:pt x="639" y="133"/>
                      <a:pt x="638" y="133"/>
                    </a:cubicBezTo>
                    <a:cubicBezTo>
                      <a:pt x="637" y="134"/>
                      <a:pt x="635" y="135"/>
                      <a:pt x="635" y="137"/>
                    </a:cubicBezTo>
                    <a:cubicBezTo>
                      <a:pt x="635" y="139"/>
                      <a:pt x="639" y="142"/>
                      <a:pt x="639" y="142"/>
                    </a:cubicBezTo>
                    <a:cubicBezTo>
                      <a:pt x="638" y="145"/>
                      <a:pt x="630" y="161"/>
                      <a:pt x="627" y="161"/>
                    </a:cubicBezTo>
                    <a:cubicBezTo>
                      <a:pt x="626" y="161"/>
                      <a:pt x="625" y="158"/>
                      <a:pt x="624" y="157"/>
                    </a:cubicBezTo>
                    <a:cubicBezTo>
                      <a:pt x="622" y="159"/>
                      <a:pt x="622" y="159"/>
                      <a:pt x="622" y="159"/>
                    </a:cubicBezTo>
                    <a:cubicBezTo>
                      <a:pt x="623" y="163"/>
                      <a:pt x="626" y="164"/>
                      <a:pt x="626" y="168"/>
                    </a:cubicBezTo>
                    <a:cubicBezTo>
                      <a:pt x="626" y="170"/>
                      <a:pt x="617" y="186"/>
                      <a:pt x="615" y="186"/>
                    </a:cubicBezTo>
                    <a:cubicBezTo>
                      <a:pt x="615" y="186"/>
                      <a:pt x="614" y="184"/>
                      <a:pt x="614" y="183"/>
                    </a:cubicBezTo>
                    <a:cubicBezTo>
                      <a:pt x="614" y="181"/>
                      <a:pt x="614" y="180"/>
                      <a:pt x="614" y="178"/>
                    </a:cubicBezTo>
                    <a:cubicBezTo>
                      <a:pt x="614" y="175"/>
                      <a:pt x="610" y="168"/>
                      <a:pt x="609" y="164"/>
                    </a:cubicBezTo>
                    <a:cubicBezTo>
                      <a:pt x="608" y="166"/>
                      <a:pt x="608" y="170"/>
                      <a:pt x="608" y="170"/>
                    </a:cubicBezTo>
                    <a:cubicBezTo>
                      <a:pt x="608" y="173"/>
                      <a:pt x="611" y="181"/>
                      <a:pt x="611" y="185"/>
                    </a:cubicBezTo>
                    <a:cubicBezTo>
                      <a:pt x="611" y="189"/>
                      <a:pt x="608" y="189"/>
                      <a:pt x="611" y="192"/>
                    </a:cubicBezTo>
                    <a:cubicBezTo>
                      <a:pt x="612" y="192"/>
                      <a:pt x="613" y="192"/>
                      <a:pt x="614" y="192"/>
                    </a:cubicBezTo>
                    <a:cubicBezTo>
                      <a:pt x="614" y="193"/>
                      <a:pt x="614" y="195"/>
                      <a:pt x="614" y="196"/>
                    </a:cubicBezTo>
                    <a:cubicBezTo>
                      <a:pt x="614" y="200"/>
                      <a:pt x="610" y="201"/>
                      <a:pt x="608" y="201"/>
                    </a:cubicBezTo>
                    <a:cubicBezTo>
                      <a:pt x="610" y="205"/>
                      <a:pt x="612" y="205"/>
                      <a:pt x="614" y="205"/>
                    </a:cubicBezTo>
                    <a:cubicBezTo>
                      <a:pt x="613" y="210"/>
                      <a:pt x="611" y="210"/>
                      <a:pt x="607" y="210"/>
                    </a:cubicBezTo>
                    <a:cubicBezTo>
                      <a:pt x="607" y="213"/>
                      <a:pt x="607" y="213"/>
                      <a:pt x="607" y="213"/>
                    </a:cubicBezTo>
                    <a:cubicBezTo>
                      <a:pt x="612" y="216"/>
                      <a:pt x="612" y="216"/>
                      <a:pt x="612" y="216"/>
                    </a:cubicBezTo>
                    <a:cubicBezTo>
                      <a:pt x="611" y="218"/>
                      <a:pt x="610" y="221"/>
                      <a:pt x="607" y="221"/>
                    </a:cubicBezTo>
                    <a:cubicBezTo>
                      <a:pt x="602" y="222"/>
                      <a:pt x="600" y="226"/>
                      <a:pt x="596" y="226"/>
                    </a:cubicBezTo>
                    <a:cubicBezTo>
                      <a:pt x="591" y="228"/>
                      <a:pt x="591" y="230"/>
                      <a:pt x="589" y="232"/>
                    </a:cubicBezTo>
                    <a:lnTo>
                      <a:pt x="590" y="2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8" name="Freeform 50">
                <a:extLst>
                  <a:ext uri="{FF2B5EF4-FFF2-40B4-BE49-F238E27FC236}">
                    <a16:creationId xmlns:a16="http://schemas.microsoft.com/office/drawing/2014/main" id="{E3305D16-CD36-0341-7DD1-D624177C2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413" y="1400175"/>
                <a:ext cx="1425575" cy="736600"/>
              </a:xfrm>
              <a:custGeom>
                <a:avLst/>
                <a:gdLst/>
                <a:ahLst/>
                <a:cxnLst>
                  <a:cxn ang="0">
                    <a:pos x="950" y="501"/>
                  </a:cxn>
                  <a:cxn ang="0">
                    <a:pos x="950" y="527"/>
                  </a:cxn>
                  <a:cxn ang="0">
                    <a:pos x="955" y="469"/>
                  </a:cxn>
                  <a:cxn ang="0">
                    <a:pos x="944" y="436"/>
                  </a:cxn>
                  <a:cxn ang="0">
                    <a:pos x="982" y="418"/>
                  </a:cxn>
                  <a:cxn ang="0">
                    <a:pos x="1060" y="356"/>
                  </a:cxn>
                  <a:cxn ang="0">
                    <a:pos x="1050" y="346"/>
                  </a:cxn>
                  <a:cxn ang="0">
                    <a:pos x="991" y="310"/>
                  </a:cxn>
                  <a:cxn ang="0">
                    <a:pos x="965" y="247"/>
                  </a:cxn>
                  <a:cxn ang="0">
                    <a:pos x="908" y="267"/>
                  </a:cxn>
                  <a:cxn ang="0">
                    <a:pos x="831" y="204"/>
                  </a:cxn>
                  <a:cxn ang="0">
                    <a:pos x="794" y="247"/>
                  </a:cxn>
                  <a:cxn ang="0">
                    <a:pos x="783" y="387"/>
                  </a:cxn>
                  <a:cxn ang="0">
                    <a:pos x="726" y="334"/>
                  </a:cxn>
                  <a:cxn ang="0">
                    <a:pos x="607" y="306"/>
                  </a:cxn>
                  <a:cxn ang="0">
                    <a:pos x="595" y="216"/>
                  </a:cxn>
                  <a:cxn ang="0">
                    <a:pos x="633" y="178"/>
                  </a:cxn>
                  <a:cxn ang="0">
                    <a:pos x="675" y="146"/>
                  </a:cxn>
                  <a:cxn ang="0">
                    <a:pos x="686" y="127"/>
                  </a:cxn>
                  <a:cxn ang="0">
                    <a:pos x="722" y="120"/>
                  </a:cxn>
                  <a:cxn ang="0">
                    <a:pos x="746" y="61"/>
                  </a:cxn>
                  <a:cxn ang="0">
                    <a:pos x="702" y="67"/>
                  </a:cxn>
                  <a:cxn ang="0">
                    <a:pos x="665" y="74"/>
                  </a:cxn>
                  <a:cxn ang="0">
                    <a:pos x="625" y="55"/>
                  </a:cxn>
                  <a:cxn ang="0">
                    <a:pos x="574" y="0"/>
                  </a:cxn>
                  <a:cxn ang="0">
                    <a:pos x="555" y="38"/>
                  </a:cxn>
                  <a:cxn ang="0">
                    <a:pos x="567" y="98"/>
                  </a:cxn>
                  <a:cxn ang="0">
                    <a:pos x="492" y="92"/>
                  </a:cxn>
                  <a:cxn ang="0">
                    <a:pos x="430" y="75"/>
                  </a:cxn>
                  <a:cxn ang="0">
                    <a:pos x="387" y="89"/>
                  </a:cxn>
                  <a:cxn ang="0">
                    <a:pos x="333" y="81"/>
                  </a:cxn>
                  <a:cxn ang="0">
                    <a:pos x="202" y="42"/>
                  </a:cxn>
                  <a:cxn ang="0">
                    <a:pos x="138" y="40"/>
                  </a:cxn>
                  <a:cxn ang="0">
                    <a:pos x="61" y="70"/>
                  </a:cxn>
                  <a:cxn ang="0">
                    <a:pos x="0" y="242"/>
                  </a:cxn>
                  <a:cxn ang="0">
                    <a:pos x="67" y="253"/>
                  </a:cxn>
                  <a:cxn ang="0">
                    <a:pos x="124" y="316"/>
                  </a:cxn>
                  <a:cxn ang="0">
                    <a:pos x="136" y="366"/>
                  </a:cxn>
                  <a:cxn ang="0">
                    <a:pos x="181" y="413"/>
                  </a:cxn>
                  <a:cxn ang="0">
                    <a:pos x="224" y="440"/>
                  </a:cxn>
                  <a:cxn ang="0">
                    <a:pos x="610" y="446"/>
                  </a:cxn>
                  <a:cxn ang="0">
                    <a:pos x="676" y="453"/>
                  </a:cxn>
                  <a:cxn ang="0">
                    <a:pos x="705" y="477"/>
                  </a:cxn>
                  <a:cxn ang="0">
                    <a:pos x="759" y="512"/>
                  </a:cxn>
                  <a:cxn ang="0">
                    <a:pos x="732" y="553"/>
                  </a:cxn>
                  <a:cxn ang="0">
                    <a:pos x="772" y="543"/>
                  </a:cxn>
                  <a:cxn ang="0">
                    <a:pos x="814" y="519"/>
                  </a:cxn>
                  <a:cxn ang="0">
                    <a:pos x="879" y="498"/>
                  </a:cxn>
                  <a:cxn ang="0">
                    <a:pos x="928" y="505"/>
                  </a:cxn>
                </a:cxnLst>
                <a:rect l="0" t="0" r="r" b="b"/>
                <a:pathLst>
                  <a:path w="1071" h="553">
                    <a:moveTo>
                      <a:pt x="928" y="503"/>
                    </a:moveTo>
                    <a:cubicBezTo>
                      <a:pt x="928" y="502"/>
                      <a:pt x="928" y="502"/>
                      <a:pt x="928" y="502"/>
                    </a:cubicBezTo>
                    <a:cubicBezTo>
                      <a:pt x="928" y="502"/>
                      <a:pt x="931" y="502"/>
                      <a:pt x="932" y="502"/>
                    </a:cubicBezTo>
                    <a:cubicBezTo>
                      <a:pt x="935" y="502"/>
                      <a:pt x="946" y="504"/>
                      <a:pt x="950" y="501"/>
                    </a:cubicBezTo>
                    <a:cubicBezTo>
                      <a:pt x="954" y="498"/>
                      <a:pt x="954" y="493"/>
                      <a:pt x="960" y="492"/>
                    </a:cubicBezTo>
                    <a:cubicBezTo>
                      <a:pt x="960" y="498"/>
                      <a:pt x="960" y="499"/>
                      <a:pt x="967" y="499"/>
                    </a:cubicBezTo>
                    <a:cubicBezTo>
                      <a:pt x="957" y="500"/>
                      <a:pt x="941" y="507"/>
                      <a:pt x="941" y="516"/>
                    </a:cubicBezTo>
                    <a:cubicBezTo>
                      <a:pt x="941" y="520"/>
                      <a:pt x="947" y="527"/>
                      <a:pt x="950" y="527"/>
                    </a:cubicBezTo>
                    <a:cubicBezTo>
                      <a:pt x="953" y="527"/>
                      <a:pt x="961" y="516"/>
                      <a:pt x="970" y="513"/>
                    </a:cubicBezTo>
                    <a:cubicBezTo>
                      <a:pt x="972" y="513"/>
                      <a:pt x="1003" y="501"/>
                      <a:pt x="1003" y="497"/>
                    </a:cubicBezTo>
                    <a:cubicBezTo>
                      <a:pt x="1003" y="493"/>
                      <a:pt x="991" y="492"/>
                      <a:pt x="988" y="492"/>
                    </a:cubicBezTo>
                    <a:cubicBezTo>
                      <a:pt x="976" y="492"/>
                      <a:pt x="955" y="480"/>
                      <a:pt x="955" y="469"/>
                    </a:cubicBezTo>
                    <a:cubicBezTo>
                      <a:pt x="955" y="466"/>
                      <a:pt x="959" y="463"/>
                      <a:pt x="960" y="458"/>
                    </a:cubicBezTo>
                    <a:cubicBezTo>
                      <a:pt x="958" y="458"/>
                      <a:pt x="953" y="457"/>
                      <a:pt x="949" y="457"/>
                    </a:cubicBezTo>
                    <a:cubicBezTo>
                      <a:pt x="951" y="453"/>
                      <a:pt x="967" y="451"/>
                      <a:pt x="967" y="442"/>
                    </a:cubicBezTo>
                    <a:cubicBezTo>
                      <a:pt x="967" y="434"/>
                      <a:pt x="954" y="436"/>
                      <a:pt x="944" y="436"/>
                    </a:cubicBezTo>
                    <a:cubicBezTo>
                      <a:pt x="925" y="436"/>
                      <a:pt x="916" y="449"/>
                      <a:pt x="903" y="451"/>
                    </a:cubicBezTo>
                    <a:cubicBezTo>
                      <a:pt x="909" y="439"/>
                      <a:pt x="918" y="443"/>
                      <a:pt x="928" y="433"/>
                    </a:cubicBezTo>
                    <a:cubicBezTo>
                      <a:pt x="934" y="427"/>
                      <a:pt x="929" y="423"/>
                      <a:pt x="939" y="420"/>
                    </a:cubicBezTo>
                    <a:cubicBezTo>
                      <a:pt x="955" y="415"/>
                      <a:pt x="965" y="418"/>
                      <a:pt x="982" y="418"/>
                    </a:cubicBezTo>
                    <a:cubicBezTo>
                      <a:pt x="1004" y="418"/>
                      <a:pt x="1016" y="425"/>
                      <a:pt x="1029" y="408"/>
                    </a:cubicBezTo>
                    <a:cubicBezTo>
                      <a:pt x="1035" y="400"/>
                      <a:pt x="1071" y="398"/>
                      <a:pt x="1071" y="384"/>
                    </a:cubicBezTo>
                    <a:cubicBezTo>
                      <a:pt x="1071" y="374"/>
                      <a:pt x="1067" y="370"/>
                      <a:pt x="1063" y="363"/>
                    </a:cubicBezTo>
                    <a:cubicBezTo>
                      <a:pt x="1060" y="363"/>
                      <a:pt x="1065" y="359"/>
                      <a:pt x="1060" y="356"/>
                    </a:cubicBezTo>
                    <a:cubicBezTo>
                      <a:pt x="1060" y="351"/>
                      <a:pt x="1060" y="351"/>
                      <a:pt x="1060" y="351"/>
                    </a:cubicBezTo>
                    <a:cubicBezTo>
                      <a:pt x="1050" y="357"/>
                      <a:pt x="1029" y="364"/>
                      <a:pt x="1018" y="364"/>
                    </a:cubicBezTo>
                    <a:cubicBezTo>
                      <a:pt x="1017" y="364"/>
                      <a:pt x="1014" y="363"/>
                      <a:pt x="1014" y="362"/>
                    </a:cubicBezTo>
                    <a:cubicBezTo>
                      <a:pt x="1022" y="358"/>
                      <a:pt x="1047" y="354"/>
                      <a:pt x="1050" y="346"/>
                    </a:cubicBezTo>
                    <a:cubicBezTo>
                      <a:pt x="1050" y="344"/>
                      <a:pt x="1046" y="343"/>
                      <a:pt x="1046" y="341"/>
                    </a:cubicBezTo>
                    <a:cubicBezTo>
                      <a:pt x="1035" y="342"/>
                      <a:pt x="1013" y="337"/>
                      <a:pt x="1013" y="322"/>
                    </a:cubicBezTo>
                    <a:cubicBezTo>
                      <a:pt x="1013" y="321"/>
                      <a:pt x="1013" y="321"/>
                      <a:pt x="1013" y="321"/>
                    </a:cubicBezTo>
                    <a:cubicBezTo>
                      <a:pt x="1003" y="321"/>
                      <a:pt x="997" y="315"/>
                      <a:pt x="991" y="310"/>
                    </a:cubicBezTo>
                    <a:cubicBezTo>
                      <a:pt x="994" y="309"/>
                      <a:pt x="998" y="308"/>
                      <a:pt x="998" y="302"/>
                    </a:cubicBezTo>
                    <a:cubicBezTo>
                      <a:pt x="998" y="298"/>
                      <a:pt x="994" y="295"/>
                      <a:pt x="995" y="290"/>
                    </a:cubicBezTo>
                    <a:cubicBezTo>
                      <a:pt x="991" y="289"/>
                      <a:pt x="977" y="280"/>
                      <a:pt x="980" y="272"/>
                    </a:cubicBezTo>
                    <a:cubicBezTo>
                      <a:pt x="985" y="262"/>
                      <a:pt x="966" y="259"/>
                      <a:pt x="965" y="247"/>
                    </a:cubicBezTo>
                    <a:cubicBezTo>
                      <a:pt x="964" y="247"/>
                      <a:pt x="959" y="243"/>
                      <a:pt x="958" y="242"/>
                    </a:cubicBezTo>
                    <a:cubicBezTo>
                      <a:pt x="954" y="244"/>
                      <a:pt x="947" y="248"/>
                      <a:pt x="947" y="254"/>
                    </a:cubicBezTo>
                    <a:cubicBezTo>
                      <a:pt x="947" y="261"/>
                      <a:pt x="933" y="277"/>
                      <a:pt x="922" y="277"/>
                    </a:cubicBezTo>
                    <a:cubicBezTo>
                      <a:pt x="914" y="277"/>
                      <a:pt x="913" y="267"/>
                      <a:pt x="908" y="267"/>
                    </a:cubicBezTo>
                    <a:cubicBezTo>
                      <a:pt x="900" y="267"/>
                      <a:pt x="897" y="246"/>
                      <a:pt x="896" y="236"/>
                    </a:cubicBezTo>
                    <a:cubicBezTo>
                      <a:pt x="894" y="224"/>
                      <a:pt x="870" y="233"/>
                      <a:pt x="870" y="216"/>
                    </a:cubicBezTo>
                    <a:cubicBezTo>
                      <a:pt x="858" y="215"/>
                      <a:pt x="855" y="200"/>
                      <a:pt x="843" y="200"/>
                    </a:cubicBezTo>
                    <a:cubicBezTo>
                      <a:pt x="837" y="200"/>
                      <a:pt x="837" y="204"/>
                      <a:pt x="831" y="204"/>
                    </a:cubicBezTo>
                    <a:cubicBezTo>
                      <a:pt x="818" y="204"/>
                      <a:pt x="810" y="197"/>
                      <a:pt x="797" y="197"/>
                    </a:cubicBezTo>
                    <a:cubicBezTo>
                      <a:pt x="791" y="197"/>
                      <a:pt x="784" y="200"/>
                      <a:pt x="784" y="208"/>
                    </a:cubicBezTo>
                    <a:cubicBezTo>
                      <a:pt x="784" y="212"/>
                      <a:pt x="800" y="218"/>
                      <a:pt x="786" y="227"/>
                    </a:cubicBezTo>
                    <a:cubicBezTo>
                      <a:pt x="780" y="231"/>
                      <a:pt x="794" y="241"/>
                      <a:pt x="794" y="247"/>
                    </a:cubicBezTo>
                    <a:cubicBezTo>
                      <a:pt x="796" y="260"/>
                      <a:pt x="783" y="264"/>
                      <a:pt x="778" y="266"/>
                    </a:cubicBezTo>
                    <a:cubicBezTo>
                      <a:pt x="788" y="283"/>
                      <a:pt x="803" y="289"/>
                      <a:pt x="803" y="318"/>
                    </a:cubicBezTo>
                    <a:cubicBezTo>
                      <a:pt x="803" y="326"/>
                      <a:pt x="777" y="346"/>
                      <a:pt x="768" y="347"/>
                    </a:cubicBezTo>
                    <a:cubicBezTo>
                      <a:pt x="783" y="355"/>
                      <a:pt x="777" y="379"/>
                      <a:pt x="783" y="387"/>
                    </a:cubicBezTo>
                    <a:cubicBezTo>
                      <a:pt x="782" y="389"/>
                      <a:pt x="776" y="392"/>
                      <a:pt x="775" y="397"/>
                    </a:cubicBezTo>
                    <a:cubicBezTo>
                      <a:pt x="770" y="397"/>
                      <a:pt x="766" y="406"/>
                      <a:pt x="762" y="403"/>
                    </a:cubicBezTo>
                    <a:cubicBezTo>
                      <a:pt x="751" y="394"/>
                      <a:pt x="736" y="380"/>
                      <a:pt x="736" y="367"/>
                    </a:cubicBezTo>
                    <a:cubicBezTo>
                      <a:pt x="736" y="353"/>
                      <a:pt x="738" y="342"/>
                      <a:pt x="726" y="334"/>
                    </a:cubicBezTo>
                    <a:cubicBezTo>
                      <a:pt x="697" y="334"/>
                      <a:pt x="697" y="334"/>
                      <a:pt x="697" y="334"/>
                    </a:cubicBezTo>
                    <a:cubicBezTo>
                      <a:pt x="681" y="322"/>
                      <a:pt x="662" y="315"/>
                      <a:pt x="643" y="308"/>
                    </a:cubicBezTo>
                    <a:cubicBezTo>
                      <a:pt x="640" y="306"/>
                      <a:pt x="629" y="299"/>
                      <a:pt x="623" y="299"/>
                    </a:cubicBezTo>
                    <a:cubicBezTo>
                      <a:pt x="617" y="299"/>
                      <a:pt x="614" y="306"/>
                      <a:pt x="607" y="306"/>
                    </a:cubicBezTo>
                    <a:cubicBezTo>
                      <a:pt x="607" y="295"/>
                      <a:pt x="600" y="270"/>
                      <a:pt x="590" y="270"/>
                    </a:cubicBezTo>
                    <a:cubicBezTo>
                      <a:pt x="586" y="270"/>
                      <a:pt x="584" y="274"/>
                      <a:pt x="579" y="275"/>
                    </a:cubicBezTo>
                    <a:cubicBezTo>
                      <a:pt x="581" y="269"/>
                      <a:pt x="579" y="268"/>
                      <a:pt x="579" y="255"/>
                    </a:cubicBezTo>
                    <a:cubicBezTo>
                      <a:pt x="579" y="237"/>
                      <a:pt x="584" y="227"/>
                      <a:pt x="595" y="216"/>
                    </a:cubicBezTo>
                    <a:cubicBezTo>
                      <a:pt x="598" y="213"/>
                      <a:pt x="606" y="196"/>
                      <a:pt x="609" y="194"/>
                    </a:cubicBezTo>
                    <a:cubicBezTo>
                      <a:pt x="617" y="192"/>
                      <a:pt x="630" y="196"/>
                      <a:pt x="630" y="186"/>
                    </a:cubicBezTo>
                    <a:cubicBezTo>
                      <a:pt x="630" y="179"/>
                      <a:pt x="613" y="178"/>
                      <a:pt x="607" y="175"/>
                    </a:cubicBezTo>
                    <a:cubicBezTo>
                      <a:pt x="611" y="176"/>
                      <a:pt x="597" y="167"/>
                      <a:pt x="633" y="178"/>
                    </a:cubicBezTo>
                    <a:cubicBezTo>
                      <a:pt x="643" y="181"/>
                      <a:pt x="637" y="169"/>
                      <a:pt x="642" y="169"/>
                    </a:cubicBezTo>
                    <a:cubicBezTo>
                      <a:pt x="643" y="169"/>
                      <a:pt x="647" y="169"/>
                      <a:pt x="652" y="169"/>
                    </a:cubicBezTo>
                    <a:cubicBezTo>
                      <a:pt x="662" y="169"/>
                      <a:pt x="668" y="158"/>
                      <a:pt x="675" y="153"/>
                    </a:cubicBezTo>
                    <a:cubicBezTo>
                      <a:pt x="675" y="146"/>
                      <a:pt x="675" y="146"/>
                      <a:pt x="675" y="146"/>
                    </a:cubicBezTo>
                    <a:cubicBezTo>
                      <a:pt x="660" y="142"/>
                      <a:pt x="645" y="145"/>
                      <a:pt x="639" y="131"/>
                    </a:cubicBezTo>
                    <a:cubicBezTo>
                      <a:pt x="639" y="131"/>
                      <a:pt x="643" y="131"/>
                      <a:pt x="647" y="131"/>
                    </a:cubicBezTo>
                    <a:cubicBezTo>
                      <a:pt x="652" y="135"/>
                      <a:pt x="658" y="141"/>
                      <a:pt x="666" y="141"/>
                    </a:cubicBezTo>
                    <a:cubicBezTo>
                      <a:pt x="673" y="141"/>
                      <a:pt x="686" y="132"/>
                      <a:pt x="686" y="127"/>
                    </a:cubicBezTo>
                    <a:cubicBezTo>
                      <a:pt x="686" y="125"/>
                      <a:pt x="680" y="117"/>
                      <a:pt x="683" y="117"/>
                    </a:cubicBezTo>
                    <a:cubicBezTo>
                      <a:pt x="693" y="117"/>
                      <a:pt x="696" y="126"/>
                      <a:pt x="703" y="126"/>
                    </a:cubicBezTo>
                    <a:cubicBezTo>
                      <a:pt x="707" y="126"/>
                      <a:pt x="709" y="123"/>
                      <a:pt x="717" y="123"/>
                    </a:cubicBezTo>
                    <a:cubicBezTo>
                      <a:pt x="715" y="120"/>
                      <a:pt x="717" y="112"/>
                      <a:pt x="722" y="120"/>
                    </a:cubicBezTo>
                    <a:cubicBezTo>
                      <a:pt x="725" y="125"/>
                      <a:pt x="748" y="105"/>
                      <a:pt x="748" y="100"/>
                    </a:cubicBezTo>
                    <a:cubicBezTo>
                      <a:pt x="748" y="96"/>
                      <a:pt x="738" y="91"/>
                      <a:pt x="738" y="89"/>
                    </a:cubicBezTo>
                    <a:cubicBezTo>
                      <a:pt x="738" y="85"/>
                      <a:pt x="732" y="78"/>
                      <a:pt x="746" y="72"/>
                    </a:cubicBezTo>
                    <a:cubicBezTo>
                      <a:pt x="748" y="68"/>
                      <a:pt x="746" y="68"/>
                      <a:pt x="746" y="61"/>
                    </a:cubicBezTo>
                    <a:cubicBezTo>
                      <a:pt x="732" y="61"/>
                      <a:pt x="735" y="50"/>
                      <a:pt x="717" y="50"/>
                    </a:cubicBezTo>
                    <a:cubicBezTo>
                      <a:pt x="713" y="49"/>
                      <a:pt x="710" y="47"/>
                      <a:pt x="706" y="47"/>
                    </a:cubicBezTo>
                    <a:cubicBezTo>
                      <a:pt x="701" y="47"/>
                      <a:pt x="695" y="50"/>
                      <a:pt x="695" y="55"/>
                    </a:cubicBezTo>
                    <a:cubicBezTo>
                      <a:pt x="695" y="61"/>
                      <a:pt x="702" y="63"/>
                      <a:pt x="702" y="67"/>
                    </a:cubicBezTo>
                    <a:cubicBezTo>
                      <a:pt x="702" y="72"/>
                      <a:pt x="692" y="72"/>
                      <a:pt x="689" y="76"/>
                    </a:cubicBezTo>
                    <a:cubicBezTo>
                      <a:pt x="686" y="84"/>
                      <a:pt x="687" y="90"/>
                      <a:pt x="681" y="98"/>
                    </a:cubicBezTo>
                    <a:cubicBezTo>
                      <a:pt x="671" y="110"/>
                      <a:pt x="658" y="90"/>
                      <a:pt x="658" y="85"/>
                    </a:cubicBezTo>
                    <a:cubicBezTo>
                      <a:pt x="658" y="79"/>
                      <a:pt x="665" y="81"/>
                      <a:pt x="665" y="74"/>
                    </a:cubicBezTo>
                    <a:cubicBezTo>
                      <a:pt x="665" y="71"/>
                      <a:pt x="652" y="59"/>
                      <a:pt x="649" y="59"/>
                    </a:cubicBezTo>
                    <a:cubicBezTo>
                      <a:pt x="636" y="59"/>
                      <a:pt x="645" y="78"/>
                      <a:pt x="631" y="78"/>
                    </a:cubicBezTo>
                    <a:cubicBezTo>
                      <a:pt x="631" y="70"/>
                      <a:pt x="630" y="65"/>
                      <a:pt x="621" y="60"/>
                    </a:cubicBezTo>
                    <a:cubicBezTo>
                      <a:pt x="622" y="58"/>
                      <a:pt x="623" y="57"/>
                      <a:pt x="625" y="55"/>
                    </a:cubicBezTo>
                    <a:cubicBezTo>
                      <a:pt x="618" y="51"/>
                      <a:pt x="609" y="55"/>
                      <a:pt x="603" y="48"/>
                    </a:cubicBezTo>
                    <a:cubicBezTo>
                      <a:pt x="606" y="47"/>
                      <a:pt x="614" y="44"/>
                      <a:pt x="614" y="38"/>
                    </a:cubicBezTo>
                    <a:cubicBezTo>
                      <a:pt x="614" y="29"/>
                      <a:pt x="601" y="30"/>
                      <a:pt x="601" y="23"/>
                    </a:cubicBezTo>
                    <a:cubicBezTo>
                      <a:pt x="601" y="10"/>
                      <a:pt x="591" y="1"/>
                      <a:pt x="574" y="0"/>
                    </a:cubicBezTo>
                    <a:cubicBezTo>
                      <a:pt x="565" y="0"/>
                      <a:pt x="569" y="6"/>
                      <a:pt x="569" y="10"/>
                    </a:cubicBezTo>
                    <a:cubicBezTo>
                      <a:pt x="564" y="11"/>
                      <a:pt x="557" y="10"/>
                      <a:pt x="557" y="17"/>
                    </a:cubicBezTo>
                    <a:cubicBezTo>
                      <a:pt x="557" y="21"/>
                      <a:pt x="561" y="23"/>
                      <a:pt x="561" y="28"/>
                    </a:cubicBezTo>
                    <a:cubicBezTo>
                      <a:pt x="561" y="32"/>
                      <a:pt x="555" y="32"/>
                      <a:pt x="555" y="38"/>
                    </a:cubicBezTo>
                    <a:cubicBezTo>
                      <a:pt x="555" y="52"/>
                      <a:pt x="585" y="44"/>
                      <a:pt x="585" y="59"/>
                    </a:cubicBezTo>
                    <a:cubicBezTo>
                      <a:pt x="585" y="61"/>
                      <a:pt x="581" y="72"/>
                      <a:pt x="581" y="72"/>
                    </a:cubicBezTo>
                    <a:cubicBezTo>
                      <a:pt x="584" y="70"/>
                      <a:pt x="587" y="69"/>
                      <a:pt x="591" y="67"/>
                    </a:cubicBezTo>
                    <a:cubicBezTo>
                      <a:pt x="596" y="85"/>
                      <a:pt x="567" y="77"/>
                      <a:pt x="567" y="98"/>
                    </a:cubicBezTo>
                    <a:cubicBezTo>
                      <a:pt x="553" y="102"/>
                      <a:pt x="564" y="88"/>
                      <a:pt x="561" y="83"/>
                    </a:cubicBezTo>
                    <a:cubicBezTo>
                      <a:pt x="559" y="81"/>
                      <a:pt x="547" y="78"/>
                      <a:pt x="541" y="78"/>
                    </a:cubicBezTo>
                    <a:cubicBezTo>
                      <a:pt x="533" y="78"/>
                      <a:pt x="530" y="82"/>
                      <a:pt x="530" y="92"/>
                    </a:cubicBezTo>
                    <a:cubicBezTo>
                      <a:pt x="522" y="91"/>
                      <a:pt x="517" y="92"/>
                      <a:pt x="492" y="92"/>
                    </a:cubicBezTo>
                    <a:cubicBezTo>
                      <a:pt x="468" y="92"/>
                      <a:pt x="441" y="83"/>
                      <a:pt x="435" y="65"/>
                    </a:cubicBezTo>
                    <a:cubicBezTo>
                      <a:pt x="427" y="67"/>
                      <a:pt x="400" y="68"/>
                      <a:pt x="400" y="78"/>
                    </a:cubicBezTo>
                    <a:cubicBezTo>
                      <a:pt x="400" y="81"/>
                      <a:pt x="403" y="82"/>
                      <a:pt x="406" y="82"/>
                    </a:cubicBezTo>
                    <a:cubicBezTo>
                      <a:pt x="413" y="82"/>
                      <a:pt x="425" y="79"/>
                      <a:pt x="430" y="75"/>
                    </a:cubicBezTo>
                    <a:cubicBezTo>
                      <a:pt x="432" y="90"/>
                      <a:pt x="409" y="78"/>
                      <a:pt x="409" y="93"/>
                    </a:cubicBezTo>
                    <a:cubicBezTo>
                      <a:pt x="409" y="96"/>
                      <a:pt x="414" y="106"/>
                      <a:pt x="412" y="106"/>
                    </a:cubicBezTo>
                    <a:cubicBezTo>
                      <a:pt x="403" y="106"/>
                      <a:pt x="401" y="95"/>
                      <a:pt x="394" y="92"/>
                    </a:cubicBezTo>
                    <a:cubicBezTo>
                      <a:pt x="387" y="89"/>
                      <a:pt x="387" y="89"/>
                      <a:pt x="387" y="89"/>
                    </a:cubicBezTo>
                    <a:cubicBezTo>
                      <a:pt x="377" y="89"/>
                      <a:pt x="370" y="89"/>
                      <a:pt x="359" y="89"/>
                    </a:cubicBezTo>
                    <a:cubicBezTo>
                      <a:pt x="350" y="89"/>
                      <a:pt x="344" y="92"/>
                      <a:pt x="335" y="93"/>
                    </a:cubicBezTo>
                    <a:cubicBezTo>
                      <a:pt x="317" y="93"/>
                      <a:pt x="317" y="87"/>
                      <a:pt x="317" y="86"/>
                    </a:cubicBezTo>
                    <a:cubicBezTo>
                      <a:pt x="317" y="82"/>
                      <a:pt x="331" y="83"/>
                      <a:pt x="333" y="81"/>
                    </a:cubicBezTo>
                    <a:cubicBezTo>
                      <a:pt x="321" y="64"/>
                      <a:pt x="323" y="66"/>
                      <a:pt x="298" y="68"/>
                    </a:cubicBezTo>
                    <a:cubicBezTo>
                      <a:pt x="271" y="70"/>
                      <a:pt x="258" y="48"/>
                      <a:pt x="231" y="48"/>
                    </a:cubicBezTo>
                    <a:cubicBezTo>
                      <a:pt x="223" y="48"/>
                      <a:pt x="219" y="54"/>
                      <a:pt x="212" y="54"/>
                    </a:cubicBezTo>
                    <a:cubicBezTo>
                      <a:pt x="207" y="54"/>
                      <a:pt x="202" y="46"/>
                      <a:pt x="202" y="42"/>
                    </a:cubicBezTo>
                    <a:cubicBezTo>
                      <a:pt x="193" y="44"/>
                      <a:pt x="193" y="54"/>
                      <a:pt x="184" y="54"/>
                    </a:cubicBezTo>
                    <a:cubicBezTo>
                      <a:pt x="176" y="54"/>
                      <a:pt x="164" y="34"/>
                      <a:pt x="161" y="34"/>
                    </a:cubicBezTo>
                    <a:cubicBezTo>
                      <a:pt x="153" y="34"/>
                      <a:pt x="156" y="47"/>
                      <a:pt x="146" y="47"/>
                    </a:cubicBezTo>
                    <a:cubicBezTo>
                      <a:pt x="143" y="47"/>
                      <a:pt x="140" y="44"/>
                      <a:pt x="138" y="40"/>
                    </a:cubicBezTo>
                    <a:cubicBezTo>
                      <a:pt x="125" y="44"/>
                      <a:pt x="120" y="44"/>
                      <a:pt x="108" y="49"/>
                    </a:cubicBezTo>
                    <a:cubicBezTo>
                      <a:pt x="103" y="50"/>
                      <a:pt x="91" y="59"/>
                      <a:pt x="87" y="55"/>
                    </a:cubicBezTo>
                    <a:cubicBezTo>
                      <a:pt x="76" y="44"/>
                      <a:pt x="78" y="58"/>
                      <a:pt x="74" y="58"/>
                    </a:cubicBezTo>
                    <a:cubicBezTo>
                      <a:pt x="45" y="59"/>
                      <a:pt x="65" y="70"/>
                      <a:pt x="61" y="70"/>
                    </a:cubicBezTo>
                    <a:cubicBezTo>
                      <a:pt x="50" y="70"/>
                      <a:pt x="30" y="67"/>
                      <a:pt x="12" y="56"/>
                    </a:cubicBezTo>
                    <a:cubicBezTo>
                      <a:pt x="11" y="56"/>
                      <a:pt x="6" y="52"/>
                      <a:pt x="6" y="51"/>
                    </a:cubicBezTo>
                    <a:cubicBezTo>
                      <a:pt x="3" y="52"/>
                      <a:pt x="5" y="52"/>
                      <a:pt x="0" y="51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6" y="247"/>
                      <a:pt x="19" y="240"/>
                      <a:pt x="25" y="248"/>
                    </a:cubicBezTo>
                    <a:cubicBezTo>
                      <a:pt x="29" y="254"/>
                      <a:pt x="38" y="266"/>
                      <a:pt x="47" y="266"/>
                    </a:cubicBezTo>
                    <a:cubicBezTo>
                      <a:pt x="53" y="266"/>
                      <a:pt x="53" y="257"/>
                      <a:pt x="59" y="255"/>
                    </a:cubicBezTo>
                    <a:cubicBezTo>
                      <a:pt x="62" y="254"/>
                      <a:pt x="64" y="255"/>
                      <a:pt x="67" y="253"/>
                    </a:cubicBezTo>
                    <a:cubicBezTo>
                      <a:pt x="81" y="266"/>
                      <a:pt x="87" y="271"/>
                      <a:pt x="99" y="288"/>
                    </a:cubicBezTo>
                    <a:cubicBezTo>
                      <a:pt x="100" y="290"/>
                      <a:pt x="103" y="291"/>
                      <a:pt x="105" y="295"/>
                    </a:cubicBezTo>
                    <a:cubicBezTo>
                      <a:pt x="106" y="300"/>
                      <a:pt x="108" y="306"/>
                      <a:pt x="113" y="311"/>
                    </a:cubicBezTo>
                    <a:cubicBezTo>
                      <a:pt x="116" y="314"/>
                      <a:pt x="121" y="313"/>
                      <a:pt x="124" y="316"/>
                    </a:cubicBezTo>
                    <a:cubicBezTo>
                      <a:pt x="128" y="320"/>
                      <a:pt x="135" y="322"/>
                      <a:pt x="135" y="332"/>
                    </a:cubicBezTo>
                    <a:cubicBezTo>
                      <a:pt x="135" y="336"/>
                      <a:pt x="129" y="337"/>
                      <a:pt x="129" y="340"/>
                    </a:cubicBezTo>
                    <a:cubicBezTo>
                      <a:pt x="129" y="343"/>
                      <a:pt x="132" y="344"/>
                      <a:pt x="132" y="347"/>
                    </a:cubicBezTo>
                    <a:cubicBezTo>
                      <a:pt x="132" y="352"/>
                      <a:pt x="130" y="364"/>
                      <a:pt x="136" y="366"/>
                    </a:cubicBezTo>
                    <a:cubicBezTo>
                      <a:pt x="140" y="367"/>
                      <a:pt x="143" y="367"/>
                      <a:pt x="146" y="370"/>
                    </a:cubicBezTo>
                    <a:cubicBezTo>
                      <a:pt x="150" y="373"/>
                      <a:pt x="145" y="379"/>
                      <a:pt x="150" y="383"/>
                    </a:cubicBezTo>
                    <a:cubicBezTo>
                      <a:pt x="150" y="383"/>
                      <a:pt x="162" y="390"/>
                      <a:pt x="162" y="391"/>
                    </a:cubicBezTo>
                    <a:cubicBezTo>
                      <a:pt x="165" y="401"/>
                      <a:pt x="166" y="413"/>
                      <a:pt x="181" y="413"/>
                    </a:cubicBezTo>
                    <a:cubicBezTo>
                      <a:pt x="183" y="422"/>
                      <a:pt x="199" y="416"/>
                      <a:pt x="202" y="428"/>
                    </a:cubicBezTo>
                    <a:cubicBezTo>
                      <a:pt x="204" y="432"/>
                      <a:pt x="215" y="433"/>
                      <a:pt x="219" y="437"/>
                    </a:cubicBezTo>
                    <a:cubicBezTo>
                      <a:pt x="220" y="438"/>
                      <a:pt x="222" y="439"/>
                      <a:pt x="224" y="440"/>
                    </a:cubicBezTo>
                    <a:cubicBezTo>
                      <a:pt x="224" y="440"/>
                      <a:pt x="224" y="440"/>
                      <a:pt x="224" y="440"/>
                    </a:cubicBezTo>
                    <a:cubicBezTo>
                      <a:pt x="577" y="440"/>
                      <a:pt x="577" y="440"/>
                      <a:pt x="577" y="440"/>
                    </a:cubicBezTo>
                    <a:cubicBezTo>
                      <a:pt x="577" y="435"/>
                      <a:pt x="577" y="435"/>
                      <a:pt x="577" y="435"/>
                    </a:cubicBezTo>
                    <a:cubicBezTo>
                      <a:pt x="583" y="439"/>
                      <a:pt x="582" y="443"/>
                      <a:pt x="588" y="446"/>
                    </a:cubicBezTo>
                    <a:cubicBezTo>
                      <a:pt x="610" y="446"/>
                      <a:pt x="610" y="446"/>
                      <a:pt x="610" y="446"/>
                    </a:cubicBezTo>
                    <a:cubicBezTo>
                      <a:pt x="619" y="455"/>
                      <a:pt x="630" y="455"/>
                      <a:pt x="647" y="455"/>
                    </a:cubicBezTo>
                    <a:cubicBezTo>
                      <a:pt x="652" y="453"/>
                      <a:pt x="653" y="455"/>
                      <a:pt x="658" y="452"/>
                    </a:cubicBezTo>
                    <a:cubicBezTo>
                      <a:pt x="662" y="450"/>
                      <a:pt x="661" y="443"/>
                      <a:pt x="665" y="443"/>
                    </a:cubicBezTo>
                    <a:cubicBezTo>
                      <a:pt x="670" y="443"/>
                      <a:pt x="674" y="451"/>
                      <a:pt x="676" y="453"/>
                    </a:cubicBezTo>
                    <a:cubicBezTo>
                      <a:pt x="677" y="451"/>
                      <a:pt x="676" y="448"/>
                      <a:pt x="676" y="447"/>
                    </a:cubicBezTo>
                    <a:cubicBezTo>
                      <a:pt x="677" y="447"/>
                      <a:pt x="678" y="447"/>
                      <a:pt x="680" y="447"/>
                    </a:cubicBezTo>
                    <a:cubicBezTo>
                      <a:pt x="682" y="447"/>
                      <a:pt x="701" y="462"/>
                      <a:pt x="702" y="463"/>
                    </a:cubicBezTo>
                    <a:cubicBezTo>
                      <a:pt x="704" y="469"/>
                      <a:pt x="702" y="473"/>
                      <a:pt x="705" y="477"/>
                    </a:cubicBezTo>
                    <a:cubicBezTo>
                      <a:pt x="715" y="487"/>
                      <a:pt x="729" y="485"/>
                      <a:pt x="740" y="492"/>
                    </a:cubicBezTo>
                    <a:cubicBezTo>
                      <a:pt x="752" y="492"/>
                      <a:pt x="752" y="492"/>
                      <a:pt x="752" y="492"/>
                    </a:cubicBezTo>
                    <a:cubicBezTo>
                      <a:pt x="757" y="495"/>
                      <a:pt x="763" y="500"/>
                      <a:pt x="763" y="506"/>
                    </a:cubicBezTo>
                    <a:cubicBezTo>
                      <a:pt x="763" y="509"/>
                      <a:pt x="762" y="512"/>
                      <a:pt x="759" y="512"/>
                    </a:cubicBezTo>
                    <a:cubicBezTo>
                      <a:pt x="754" y="512"/>
                      <a:pt x="748" y="506"/>
                      <a:pt x="747" y="504"/>
                    </a:cubicBezTo>
                    <a:cubicBezTo>
                      <a:pt x="745" y="511"/>
                      <a:pt x="741" y="532"/>
                      <a:pt x="735" y="532"/>
                    </a:cubicBezTo>
                    <a:cubicBezTo>
                      <a:pt x="730" y="538"/>
                      <a:pt x="725" y="541"/>
                      <a:pt x="725" y="547"/>
                    </a:cubicBezTo>
                    <a:cubicBezTo>
                      <a:pt x="726" y="549"/>
                      <a:pt x="729" y="553"/>
                      <a:pt x="732" y="553"/>
                    </a:cubicBezTo>
                    <a:cubicBezTo>
                      <a:pt x="736" y="553"/>
                      <a:pt x="736" y="550"/>
                      <a:pt x="738" y="548"/>
                    </a:cubicBezTo>
                    <a:cubicBezTo>
                      <a:pt x="742" y="544"/>
                      <a:pt x="748" y="545"/>
                      <a:pt x="755" y="545"/>
                    </a:cubicBezTo>
                    <a:cubicBezTo>
                      <a:pt x="760" y="545"/>
                      <a:pt x="763" y="548"/>
                      <a:pt x="765" y="546"/>
                    </a:cubicBezTo>
                    <a:cubicBezTo>
                      <a:pt x="768" y="545"/>
                      <a:pt x="770" y="544"/>
                      <a:pt x="772" y="543"/>
                    </a:cubicBezTo>
                    <a:cubicBezTo>
                      <a:pt x="772" y="540"/>
                      <a:pt x="771" y="538"/>
                      <a:pt x="770" y="536"/>
                    </a:cubicBezTo>
                    <a:cubicBezTo>
                      <a:pt x="769" y="534"/>
                      <a:pt x="767" y="533"/>
                      <a:pt x="767" y="531"/>
                    </a:cubicBezTo>
                    <a:cubicBezTo>
                      <a:pt x="767" y="529"/>
                      <a:pt x="771" y="528"/>
                      <a:pt x="773" y="528"/>
                    </a:cubicBezTo>
                    <a:cubicBezTo>
                      <a:pt x="782" y="525"/>
                      <a:pt x="803" y="519"/>
                      <a:pt x="814" y="519"/>
                    </a:cubicBezTo>
                    <a:cubicBezTo>
                      <a:pt x="815" y="519"/>
                      <a:pt x="831" y="503"/>
                      <a:pt x="834" y="501"/>
                    </a:cubicBezTo>
                    <a:cubicBezTo>
                      <a:pt x="836" y="499"/>
                      <a:pt x="847" y="500"/>
                      <a:pt x="857" y="500"/>
                    </a:cubicBezTo>
                    <a:cubicBezTo>
                      <a:pt x="861" y="500"/>
                      <a:pt x="864" y="500"/>
                      <a:pt x="868" y="500"/>
                    </a:cubicBezTo>
                    <a:cubicBezTo>
                      <a:pt x="872" y="500"/>
                      <a:pt x="876" y="498"/>
                      <a:pt x="879" y="498"/>
                    </a:cubicBezTo>
                    <a:cubicBezTo>
                      <a:pt x="884" y="497"/>
                      <a:pt x="882" y="496"/>
                      <a:pt x="884" y="494"/>
                    </a:cubicBezTo>
                    <a:cubicBezTo>
                      <a:pt x="892" y="486"/>
                      <a:pt x="892" y="471"/>
                      <a:pt x="903" y="463"/>
                    </a:cubicBezTo>
                    <a:cubicBezTo>
                      <a:pt x="908" y="470"/>
                      <a:pt x="916" y="460"/>
                      <a:pt x="920" y="467"/>
                    </a:cubicBezTo>
                    <a:cubicBezTo>
                      <a:pt x="926" y="478"/>
                      <a:pt x="922" y="494"/>
                      <a:pt x="928" y="505"/>
                    </a:cubicBezTo>
                    <a:lnTo>
                      <a:pt x="928" y="5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79" name="Freeform 51">
                <a:extLst>
                  <a:ext uri="{FF2B5EF4-FFF2-40B4-BE49-F238E27FC236}">
                    <a16:creationId xmlns:a16="http://schemas.microsoft.com/office/drawing/2014/main" id="{1015FC95-A8CC-A368-8B27-F8EC532DE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913" y="1417638"/>
                <a:ext cx="623888" cy="457200"/>
              </a:xfrm>
              <a:custGeom>
                <a:avLst/>
                <a:gdLst/>
                <a:ahLst/>
                <a:cxnLst>
                  <a:cxn ang="0">
                    <a:pos x="334" y="228"/>
                  </a:cxn>
                  <a:cxn ang="0">
                    <a:pos x="381" y="252"/>
                  </a:cxn>
                  <a:cxn ang="0">
                    <a:pos x="401" y="239"/>
                  </a:cxn>
                  <a:cxn ang="0">
                    <a:pos x="439" y="281"/>
                  </a:cxn>
                  <a:cxn ang="0">
                    <a:pos x="458" y="302"/>
                  </a:cxn>
                  <a:cxn ang="0">
                    <a:pos x="463" y="326"/>
                  </a:cxn>
                  <a:cxn ang="0">
                    <a:pos x="440" y="314"/>
                  </a:cxn>
                  <a:cxn ang="0">
                    <a:pos x="427" y="300"/>
                  </a:cxn>
                  <a:cxn ang="0">
                    <a:pos x="426" y="286"/>
                  </a:cxn>
                  <a:cxn ang="0">
                    <a:pos x="414" y="286"/>
                  </a:cxn>
                  <a:cxn ang="0">
                    <a:pos x="412" y="270"/>
                  </a:cxn>
                  <a:cxn ang="0">
                    <a:pos x="390" y="261"/>
                  </a:cxn>
                  <a:cxn ang="0">
                    <a:pos x="363" y="252"/>
                  </a:cxn>
                  <a:cxn ang="0">
                    <a:pos x="299" y="236"/>
                  </a:cxn>
                  <a:cxn ang="0">
                    <a:pos x="240" y="221"/>
                  </a:cxn>
                  <a:cxn ang="0">
                    <a:pos x="200" y="252"/>
                  </a:cxn>
                  <a:cxn ang="0">
                    <a:pos x="199" y="245"/>
                  </a:cxn>
                  <a:cxn ang="0">
                    <a:pos x="218" y="219"/>
                  </a:cxn>
                  <a:cxn ang="0">
                    <a:pos x="213" y="214"/>
                  </a:cxn>
                  <a:cxn ang="0">
                    <a:pos x="173" y="260"/>
                  </a:cxn>
                  <a:cxn ang="0">
                    <a:pos x="143" y="288"/>
                  </a:cxn>
                  <a:cxn ang="0">
                    <a:pos x="79" y="322"/>
                  </a:cxn>
                  <a:cxn ang="0">
                    <a:pos x="57" y="328"/>
                  </a:cxn>
                  <a:cxn ang="0">
                    <a:pos x="92" y="307"/>
                  </a:cxn>
                  <a:cxn ang="0">
                    <a:pos x="148" y="256"/>
                  </a:cxn>
                  <a:cxn ang="0">
                    <a:pos x="125" y="262"/>
                  </a:cxn>
                  <a:cxn ang="0">
                    <a:pos x="110" y="266"/>
                  </a:cxn>
                  <a:cxn ang="0">
                    <a:pos x="88" y="261"/>
                  </a:cxn>
                  <a:cxn ang="0">
                    <a:pos x="76" y="264"/>
                  </a:cxn>
                  <a:cxn ang="0">
                    <a:pos x="72" y="244"/>
                  </a:cxn>
                  <a:cxn ang="0">
                    <a:pos x="60" y="245"/>
                  </a:cxn>
                  <a:cxn ang="0">
                    <a:pos x="37" y="224"/>
                  </a:cxn>
                  <a:cxn ang="0">
                    <a:pos x="52" y="180"/>
                  </a:cxn>
                  <a:cxn ang="0">
                    <a:pos x="79" y="152"/>
                  </a:cxn>
                  <a:cxn ang="0">
                    <a:pos x="85" y="145"/>
                  </a:cxn>
                  <a:cxn ang="0">
                    <a:pos x="60" y="153"/>
                  </a:cxn>
                  <a:cxn ang="0">
                    <a:pos x="18" y="150"/>
                  </a:cxn>
                  <a:cxn ang="0">
                    <a:pos x="13" y="133"/>
                  </a:cxn>
                  <a:cxn ang="0">
                    <a:pos x="40" y="106"/>
                  </a:cxn>
                  <a:cxn ang="0">
                    <a:pos x="64" y="116"/>
                  </a:cxn>
                  <a:cxn ang="0">
                    <a:pos x="50" y="95"/>
                  </a:cxn>
                  <a:cxn ang="0">
                    <a:pos x="13" y="68"/>
                  </a:cxn>
                  <a:cxn ang="0">
                    <a:pos x="44" y="56"/>
                  </a:cxn>
                  <a:cxn ang="0">
                    <a:pos x="117" y="13"/>
                  </a:cxn>
                  <a:cxn ang="0">
                    <a:pos x="150" y="7"/>
                  </a:cxn>
                  <a:cxn ang="0">
                    <a:pos x="157" y="7"/>
                  </a:cxn>
                  <a:cxn ang="0">
                    <a:pos x="189" y="11"/>
                  </a:cxn>
                  <a:cxn ang="0">
                    <a:pos x="236" y="20"/>
                  </a:cxn>
                  <a:cxn ang="0">
                    <a:pos x="307" y="28"/>
                  </a:cxn>
                  <a:cxn ang="0">
                    <a:pos x="334" y="36"/>
                  </a:cxn>
                </a:cxnLst>
                <a:rect l="0" t="0" r="r" b="b"/>
                <a:pathLst>
                  <a:path w="469" h="343">
                    <a:moveTo>
                      <a:pt x="334" y="37"/>
                    </a:moveTo>
                    <a:cubicBezTo>
                      <a:pt x="334" y="228"/>
                      <a:pt x="334" y="228"/>
                      <a:pt x="334" y="228"/>
                    </a:cubicBezTo>
                    <a:cubicBezTo>
                      <a:pt x="340" y="233"/>
                      <a:pt x="353" y="226"/>
                      <a:pt x="359" y="234"/>
                    </a:cubicBezTo>
                    <a:cubicBezTo>
                      <a:pt x="363" y="240"/>
                      <a:pt x="372" y="252"/>
                      <a:pt x="381" y="252"/>
                    </a:cubicBezTo>
                    <a:cubicBezTo>
                      <a:pt x="387" y="252"/>
                      <a:pt x="387" y="243"/>
                      <a:pt x="393" y="241"/>
                    </a:cubicBezTo>
                    <a:cubicBezTo>
                      <a:pt x="396" y="240"/>
                      <a:pt x="398" y="241"/>
                      <a:pt x="401" y="239"/>
                    </a:cubicBezTo>
                    <a:cubicBezTo>
                      <a:pt x="415" y="252"/>
                      <a:pt x="421" y="257"/>
                      <a:pt x="433" y="274"/>
                    </a:cubicBezTo>
                    <a:cubicBezTo>
                      <a:pt x="434" y="276"/>
                      <a:pt x="437" y="277"/>
                      <a:pt x="439" y="281"/>
                    </a:cubicBezTo>
                    <a:cubicBezTo>
                      <a:pt x="440" y="286"/>
                      <a:pt x="442" y="292"/>
                      <a:pt x="447" y="297"/>
                    </a:cubicBezTo>
                    <a:cubicBezTo>
                      <a:pt x="450" y="300"/>
                      <a:pt x="455" y="299"/>
                      <a:pt x="458" y="302"/>
                    </a:cubicBezTo>
                    <a:cubicBezTo>
                      <a:pt x="462" y="306"/>
                      <a:pt x="469" y="308"/>
                      <a:pt x="469" y="318"/>
                    </a:cubicBezTo>
                    <a:cubicBezTo>
                      <a:pt x="469" y="322"/>
                      <a:pt x="463" y="323"/>
                      <a:pt x="463" y="326"/>
                    </a:cubicBezTo>
                    <a:cubicBezTo>
                      <a:pt x="461" y="326"/>
                      <a:pt x="461" y="327"/>
                      <a:pt x="459" y="327"/>
                    </a:cubicBezTo>
                    <a:cubicBezTo>
                      <a:pt x="451" y="327"/>
                      <a:pt x="440" y="318"/>
                      <a:pt x="440" y="314"/>
                    </a:cubicBezTo>
                    <a:cubicBezTo>
                      <a:pt x="440" y="310"/>
                      <a:pt x="440" y="311"/>
                      <a:pt x="440" y="307"/>
                    </a:cubicBezTo>
                    <a:cubicBezTo>
                      <a:pt x="440" y="300"/>
                      <a:pt x="435" y="300"/>
                      <a:pt x="427" y="300"/>
                    </a:cubicBezTo>
                    <a:cubicBezTo>
                      <a:pt x="421" y="300"/>
                      <a:pt x="419" y="296"/>
                      <a:pt x="419" y="294"/>
                    </a:cubicBezTo>
                    <a:cubicBezTo>
                      <a:pt x="419" y="290"/>
                      <a:pt x="426" y="290"/>
                      <a:pt x="426" y="286"/>
                    </a:cubicBezTo>
                    <a:cubicBezTo>
                      <a:pt x="426" y="283"/>
                      <a:pt x="426" y="281"/>
                      <a:pt x="426" y="281"/>
                    </a:cubicBezTo>
                    <a:cubicBezTo>
                      <a:pt x="417" y="281"/>
                      <a:pt x="420" y="286"/>
                      <a:pt x="414" y="286"/>
                    </a:cubicBezTo>
                    <a:cubicBezTo>
                      <a:pt x="412" y="286"/>
                      <a:pt x="407" y="282"/>
                      <a:pt x="407" y="280"/>
                    </a:cubicBezTo>
                    <a:cubicBezTo>
                      <a:pt x="407" y="274"/>
                      <a:pt x="410" y="273"/>
                      <a:pt x="412" y="270"/>
                    </a:cubicBezTo>
                    <a:cubicBezTo>
                      <a:pt x="409" y="268"/>
                      <a:pt x="405" y="264"/>
                      <a:pt x="404" y="267"/>
                    </a:cubicBezTo>
                    <a:cubicBezTo>
                      <a:pt x="397" y="267"/>
                      <a:pt x="394" y="264"/>
                      <a:pt x="390" y="261"/>
                    </a:cubicBezTo>
                    <a:cubicBezTo>
                      <a:pt x="389" y="264"/>
                      <a:pt x="387" y="269"/>
                      <a:pt x="384" y="269"/>
                    </a:cubicBezTo>
                    <a:cubicBezTo>
                      <a:pt x="375" y="269"/>
                      <a:pt x="368" y="256"/>
                      <a:pt x="363" y="252"/>
                    </a:cubicBezTo>
                    <a:cubicBezTo>
                      <a:pt x="352" y="243"/>
                      <a:pt x="337" y="244"/>
                      <a:pt x="323" y="236"/>
                    </a:cubicBezTo>
                    <a:cubicBezTo>
                      <a:pt x="299" y="236"/>
                      <a:pt x="299" y="236"/>
                      <a:pt x="299" y="236"/>
                    </a:cubicBezTo>
                    <a:cubicBezTo>
                      <a:pt x="285" y="232"/>
                      <a:pt x="265" y="230"/>
                      <a:pt x="258" y="214"/>
                    </a:cubicBezTo>
                    <a:cubicBezTo>
                      <a:pt x="252" y="217"/>
                      <a:pt x="244" y="219"/>
                      <a:pt x="240" y="221"/>
                    </a:cubicBezTo>
                    <a:cubicBezTo>
                      <a:pt x="241" y="224"/>
                      <a:pt x="242" y="225"/>
                      <a:pt x="244" y="227"/>
                    </a:cubicBezTo>
                    <a:cubicBezTo>
                      <a:pt x="238" y="236"/>
                      <a:pt x="210" y="252"/>
                      <a:pt x="200" y="252"/>
                    </a:cubicBezTo>
                    <a:cubicBezTo>
                      <a:pt x="198" y="252"/>
                      <a:pt x="195" y="251"/>
                      <a:pt x="195" y="249"/>
                    </a:cubicBezTo>
                    <a:cubicBezTo>
                      <a:pt x="195" y="246"/>
                      <a:pt x="198" y="246"/>
                      <a:pt x="199" y="245"/>
                    </a:cubicBezTo>
                    <a:cubicBezTo>
                      <a:pt x="197" y="242"/>
                      <a:pt x="199" y="242"/>
                      <a:pt x="199" y="240"/>
                    </a:cubicBezTo>
                    <a:cubicBezTo>
                      <a:pt x="199" y="230"/>
                      <a:pt x="205" y="223"/>
                      <a:pt x="218" y="219"/>
                    </a:cubicBezTo>
                    <a:cubicBezTo>
                      <a:pt x="218" y="217"/>
                      <a:pt x="218" y="216"/>
                      <a:pt x="218" y="214"/>
                    </a:cubicBezTo>
                    <a:cubicBezTo>
                      <a:pt x="214" y="214"/>
                      <a:pt x="215" y="214"/>
                      <a:pt x="213" y="214"/>
                    </a:cubicBezTo>
                    <a:cubicBezTo>
                      <a:pt x="203" y="214"/>
                      <a:pt x="173" y="239"/>
                      <a:pt x="173" y="253"/>
                    </a:cubicBezTo>
                    <a:cubicBezTo>
                      <a:pt x="173" y="255"/>
                      <a:pt x="173" y="258"/>
                      <a:pt x="173" y="260"/>
                    </a:cubicBezTo>
                    <a:cubicBezTo>
                      <a:pt x="173" y="270"/>
                      <a:pt x="164" y="273"/>
                      <a:pt x="154" y="277"/>
                    </a:cubicBezTo>
                    <a:cubicBezTo>
                      <a:pt x="148" y="280"/>
                      <a:pt x="146" y="284"/>
                      <a:pt x="143" y="288"/>
                    </a:cubicBezTo>
                    <a:cubicBezTo>
                      <a:pt x="136" y="297"/>
                      <a:pt x="121" y="301"/>
                      <a:pt x="114" y="308"/>
                    </a:cubicBezTo>
                    <a:cubicBezTo>
                      <a:pt x="107" y="315"/>
                      <a:pt x="91" y="320"/>
                      <a:pt x="79" y="322"/>
                    </a:cubicBezTo>
                    <a:cubicBezTo>
                      <a:pt x="63" y="324"/>
                      <a:pt x="54" y="343"/>
                      <a:pt x="35" y="337"/>
                    </a:cubicBezTo>
                    <a:cubicBezTo>
                      <a:pt x="41" y="329"/>
                      <a:pt x="49" y="333"/>
                      <a:pt x="57" y="328"/>
                    </a:cubicBezTo>
                    <a:cubicBezTo>
                      <a:pt x="62" y="325"/>
                      <a:pt x="66" y="316"/>
                      <a:pt x="71" y="314"/>
                    </a:cubicBezTo>
                    <a:cubicBezTo>
                      <a:pt x="78" y="309"/>
                      <a:pt x="87" y="314"/>
                      <a:pt x="92" y="307"/>
                    </a:cubicBezTo>
                    <a:cubicBezTo>
                      <a:pt x="99" y="297"/>
                      <a:pt x="117" y="290"/>
                      <a:pt x="127" y="283"/>
                    </a:cubicBezTo>
                    <a:cubicBezTo>
                      <a:pt x="137" y="276"/>
                      <a:pt x="137" y="263"/>
                      <a:pt x="148" y="256"/>
                    </a:cubicBezTo>
                    <a:cubicBezTo>
                      <a:pt x="141" y="256"/>
                      <a:pt x="141" y="256"/>
                      <a:pt x="141" y="256"/>
                    </a:cubicBezTo>
                    <a:cubicBezTo>
                      <a:pt x="135" y="259"/>
                      <a:pt x="132" y="262"/>
                      <a:pt x="125" y="262"/>
                    </a:cubicBezTo>
                    <a:cubicBezTo>
                      <a:pt x="120" y="262"/>
                      <a:pt x="117" y="260"/>
                      <a:pt x="113" y="258"/>
                    </a:cubicBezTo>
                    <a:cubicBezTo>
                      <a:pt x="112" y="262"/>
                      <a:pt x="110" y="263"/>
                      <a:pt x="110" y="266"/>
                    </a:cubicBezTo>
                    <a:cubicBezTo>
                      <a:pt x="99" y="262"/>
                      <a:pt x="96" y="260"/>
                      <a:pt x="89" y="254"/>
                    </a:cubicBezTo>
                    <a:cubicBezTo>
                      <a:pt x="88" y="257"/>
                      <a:pt x="88" y="259"/>
                      <a:pt x="88" y="261"/>
                    </a:cubicBezTo>
                    <a:cubicBezTo>
                      <a:pt x="84" y="261"/>
                      <a:pt x="85" y="261"/>
                      <a:pt x="83" y="261"/>
                    </a:cubicBezTo>
                    <a:cubicBezTo>
                      <a:pt x="80" y="261"/>
                      <a:pt x="78" y="264"/>
                      <a:pt x="76" y="264"/>
                    </a:cubicBezTo>
                    <a:cubicBezTo>
                      <a:pt x="74" y="264"/>
                      <a:pt x="72" y="257"/>
                      <a:pt x="72" y="253"/>
                    </a:cubicBezTo>
                    <a:cubicBezTo>
                      <a:pt x="72" y="248"/>
                      <a:pt x="72" y="248"/>
                      <a:pt x="72" y="244"/>
                    </a:cubicBezTo>
                    <a:cubicBezTo>
                      <a:pt x="72" y="243"/>
                      <a:pt x="72" y="238"/>
                      <a:pt x="68" y="238"/>
                    </a:cubicBezTo>
                    <a:cubicBezTo>
                      <a:pt x="65" y="238"/>
                      <a:pt x="61" y="245"/>
                      <a:pt x="60" y="245"/>
                    </a:cubicBezTo>
                    <a:cubicBezTo>
                      <a:pt x="54" y="245"/>
                      <a:pt x="33" y="229"/>
                      <a:pt x="30" y="225"/>
                    </a:cubicBezTo>
                    <a:cubicBezTo>
                      <a:pt x="32" y="225"/>
                      <a:pt x="35" y="224"/>
                      <a:pt x="37" y="224"/>
                    </a:cubicBezTo>
                    <a:cubicBezTo>
                      <a:pt x="33" y="214"/>
                      <a:pt x="19" y="212"/>
                      <a:pt x="19" y="205"/>
                    </a:cubicBezTo>
                    <a:cubicBezTo>
                      <a:pt x="19" y="191"/>
                      <a:pt x="43" y="180"/>
                      <a:pt x="52" y="180"/>
                    </a:cubicBezTo>
                    <a:cubicBezTo>
                      <a:pt x="56" y="180"/>
                      <a:pt x="86" y="169"/>
                      <a:pt x="86" y="163"/>
                    </a:cubicBezTo>
                    <a:cubicBezTo>
                      <a:pt x="86" y="160"/>
                      <a:pt x="79" y="153"/>
                      <a:pt x="79" y="152"/>
                    </a:cubicBezTo>
                    <a:cubicBezTo>
                      <a:pt x="83" y="150"/>
                      <a:pt x="82" y="150"/>
                      <a:pt x="85" y="152"/>
                    </a:cubicBezTo>
                    <a:cubicBezTo>
                      <a:pt x="85" y="145"/>
                      <a:pt x="85" y="145"/>
                      <a:pt x="85" y="145"/>
                    </a:cubicBezTo>
                    <a:cubicBezTo>
                      <a:pt x="81" y="145"/>
                      <a:pt x="81" y="145"/>
                      <a:pt x="79" y="145"/>
                    </a:cubicBezTo>
                    <a:cubicBezTo>
                      <a:pt x="72" y="145"/>
                      <a:pt x="69" y="153"/>
                      <a:pt x="60" y="153"/>
                    </a:cubicBezTo>
                    <a:cubicBezTo>
                      <a:pt x="51" y="153"/>
                      <a:pt x="48" y="148"/>
                      <a:pt x="41" y="150"/>
                    </a:cubicBezTo>
                    <a:cubicBezTo>
                      <a:pt x="32" y="150"/>
                      <a:pt x="21" y="150"/>
                      <a:pt x="18" y="150"/>
                    </a:cubicBezTo>
                    <a:cubicBezTo>
                      <a:pt x="17" y="143"/>
                      <a:pt x="12" y="141"/>
                      <a:pt x="12" y="137"/>
                    </a:cubicBezTo>
                    <a:cubicBezTo>
                      <a:pt x="12" y="136"/>
                      <a:pt x="13" y="134"/>
                      <a:pt x="13" y="133"/>
                    </a:cubicBezTo>
                    <a:cubicBezTo>
                      <a:pt x="6" y="133"/>
                      <a:pt x="2" y="130"/>
                      <a:pt x="0" y="126"/>
                    </a:cubicBezTo>
                    <a:cubicBezTo>
                      <a:pt x="11" y="119"/>
                      <a:pt x="29" y="113"/>
                      <a:pt x="40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20"/>
                      <a:pt x="55" y="116"/>
                      <a:pt x="64" y="116"/>
                    </a:cubicBezTo>
                    <a:cubicBezTo>
                      <a:pt x="70" y="116"/>
                      <a:pt x="71" y="118"/>
                      <a:pt x="76" y="116"/>
                    </a:cubicBezTo>
                    <a:cubicBezTo>
                      <a:pt x="72" y="102"/>
                      <a:pt x="63" y="101"/>
                      <a:pt x="50" y="95"/>
                    </a:cubicBezTo>
                    <a:cubicBezTo>
                      <a:pt x="46" y="94"/>
                      <a:pt x="41" y="80"/>
                      <a:pt x="37" y="78"/>
                    </a:cubicBezTo>
                    <a:cubicBezTo>
                      <a:pt x="31" y="75"/>
                      <a:pt x="13" y="71"/>
                      <a:pt x="13" y="68"/>
                    </a:cubicBezTo>
                    <a:cubicBezTo>
                      <a:pt x="13" y="68"/>
                      <a:pt x="20" y="57"/>
                      <a:pt x="2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57" y="38"/>
                      <a:pt x="77" y="21"/>
                      <a:pt x="101" y="14"/>
                    </a:cubicBezTo>
                    <a:cubicBezTo>
                      <a:pt x="107" y="12"/>
                      <a:pt x="111" y="15"/>
                      <a:pt x="117" y="13"/>
                    </a:cubicBezTo>
                    <a:cubicBezTo>
                      <a:pt x="124" y="10"/>
                      <a:pt x="128" y="0"/>
                      <a:pt x="136" y="0"/>
                    </a:cubicBezTo>
                    <a:cubicBezTo>
                      <a:pt x="142" y="0"/>
                      <a:pt x="144" y="5"/>
                      <a:pt x="150" y="7"/>
                    </a:cubicBezTo>
                    <a:cubicBezTo>
                      <a:pt x="147" y="10"/>
                      <a:pt x="147" y="11"/>
                      <a:pt x="146" y="13"/>
                    </a:cubicBezTo>
                    <a:cubicBezTo>
                      <a:pt x="150" y="14"/>
                      <a:pt x="154" y="11"/>
                      <a:pt x="157" y="7"/>
                    </a:cubicBezTo>
                    <a:cubicBezTo>
                      <a:pt x="162" y="9"/>
                      <a:pt x="163" y="10"/>
                      <a:pt x="167" y="11"/>
                    </a:cubicBezTo>
                    <a:cubicBezTo>
                      <a:pt x="189" y="11"/>
                      <a:pt x="189" y="11"/>
                      <a:pt x="189" y="11"/>
                    </a:cubicBezTo>
                    <a:cubicBezTo>
                      <a:pt x="194" y="15"/>
                      <a:pt x="196" y="17"/>
                      <a:pt x="202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45" y="29"/>
                      <a:pt x="272" y="31"/>
                      <a:pt x="286" y="31"/>
                    </a:cubicBezTo>
                    <a:cubicBezTo>
                      <a:pt x="294" y="31"/>
                      <a:pt x="299" y="28"/>
                      <a:pt x="307" y="28"/>
                    </a:cubicBezTo>
                    <a:cubicBezTo>
                      <a:pt x="319" y="28"/>
                      <a:pt x="323" y="34"/>
                      <a:pt x="334" y="37"/>
                    </a:cubicBezTo>
                    <a:cubicBezTo>
                      <a:pt x="334" y="36"/>
                      <a:pt x="334" y="36"/>
                      <a:pt x="334" y="36"/>
                    </a:cubicBezTo>
                    <a:lnTo>
                      <a:pt x="334" y="3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0" name="Freeform 52">
                <a:extLst>
                  <a:ext uri="{FF2B5EF4-FFF2-40B4-BE49-F238E27FC236}">
                    <a16:creationId xmlns:a16="http://schemas.microsoft.com/office/drawing/2014/main" id="{C890087B-99AF-62E0-E14B-D07492293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475" y="1820863"/>
                <a:ext cx="28575" cy="38100"/>
              </a:xfrm>
              <a:custGeom>
                <a:avLst/>
                <a:gdLst/>
                <a:ahLst/>
                <a:cxnLst>
                  <a:cxn ang="0">
                    <a:pos x="9" y="11"/>
                  </a:cxn>
                  <a:cxn ang="0">
                    <a:pos x="0" y="11"/>
                  </a:cxn>
                  <a:cxn ang="0">
                    <a:pos x="11" y="2"/>
                  </a:cxn>
                  <a:cxn ang="0">
                    <a:pos x="22" y="25"/>
                  </a:cxn>
                  <a:cxn ang="0">
                    <a:pos x="18" y="29"/>
                  </a:cxn>
                  <a:cxn ang="0">
                    <a:pos x="9" y="20"/>
                  </a:cxn>
                  <a:cxn ang="0">
                    <a:pos x="9" y="11"/>
                  </a:cxn>
                </a:cxnLst>
                <a:rect l="0" t="0" r="r" b="b"/>
                <a:pathLst>
                  <a:path w="22" h="29">
                    <a:moveTo>
                      <a:pt x="9" y="11"/>
                    </a:moveTo>
                    <a:cubicBezTo>
                      <a:pt x="2" y="9"/>
                      <a:pt x="5" y="7"/>
                      <a:pt x="0" y="11"/>
                    </a:cubicBezTo>
                    <a:cubicBezTo>
                      <a:pt x="0" y="0"/>
                      <a:pt x="2" y="0"/>
                      <a:pt x="11" y="2"/>
                    </a:cubicBezTo>
                    <a:cubicBezTo>
                      <a:pt x="10" y="14"/>
                      <a:pt x="22" y="15"/>
                      <a:pt x="22" y="25"/>
                    </a:cubicBezTo>
                    <a:cubicBezTo>
                      <a:pt x="22" y="28"/>
                      <a:pt x="20" y="29"/>
                      <a:pt x="18" y="29"/>
                    </a:cubicBezTo>
                    <a:cubicBezTo>
                      <a:pt x="14" y="29"/>
                      <a:pt x="9" y="20"/>
                      <a:pt x="9" y="20"/>
                    </a:cubicBezTo>
                    <a:cubicBezTo>
                      <a:pt x="9" y="16"/>
                      <a:pt x="8" y="13"/>
                      <a:pt x="9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1" name="Freeform 53">
                <a:extLst>
                  <a:ext uri="{FF2B5EF4-FFF2-40B4-BE49-F238E27FC236}">
                    <a16:creationId xmlns:a16="http://schemas.microsoft.com/office/drawing/2014/main" id="{ABC598CF-27CF-9099-8F14-E8DAF1373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025" y="1776413"/>
                <a:ext cx="30163" cy="46038"/>
              </a:xfrm>
              <a:custGeom>
                <a:avLst/>
                <a:gdLst/>
                <a:ahLst/>
                <a:cxnLst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5"/>
                  </a:cxn>
                  <a:cxn ang="0">
                    <a:pos x="11" y="17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5" y="0"/>
                  </a:cxn>
                  <a:cxn ang="0">
                    <a:pos x="15" y="18"/>
                  </a:cxn>
                </a:cxnLst>
                <a:rect l="0" t="0" r="r" b="b"/>
                <a:pathLst>
                  <a:path w="23" h="35">
                    <a:moveTo>
                      <a:pt x="15" y="18"/>
                    </a:moveTo>
                    <a:cubicBezTo>
                      <a:pt x="15" y="19"/>
                      <a:pt x="19" y="19"/>
                      <a:pt x="19" y="18"/>
                    </a:cubicBezTo>
                    <a:cubicBezTo>
                      <a:pt x="19" y="24"/>
                      <a:pt x="23" y="30"/>
                      <a:pt x="19" y="35"/>
                    </a:cubicBezTo>
                    <a:cubicBezTo>
                      <a:pt x="13" y="30"/>
                      <a:pt x="11" y="24"/>
                      <a:pt x="11" y="17"/>
                    </a:cubicBezTo>
                    <a:cubicBezTo>
                      <a:pt x="5" y="16"/>
                      <a:pt x="0" y="11"/>
                      <a:pt x="0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3" y="0"/>
                      <a:pt x="9" y="3"/>
                      <a:pt x="15" y="0"/>
                    </a:cubicBezTo>
                    <a:cubicBezTo>
                      <a:pt x="15" y="11"/>
                      <a:pt x="13" y="11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2" name="Freeform 54">
                <a:extLst>
                  <a:ext uri="{FF2B5EF4-FFF2-40B4-BE49-F238E27FC236}">
                    <a16:creationId xmlns:a16="http://schemas.microsoft.com/office/drawing/2014/main" id="{E9834879-3304-CFA7-44CF-6CE65D39F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9188" y="1335088"/>
                <a:ext cx="307975" cy="161925"/>
              </a:xfrm>
              <a:custGeom>
                <a:avLst/>
                <a:gdLst/>
                <a:ahLst/>
                <a:cxnLst>
                  <a:cxn ang="0">
                    <a:pos x="214" y="96"/>
                  </a:cxn>
                  <a:cxn ang="0">
                    <a:pos x="209" y="100"/>
                  </a:cxn>
                  <a:cxn ang="0">
                    <a:pos x="215" y="103"/>
                  </a:cxn>
                  <a:cxn ang="0">
                    <a:pos x="220" y="110"/>
                  </a:cxn>
                  <a:cxn ang="0">
                    <a:pos x="195" y="118"/>
                  </a:cxn>
                  <a:cxn ang="0">
                    <a:pos x="158" y="104"/>
                  </a:cxn>
                  <a:cxn ang="0">
                    <a:pos x="147" y="112"/>
                  </a:cxn>
                  <a:cxn ang="0">
                    <a:pos x="115" y="121"/>
                  </a:cxn>
                  <a:cxn ang="0">
                    <a:pos x="75" y="121"/>
                  </a:cxn>
                  <a:cxn ang="0">
                    <a:pos x="68" y="110"/>
                  </a:cxn>
                  <a:cxn ang="0">
                    <a:pos x="43" y="108"/>
                  </a:cxn>
                  <a:cxn ang="0">
                    <a:pos x="23" y="92"/>
                  </a:cxn>
                  <a:cxn ang="0">
                    <a:pos x="65" y="82"/>
                  </a:cxn>
                  <a:cxn ang="0">
                    <a:pos x="80" y="81"/>
                  </a:cxn>
                  <a:cxn ang="0">
                    <a:pos x="69" y="77"/>
                  </a:cxn>
                  <a:cxn ang="0">
                    <a:pos x="45" y="77"/>
                  </a:cxn>
                  <a:cxn ang="0">
                    <a:pos x="12" y="69"/>
                  </a:cxn>
                  <a:cxn ang="0">
                    <a:pos x="29" y="60"/>
                  </a:cxn>
                  <a:cxn ang="0">
                    <a:pos x="14" y="59"/>
                  </a:cxn>
                  <a:cxn ang="0">
                    <a:pos x="0" y="51"/>
                  </a:cxn>
                  <a:cxn ang="0">
                    <a:pos x="56" y="13"/>
                  </a:cxn>
                  <a:cxn ang="0">
                    <a:pos x="64" y="29"/>
                  </a:cxn>
                  <a:cxn ang="0">
                    <a:pos x="78" y="21"/>
                  </a:cxn>
                  <a:cxn ang="0">
                    <a:pos x="98" y="34"/>
                  </a:cxn>
                  <a:cxn ang="0">
                    <a:pos x="111" y="31"/>
                  </a:cxn>
                  <a:cxn ang="0">
                    <a:pos x="109" y="23"/>
                  </a:cxn>
                  <a:cxn ang="0">
                    <a:pos x="118" y="23"/>
                  </a:cxn>
                  <a:cxn ang="0">
                    <a:pos x="133" y="35"/>
                  </a:cxn>
                  <a:cxn ang="0">
                    <a:pos x="140" y="51"/>
                  </a:cxn>
                  <a:cxn ang="0">
                    <a:pos x="146" y="48"/>
                  </a:cxn>
                  <a:cxn ang="0">
                    <a:pos x="136" y="17"/>
                  </a:cxn>
                  <a:cxn ang="0">
                    <a:pos x="144" y="12"/>
                  </a:cxn>
                  <a:cxn ang="0">
                    <a:pos x="156" y="12"/>
                  </a:cxn>
                  <a:cxn ang="0">
                    <a:pos x="156" y="7"/>
                  </a:cxn>
                  <a:cxn ang="0">
                    <a:pos x="169" y="0"/>
                  </a:cxn>
                  <a:cxn ang="0">
                    <a:pos x="184" y="10"/>
                  </a:cxn>
                  <a:cxn ang="0">
                    <a:pos x="175" y="24"/>
                  </a:cxn>
                  <a:cxn ang="0">
                    <a:pos x="187" y="62"/>
                  </a:cxn>
                  <a:cxn ang="0">
                    <a:pos x="232" y="92"/>
                  </a:cxn>
                  <a:cxn ang="0">
                    <a:pos x="214" y="96"/>
                  </a:cxn>
                </a:cxnLst>
                <a:rect l="0" t="0" r="r" b="b"/>
                <a:pathLst>
                  <a:path w="232" h="121">
                    <a:moveTo>
                      <a:pt x="214" y="96"/>
                    </a:moveTo>
                    <a:cubicBezTo>
                      <a:pt x="211" y="96"/>
                      <a:pt x="209" y="97"/>
                      <a:pt x="209" y="100"/>
                    </a:cubicBezTo>
                    <a:cubicBezTo>
                      <a:pt x="209" y="103"/>
                      <a:pt x="214" y="103"/>
                      <a:pt x="215" y="103"/>
                    </a:cubicBezTo>
                    <a:cubicBezTo>
                      <a:pt x="216" y="107"/>
                      <a:pt x="218" y="108"/>
                      <a:pt x="220" y="110"/>
                    </a:cubicBezTo>
                    <a:cubicBezTo>
                      <a:pt x="216" y="118"/>
                      <a:pt x="206" y="118"/>
                      <a:pt x="195" y="118"/>
                    </a:cubicBezTo>
                    <a:cubicBezTo>
                      <a:pt x="177" y="118"/>
                      <a:pt x="171" y="104"/>
                      <a:pt x="158" y="104"/>
                    </a:cubicBezTo>
                    <a:cubicBezTo>
                      <a:pt x="150" y="104"/>
                      <a:pt x="154" y="109"/>
                      <a:pt x="147" y="112"/>
                    </a:cubicBezTo>
                    <a:cubicBezTo>
                      <a:pt x="135" y="118"/>
                      <a:pt x="124" y="115"/>
                      <a:pt x="115" y="121"/>
                    </a:cubicBezTo>
                    <a:cubicBezTo>
                      <a:pt x="95" y="121"/>
                      <a:pt x="87" y="121"/>
                      <a:pt x="75" y="121"/>
                    </a:cubicBezTo>
                    <a:cubicBezTo>
                      <a:pt x="68" y="121"/>
                      <a:pt x="73" y="114"/>
                      <a:pt x="68" y="110"/>
                    </a:cubicBezTo>
                    <a:cubicBezTo>
                      <a:pt x="63" y="107"/>
                      <a:pt x="49" y="108"/>
                      <a:pt x="43" y="108"/>
                    </a:cubicBezTo>
                    <a:cubicBezTo>
                      <a:pt x="34" y="108"/>
                      <a:pt x="26" y="98"/>
                      <a:pt x="23" y="92"/>
                    </a:cubicBezTo>
                    <a:cubicBezTo>
                      <a:pt x="33" y="85"/>
                      <a:pt x="47" y="82"/>
                      <a:pt x="65" y="82"/>
                    </a:cubicBezTo>
                    <a:cubicBezTo>
                      <a:pt x="72" y="82"/>
                      <a:pt x="75" y="82"/>
                      <a:pt x="80" y="81"/>
                    </a:cubicBezTo>
                    <a:cubicBezTo>
                      <a:pt x="77" y="80"/>
                      <a:pt x="73" y="77"/>
                      <a:pt x="69" y="77"/>
                    </a:cubicBezTo>
                    <a:cubicBezTo>
                      <a:pt x="60" y="77"/>
                      <a:pt x="50" y="77"/>
                      <a:pt x="45" y="77"/>
                    </a:cubicBezTo>
                    <a:cubicBezTo>
                      <a:pt x="36" y="77"/>
                      <a:pt x="12" y="81"/>
                      <a:pt x="12" y="69"/>
                    </a:cubicBezTo>
                    <a:cubicBezTo>
                      <a:pt x="12" y="59"/>
                      <a:pt x="24" y="63"/>
                      <a:pt x="29" y="60"/>
                    </a:cubicBezTo>
                    <a:cubicBezTo>
                      <a:pt x="22" y="58"/>
                      <a:pt x="19" y="59"/>
                      <a:pt x="14" y="59"/>
                    </a:cubicBezTo>
                    <a:cubicBezTo>
                      <a:pt x="9" y="59"/>
                      <a:pt x="0" y="53"/>
                      <a:pt x="0" y="51"/>
                    </a:cubicBezTo>
                    <a:cubicBezTo>
                      <a:pt x="0" y="29"/>
                      <a:pt x="41" y="13"/>
                      <a:pt x="56" y="13"/>
                    </a:cubicBezTo>
                    <a:cubicBezTo>
                      <a:pt x="63" y="13"/>
                      <a:pt x="62" y="26"/>
                      <a:pt x="64" y="29"/>
                    </a:cubicBezTo>
                    <a:cubicBezTo>
                      <a:pt x="68" y="26"/>
                      <a:pt x="71" y="21"/>
                      <a:pt x="78" y="21"/>
                    </a:cubicBezTo>
                    <a:cubicBezTo>
                      <a:pt x="90" y="21"/>
                      <a:pt x="94" y="26"/>
                      <a:pt x="98" y="34"/>
                    </a:cubicBezTo>
                    <a:cubicBezTo>
                      <a:pt x="102" y="33"/>
                      <a:pt x="106" y="32"/>
                      <a:pt x="111" y="31"/>
                    </a:cubicBezTo>
                    <a:cubicBezTo>
                      <a:pt x="110" y="27"/>
                      <a:pt x="109" y="25"/>
                      <a:pt x="109" y="23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4" y="25"/>
                      <a:pt x="131" y="30"/>
                      <a:pt x="133" y="35"/>
                    </a:cubicBezTo>
                    <a:cubicBezTo>
                      <a:pt x="135" y="40"/>
                      <a:pt x="132" y="51"/>
                      <a:pt x="140" y="51"/>
                    </a:cubicBezTo>
                    <a:cubicBezTo>
                      <a:pt x="144" y="51"/>
                      <a:pt x="144" y="50"/>
                      <a:pt x="146" y="48"/>
                    </a:cubicBezTo>
                    <a:cubicBezTo>
                      <a:pt x="142" y="42"/>
                      <a:pt x="136" y="21"/>
                      <a:pt x="136" y="17"/>
                    </a:cubicBezTo>
                    <a:cubicBezTo>
                      <a:pt x="136" y="14"/>
                      <a:pt x="140" y="12"/>
                      <a:pt x="144" y="12"/>
                    </a:cubicBezTo>
                    <a:cubicBezTo>
                      <a:pt x="152" y="12"/>
                      <a:pt x="149" y="15"/>
                      <a:pt x="156" y="12"/>
                    </a:cubicBezTo>
                    <a:cubicBezTo>
                      <a:pt x="156" y="10"/>
                      <a:pt x="156" y="9"/>
                      <a:pt x="156" y="7"/>
                    </a:cubicBezTo>
                    <a:cubicBezTo>
                      <a:pt x="156" y="3"/>
                      <a:pt x="162" y="0"/>
                      <a:pt x="169" y="0"/>
                    </a:cubicBezTo>
                    <a:cubicBezTo>
                      <a:pt x="177" y="0"/>
                      <a:pt x="184" y="3"/>
                      <a:pt x="184" y="10"/>
                    </a:cubicBezTo>
                    <a:cubicBezTo>
                      <a:pt x="184" y="16"/>
                      <a:pt x="175" y="20"/>
                      <a:pt x="175" y="24"/>
                    </a:cubicBezTo>
                    <a:cubicBezTo>
                      <a:pt x="175" y="40"/>
                      <a:pt x="187" y="50"/>
                      <a:pt x="187" y="62"/>
                    </a:cubicBezTo>
                    <a:cubicBezTo>
                      <a:pt x="187" y="76"/>
                      <a:pt x="224" y="85"/>
                      <a:pt x="232" y="92"/>
                    </a:cubicBezTo>
                    <a:cubicBezTo>
                      <a:pt x="224" y="97"/>
                      <a:pt x="222" y="96"/>
                      <a:pt x="214" y="9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3" name="Freeform 55">
                <a:extLst>
                  <a:ext uri="{FF2B5EF4-FFF2-40B4-BE49-F238E27FC236}">
                    <a16:creationId xmlns:a16="http://schemas.microsoft.com/office/drawing/2014/main" id="{46BD86E3-1485-49DE-1E56-F9BDD3666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4888" y="1309688"/>
                <a:ext cx="173038" cy="114300"/>
              </a:xfrm>
              <a:custGeom>
                <a:avLst/>
                <a:gdLst/>
                <a:ahLst/>
                <a:cxnLst>
                  <a:cxn ang="0">
                    <a:pos x="28" y="82"/>
                  </a:cxn>
                  <a:cxn ang="0">
                    <a:pos x="22" y="73"/>
                  </a:cxn>
                  <a:cxn ang="0">
                    <a:pos x="0" y="64"/>
                  </a:cxn>
                  <a:cxn ang="0">
                    <a:pos x="22" y="21"/>
                  </a:cxn>
                  <a:cxn ang="0">
                    <a:pos x="16" y="5"/>
                  </a:cxn>
                  <a:cxn ang="0">
                    <a:pos x="42" y="5"/>
                  </a:cxn>
                  <a:cxn ang="0">
                    <a:pos x="60" y="2"/>
                  </a:cxn>
                  <a:cxn ang="0">
                    <a:pos x="84" y="11"/>
                  </a:cxn>
                  <a:cxn ang="0">
                    <a:pos x="99" y="10"/>
                  </a:cxn>
                  <a:cxn ang="0">
                    <a:pos x="130" y="29"/>
                  </a:cxn>
                  <a:cxn ang="0">
                    <a:pos x="102" y="38"/>
                  </a:cxn>
                  <a:cxn ang="0">
                    <a:pos x="69" y="71"/>
                  </a:cxn>
                  <a:cxn ang="0">
                    <a:pos x="35" y="86"/>
                  </a:cxn>
                  <a:cxn ang="0">
                    <a:pos x="28" y="82"/>
                  </a:cxn>
                </a:cxnLst>
                <a:rect l="0" t="0" r="r" b="b"/>
                <a:pathLst>
                  <a:path w="130" h="86">
                    <a:moveTo>
                      <a:pt x="28" y="82"/>
                    </a:moveTo>
                    <a:cubicBezTo>
                      <a:pt x="26" y="82"/>
                      <a:pt x="23" y="75"/>
                      <a:pt x="22" y="73"/>
                    </a:cubicBezTo>
                    <a:cubicBezTo>
                      <a:pt x="18" y="68"/>
                      <a:pt x="0" y="69"/>
                      <a:pt x="0" y="64"/>
                    </a:cubicBezTo>
                    <a:cubicBezTo>
                      <a:pt x="0" y="49"/>
                      <a:pt x="22" y="37"/>
                      <a:pt x="22" y="21"/>
                    </a:cubicBezTo>
                    <a:cubicBezTo>
                      <a:pt x="22" y="17"/>
                      <a:pt x="16" y="10"/>
                      <a:pt x="16" y="5"/>
                    </a:cubicBezTo>
                    <a:cubicBezTo>
                      <a:pt x="27" y="1"/>
                      <a:pt x="32" y="5"/>
                      <a:pt x="42" y="5"/>
                    </a:cubicBezTo>
                    <a:cubicBezTo>
                      <a:pt x="48" y="5"/>
                      <a:pt x="52" y="0"/>
                      <a:pt x="60" y="2"/>
                    </a:cubicBezTo>
                    <a:cubicBezTo>
                      <a:pt x="70" y="5"/>
                      <a:pt x="74" y="10"/>
                      <a:pt x="84" y="11"/>
                    </a:cubicBezTo>
                    <a:cubicBezTo>
                      <a:pt x="88" y="15"/>
                      <a:pt x="93" y="10"/>
                      <a:pt x="99" y="10"/>
                    </a:cubicBezTo>
                    <a:cubicBezTo>
                      <a:pt x="108" y="10"/>
                      <a:pt x="130" y="19"/>
                      <a:pt x="130" y="29"/>
                    </a:cubicBezTo>
                    <a:cubicBezTo>
                      <a:pt x="130" y="34"/>
                      <a:pt x="106" y="37"/>
                      <a:pt x="102" y="38"/>
                    </a:cubicBezTo>
                    <a:cubicBezTo>
                      <a:pt x="88" y="43"/>
                      <a:pt x="69" y="61"/>
                      <a:pt x="69" y="71"/>
                    </a:cubicBezTo>
                    <a:cubicBezTo>
                      <a:pt x="69" y="75"/>
                      <a:pt x="38" y="86"/>
                      <a:pt x="35" y="86"/>
                    </a:cubicBezTo>
                    <a:cubicBezTo>
                      <a:pt x="32" y="86"/>
                      <a:pt x="30" y="82"/>
                      <a:pt x="28" y="8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4" name="Freeform 56">
                <a:extLst>
                  <a:ext uri="{FF2B5EF4-FFF2-40B4-BE49-F238E27FC236}">
                    <a16:creationId xmlns:a16="http://schemas.microsoft.com/office/drawing/2014/main" id="{C756D21B-A8BC-4CB1-E6DC-CB61A1DD9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000" y="1228725"/>
                <a:ext cx="204788" cy="87313"/>
              </a:xfrm>
              <a:custGeom>
                <a:avLst/>
                <a:gdLst/>
                <a:ahLst/>
                <a:cxnLst>
                  <a:cxn ang="0">
                    <a:pos x="53" y="65"/>
                  </a:cxn>
                  <a:cxn ang="0">
                    <a:pos x="41" y="59"/>
                  </a:cxn>
                  <a:cxn ang="0">
                    <a:pos x="53" y="53"/>
                  </a:cxn>
                  <a:cxn ang="0">
                    <a:pos x="46" y="43"/>
                  </a:cxn>
                  <a:cxn ang="0">
                    <a:pos x="41" y="49"/>
                  </a:cxn>
                  <a:cxn ang="0">
                    <a:pos x="22" y="52"/>
                  </a:cxn>
                  <a:cxn ang="0">
                    <a:pos x="7" y="49"/>
                  </a:cxn>
                  <a:cxn ang="0">
                    <a:pos x="0" y="42"/>
                  </a:cxn>
                  <a:cxn ang="0">
                    <a:pos x="0" y="36"/>
                  </a:cxn>
                  <a:cxn ang="0">
                    <a:pos x="11" y="31"/>
                  </a:cxn>
                  <a:cxn ang="0">
                    <a:pos x="31" y="36"/>
                  </a:cxn>
                  <a:cxn ang="0">
                    <a:pos x="11" y="30"/>
                  </a:cxn>
                  <a:cxn ang="0">
                    <a:pos x="11" y="23"/>
                  </a:cxn>
                  <a:cxn ang="0">
                    <a:pos x="19" y="23"/>
                  </a:cxn>
                  <a:cxn ang="0">
                    <a:pos x="38" y="26"/>
                  </a:cxn>
                  <a:cxn ang="0">
                    <a:pos x="16" y="22"/>
                  </a:cxn>
                  <a:cxn ang="0">
                    <a:pos x="25" y="17"/>
                  </a:cxn>
                  <a:cxn ang="0">
                    <a:pos x="36" y="18"/>
                  </a:cxn>
                  <a:cxn ang="0">
                    <a:pos x="23" y="12"/>
                  </a:cxn>
                  <a:cxn ang="0">
                    <a:pos x="38" y="12"/>
                  </a:cxn>
                  <a:cxn ang="0">
                    <a:pos x="45" y="19"/>
                  </a:cxn>
                  <a:cxn ang="0">
                    <a:pos x="55" y="19"/>
                  </a:cxn>
                  <a:cxn ang="0">
                    <a:pos x="97" y="36"/>
                  </a:cxn>
                  <a:cxn ang="0">
                    <a:pos x="107" y="30"/>
                  </a:cxn>
                  <a:cxn ang="0">
                    <a:pos x="98" y="29"/>
                  </a:cxn>
                  <a:cxn ang="0">
                    <a:pos x="102" y="27"/>
                  </a:cxn>
                  <a:cxn ang="0">
                    <a:pos x="102" y="21"/>
                  </a:cxn>
                  <a:cxn ang="0">
                    <a:pos x="91" y="15"/>
                  </a:cxn>
                  <a:cxn ang="0">
                    <a:pos x="107" y="0"/>
                  </a:cxn>
                  <a:cxn ang="0">
                    <a:pos x="116" y="4"/>
                  </a:cxn>
                  <a:cxn ang="0">
                    <a:pos x="116" y="9"/>
                  </a:cxn>
                  <a:cxn ang="0">
                    <a:pos x="132" y="26"/>
                  </a:cxn>
                  <a:cxn ang="0">
                    <a:pos x="144" y="20"/>
                  </a:cxn>
                  <a:cxn ang="0">
                    <a:pos x="154" y="31"/>
                  </a:cxn>
                  <a:cxn ang="0">
                    <a:pos x="140" y="52"/>
                  </a:cxn>
                  <a:cxn ang="0">
                    <a:pos x="111" y="51"/>
                  </a:cxn>
                  <a:cxn ang="0">
                    <a:pos x="82" y="59"/>
                  </a:cxn>
                  <a:cxn ang="0">
                    <a:pos x="53" y="65"/>
                  </a:cxn>
                </a:cxnLst>
                <a:rect l="0" t="0" r="r" b="b"/>
                <a:pathLst>
                  <a:path w="154" h="65">
                    <a:moveTo>
                      <a:pt x="53" y="65"/>
                    </a:moveTo>
                    <a:cubicBezTo>
                      <a:pt x="48" y="65"/>
                      <a:pt x="41" y="61"/>
                      <a:pt x="41" y="59"/>
                    </a:cubicBezTo>
                    <a:cubicBezTo>
                      <a:pt x="41" y="52"/>
                      <a:pt x="47" y="53"/>
                      <a:pt x="53" y="53"/>
                    </a:cubicBezTo>
                    <a:cubicBezTo>
                      <a:pt x="50" y="50"/>
                      <a:pt x="46" y="48"/>
                      <a:pt x="46" y="43"/>
                    </a:cubicBezTo>
                    <a:cubicBezTo>
                      <a:pt x="43" y="44"/>
                      <a:pt x="41" y="46"/>
                      <a:pt x="41" y="49"/>
                    </a:cubicBezTo>
                    <a:cubicBezTo>
                      <a:pt x="33" y="50"/>
                      <a:pt x="27" y="52"/>
                      <a:pt x="22" y="52"/>
                    </a:cubicBezTo>
                    <a:cubicBezTo>
                      <a:pt x="16" y="52"/>
                      <a:pt x="10" y="49"/>
                      <a:pt x="7" y="49"/>
                    </a:cubicBezTo>
                    <a:cubicBezTo>
                      <a:pt x="3" y="49"/>
                      <a:pt x="0" y="46"/>
                      <a:pt x="0" y="42"/>
                    </a:cubicBezTo>
                    <a:cubicBezTo>
                      <a:pt x="0" y="38"/>
                      <a:pt x="2" y="39"/>
                      <a:pt x="0" y="36"/>
                    </a:cubicBezTo>
                    <a:cubicBezTo>
                      <a:pt x="5" y="35"/>
                      <a:pt x="7" y="31"/>
                      <a:pt x="11" y="31"/>
                    </a:cubicBezTo>
                    <a:cubicBezTo>
                      <a:pt x="20" y="31"/>
                      <a:pt x="24" y="35"/>
                      <a:pt x="31" y="36"/>
                    </a:cubicBezTo>
                    <a:cubicBezTo>
                      <a:pt x="24" y="35"/>
                      <a:pt x="17" y="32"/>
                      <a:pt x="11" y="3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5" y="23"/>
                      <a:pt x="19" y="23"/>
                      <a:pt x="19" y="23"/>
                    </a:cubicBezTo>
                    <a:cubicBezTo>
                      <a:pt x="20" y="23"/>
                      <a:pt x="34" y="26"/>
                      <a:pt x="38" y="26"/>
                    </a:cubicBezTo>
                    <a:cubicBezTo>
                      <a:pt x="30" y="25"/>
                      <a:pt x="23" y="26"/>
                      <a:pt x="16" y="22"/>
                    </a:cubicBezTo>
                    <a:cubicBezTo>
                      <a:pt x="18" y="19"/>
                      <a:pt x="22" y="17"/>
                      <a:pt x="25" y="17"/>
                    </a:cubicBezTo>
                    <a:cubicBezTo>
                      <a:pt x="31" y="17"/>
                      <a:pt x="32" y="19"/>
                      <a:pt x="36" y="18"/>
                    </a:cubicBezTo>
                    <a:cubicBezTo>
                      <a:pt x="31" y="19"/>
                      <a:pt x="23" y="18"/>
                      <a:pt x="23" y="12"/>
                    </a:cubicBezTo>
                    <a:cubicBezTo>
                      <a:pt x="31" y="11"/>
                      <a:pt x="34" y="12"/>
                      <a:pt x="38" y="12"/>
                    </a:cubicBezTo>
                    <a:cubicBezTo>
                      <a:pt x="39" y="12"/>
                      <a:pt x="45" y="14"/>
                      <a:pt x="45" y="19"/>
                    </a:cubicBezTo>
                    <a:cubicBezTo>
                      <a:pt x="50" y="19"/>
                      <a:pt x="54" y="19"/>
                      <a:pt x="55" y="19"/>
                    </a:cubicBezTo>
                    <a:cubicBezTo>
                      <a:pt x="68" y="19"/>
                      <a:pt x="78" y="36"/>
                      <a:pt x="97" y="36"/>
                    </a:cubicBezTo>
                    <a:cubicBezTo>
                      <a:pt x="103" y="36"/>
                      <a:pt x="105" y="34"/>
                      <a:pt x="107" y="30"/>
                    </a:cubicBezTo>
                    <a:cubicBezTo>
                      <a:pt x="102" y="30"/>
                      <a:pt x="100" y="30"/>
                      <a:pt x="98" y="29"/>
                    </a:cubicBezTo>
                    <a:cubicBezTo>
                      <a:pt x="98" y="28"/>
                      <a:pt x="101" y="27"/>
                      <a:pt x="102" y="27"/>
                    </a:cubicBezTo>
                    <a:cubicBezTo>
                      <a:pt x="102" y="21"/>
                      <a:pt x="102" y="21"/>
                      <a:pt x="102" y="21"/>
                    </a:cubicBezTo>
                    <a:cubicBezTo>
                      <a:pt x="99" y="21"/>
                      <a:pt x="91" y="19"/>
                      <a:pt x="91" y="15"/>
                    </a:cubicBezTo>
                    <a:cubicBezTo>
                      <a:pt x="91" y="7"/>
                      <a:pt x="103" y="4"/>
                      <a:pt x="107" y="0"/>
                    </a:cubicBezTo>
                    <a:cubicBezTo>
                      <a:pt x="110" y="2"/>
                      <a:pt x="113" y="4"/>
                      <a:pt x="116" y="4"/>
                    </a:cubicBezTo>
                    <a:cubicBezTo>
                      <a:pt x="115" y="7"/>
                      <a:pt x="116" y="8"/>
                      <a:pt x="116" y="9"/>
                    </a:cubicBezTo>
                    <a:cubicBezTo>
                      <a:pt x="116" y="16"/>
                      <a:pt x="124" y="26"/>
                      <a:pt x="132" y="26"/>
                    </a:cubicBezTo>
                    <a:cubicBezTo>
                      <a:pt x="136" y="26"/>
                      <a:pt x="139" y="20"/>
                      <a:pt x="144" y="20"/>
                    </a:cubicBezTo>
                    <a:cubicBezTo>
                      <a:pt x="150" y="20"/>
                      <a:pt x="154" y="26"/>
                      <a:pt x="154" y="31"/>
                    </a:cubicBezTo>
                    <a:cubicBezTo>
                      <a:pt x="154" y="37"/>
                      <a:pt x="144" y="51"/>
                      <a:pt x="140" y="52"/>
                    </a:cubicBezTo>
                    <a:cubicBezTo>
                      <a:pt x="137" y="53"/>
                      <a:pt x="111" y="50"/>
                      <a:pt x="111" y="51"/>
                    </a:cubicBezTo>
                    <a:cubicBezTo>
                      <a:pt x="111" y="52"/>
                      <a:pt x="83" y="58"/>
                      <a:pt x="82" y="59"/>
                    </a:cubicBezTo>
                    <a:cubicBezTo>
                      <a:pt x="73" y="62"/>
                      <a:pt x="64" y="65"/>
                      <a:pt x="53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5" name="Freeform 57">
                <a:extLst>
                  <a:ext uri="{FF2B5EF4-FFF2-40B4-BE49-F238E27FC236}">
                    <a16:creationId xmlns:a16="http://schemas.microsoft.com/office/drawing/2014/main" id="{5B032CA2-9B5E-48FA-B52F-F4269E95C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2838" y="1260475"/>
                <a:ext cx="28575" cy="20638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11"/>
                  </a:cxn>
                  <a:cxn ang="0">
                    <a:pos x="21" y="0"/>
                  </a:cxn>
                  <a:cxn ang="0">
                    <a:pos x="8" y="16"/>
                  </a:cxn>
                </a:cxnLst>
                <a:rect l="0" t="0" r="r" b="b"/>
                <a:pathLst>
                  <a:path w="21" h="16">
                    <a:moveTo>
                      <a:pt x="8" y="16"/>
                    </a:moveTo>
                    <a:cubicBezTo>
                      <a:pt x="4" y="16"/>
                      <a:pt x="0" y="14"/>
                      <a:pt x="0" y="11"/>
                    </a:cubicBezTo>
                    <a:cubicBezTo>
                      <a:pt x="0" y="3"/>
                      <a:pt x="16" y="0"/>
                      <a:pt x="21" y="0"/>
                    </a:cubicBezTo>
                    <a:cubicBezTo>
                      <a:pt x="20" y="7"/>
                      <a:pt x="13" y="16"/>
                      <a:pt x="8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6" name="Freeform 58">
                <a:extLst>
                  <a:ext uri="{FF2B5EF4-FFF2-40B4-BE49-F238E27FC236}">
                    <a16:creationId xmlns:a16="http://schemas.microsoft.com/office/drawing/2014/main" id="{0E63BCAE-BF5D-5F1C-6B78-1A10DC6C8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7450" y="1230313"/>
                <a:ext cx="22225" cy="7938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6" y="6"/>
                  </a:cxn>
                </a:cxnLst>
                <a:rect l="0" t="0" r="r" b="b"/>
                <a:pathLst>
                  <a:path w="16" h="6">
                    <a:moveTo>
                      <a:pt x="6" y="6"/>
                    </a:moveTo>
                    <a:cubicBezTo>
                      <a:pt x="4" y="6"/>
                      <a:pt x="0" y="4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6"/>
                      <a:pt x="6" y="6"/>
                      <a:pt x="6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7" name="Freeform 59">
                <a:extLst>
                  <a:ext uri="{FF2B5EF4-FFF2-40B4-BE49-F238E27FC236}">
                    <a16:creationId xmlns:a16="http://schemas.microsoft.com/office/drawing/2014/main" id="{7173A34C-2CD4-1680-5871-411B6F638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100" y="1203325"/>
                <a:ext cx="117475" cy="65088"/>
              </a:xfrm>
              <a:custGeom>
                <a:avLst/>
                <a:gdLst/>
                <a:ahLst/>
                <a:cxnLst>
                  <a:cxn ang="0">
                    <a:pos x="88" y="8"/>
                  </a:cxn>
                  <a:cxn ang="0">
                    <a:pos x="82" y="15"/>
                  </a:cxn>
                  <a:cxn ang="0">
                    <a:pos x="86" y="24"/>
                  </a:cxn>
                  <a:cxn ang="0">
                    <a:pos x="67" y="38"/>
                  </a:cxn>
                  <a:cxn ang="0">
                    <a:pos x="56" y="26"/>
                  </a:cxn>
                  <a:cxn ang="0">
                    <a:pos x="41" y="39"/>
                  </a:cxn>
                  <a:cxn ang="0">
                    <a:pos x="32" y="49"/>
                  </a:cxn>
                  <a:cxn ang="0">
                    <a:pos x="24" y="42"/>
                  </a:cxn>
                  <a:cxn ang="0">
                    <a:pos x="12" y="42"/>
                  </a:cxn>
                  <a:cxn ang="0">
                    <a:pos x="4" y="46"/>
                  </a:cxn>
                  <a:cxn ang="0">
                    <a:pos x="0" y="39"/>
                  </a:cxn>
                  <a:cxn ang="0">
                    <a:pos x="10" y="31"/>
                  </a:cxn>
                  <a:cxn ang="0">
                    <a:pos x="31" y="23"/>
                  </a:cxn>
                  <a:cxn ang="0">
                    <a:pos x="54" y="6"/>
                  </a:cxn>
                  <a:cxn ang="0">
                    <a:pos x="62" y="7"/>
                  </a:cxn>
                  <a:cxn ang="0">
                    <a:pos x="88" y="8"/>
                  </a:cxn>
                </a:cxnLst>
                <a:rect l="0" t="0" r="r" b="b"/>
                <a:pathLst>
                  <a:path w="88" h="49">
                    <a:moveTo>
                      <a:pt x="88" y="8"/>
                    </a:moveTo>
                    <a:cubicBezTo>
                      <a:pt x="88" y="11"/>
                      <a:pt x="86" y="14"/>
                      <a:pt x="82" y="15"/>
                    </a:cubicBezTo>
                    <a:cubicBezTo>
                      <a:pt x="83" y="19"/>
                      <a:pt x="86" y="20"/>
                      <a:pt x="86" y="24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0" y="38"/>
                      <a:pt x="60" y="28"/>
                      <a:pt x="56" y="26"/>
                    </a:cubicBezTo>
                    <a:cubicBezTo>
                      <a:pt x="55" y="33"/>
                      <a:pt x="48" y="40"/>
                      <a:pt x="41" y="39"/>
                    </a:cubicBezTo>
                    <a:cubicBezTo>
                      <a:pt x="40" y="44"/>
                      <a:pt x="37" y="49"/>
                      <a:pt x="32" y="49"/>
                    </a:cubicBezTo>
                    <a:cubicBezTo>
                      <a:pt x="28" y="49"/>
                      <a:pt x="25" y="44"/>
                      <a:pt x="24" y="42"/>
                    </a:cubicBezTo>
                    <a:cubicBezTo>
                      <a:pt x="19" y="45"/>
                      <a:pt x="16" y="42"/>
                      <a:pt x="12" y="42"/>
                    </a:cubicBezTo>
                    <a:cubicBezTo>
                      <a:pt x="9" y="42"/>
                      <a:pt x="8" y="45"/>
                      <a:pt x="4" y="46"/>
                    </a:cubicBezTo>
                    <a:cubicBezTo>
                      <a:pt x="4" y="43"/>
                      <a:pt x="0" y="41"/>
                      <a:pt x="0" y="39"/>
                    </a:cubicBezTo>
                    <a:cubicBezTo>
                      <a:pt x="0" y="38"/>
                      <a:pt x="8" y="32"/>
                      <a:pt x="10" y="31"/>
                    </a:cubicBezTo>
                    <a:cubicBezTo>
                      <a:pt x="17" y="28"/>
                      <a:pt x="23" y="27"/>
                      <a:pt x="31" y="23"/>
                    </a:cubicBezTo>
                    <a:cubicBezTo>
                      <a:pt x="39" y="18"/>
                      <a:pt x="41" y="6"/>
                      <a:pt x="54" y="6"/>
                    </a:cubicBezTo>
                    <a:cubicBezTo>
                      <a:pt x="57" y="6"/>
                      <a:pt x="58" y="7"/>
                      <a:pt x="62" y="7"/>
                    </a:cubicBezTo>
                    <a:cubicBezTo>
                      <a:pt x="62" y="7"/>
                      <a:pt x="88" y="0"/>
                      <a:pt x="88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8" name="Freeform 60">
                <a:extLst>
                  <a:ext uri="{FF2B5EF4-FFF2-40B4-BE49-F238E27FC236}">
                    <a16:creationId xmlns:a16="http://schemas.microsoft.com/office/drawing/2014/main" id="{CE4CA9EE-81A5-5A0F-E2DE-0A062837F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1162050"/>
                <a:ext cx="66675" cy="20638"/>
              </a:xfrm>
              <a:custGeom>
                <a:avLst/>
                <a:gdLst/>
                <a:ahLst/>
                <a:cxnLst>
                  <a:cxn ang="0">
                    <a:pos x="20" y="15"/>
                  </a:cxn>
                  <a:cxn ang="0">
                    <a:pos x="9" y="12"/>
                  </a:cxn>
                  <a:cxn ang="0">
                    <a:pos x="0" y="15"/>
                  </a:cxn>
                  <a:cxn ang="0">
                    <a:pos x="32" y="0"/>
                  </a:cxn>
                  <a:cxn ang="0">
                    <a:pos x="50" y="11"/>
                  </a:cxn>
                  <a:cxn ang="0">
                    <a:pos x="39" y="15"/>
                  </a:cxn>
                  <a:cxn ang="0">
                    <a:pos x="20" y="15"/>
                  </a:cxn>
                </a:cxnLst>
                <a:rect l="0" t="0" r="r" b="b"/>
                <a:pathLst>
                  <a:path w="50" h="15">
                    <a:moveTo>
                      <a:pt x="20" y="15"/>
                    </a:moveTo>
                    <a:cubicBezTo>
                      <a:pt x="14" y="15"/>
                      <a:pt x="13" y="12"/>
                      <a:pt x="9" y="12"/>
                    </a:cubicBezTo>
                    <a:cubicBezTo>
                      <a:pt x="5" y="12"/>
                      <a:pt x="3" y="15"/>
                      <a:pt x="0" y="15"/>
                    </a:cubicBezTo>
                    <a:cubicBezTo>
                      <a:pt x="0" y="9"/>
                      <a:pt x="26" y="0"/>
                      <a:pt x="32" y="0"/>
                    </a:cubicBezTo>
                    <a:cubicBezTo>
                      <a:pt x="41" y="0"/>
                      <a:pt x="49" y="5"/>
                      <a:pt x="50" y="11"/>
                    </a:cubicBezTo>
                    <a:cubicBezTo>
                      <a:pt x="47" y="12"/>
                      <a:pt x="44" y="15"/>
                      <a:pt x="39" y="15"/>
                    </a:cubicBezTo>
                    <a:cubicBezTo>
                      <a:pt x="27" y="15"/>
                      <a:pt x="29" y="15"/>
                      <a:pt x="20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89" name="Freeform 61">
                <a:extLst>
                  <a:ext uri="{FF2B5EF4-FFF2-40B4-BE49-F238E27FC236}">
                    <a16:creationId xmlns:a16="http://schemas.microsoft.com/office/drawing/2014/main" id="{1D66B864-2B47-1004-16F9-D602DFB79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185863"/>
                <a:ext cx="58738" cy="30163"/>
              </a:xfrm>
              <a:custGeom>
                <a:avLst/>
                <a:gdLst/>
                <a:ahLst/>
                <a:cxnLst>
                  <a:cxn ang="0">
                    <a:pos x="38" y="10"/>
                  </a:cxn>
                  <a:cxn ang="0">
                    <a:pos x="14" y="23"/>
                  </a:cxn>
                  <a:cxn ang="0">
                    <a:pos x="0" y="11"/>
                  </a:cxn>
                  <a:cxn ang="0">
                    <a:pos x="36" y="0"/>
                  </a:cxn>
                  <a:cxn ang="0">
                    <a:pos x="44" y="5"/>
                  </a:cxn>
                  <a:cxn ang="0">
                    <a:pos x="25" y="10"/>
                  </a:cxn>
                  <a:cxn ang="0">
                    <a:pos x="38" y="10"/>
                  </a:cxn>
                </a:cxnLst>
                <a:rect l="0" t="0" r="r" b="b"/>
                <a:pathLst>
                  <a:path w="44" h="23">
                    <a:moveTo>
                      <a:pt x="38" y="10"/>
                    </a:moveTo>
                    <a:cubicBezTo>
                      <a:pt x="38" y="19"/>
                      <a:pt x="24" y="23"/>
                      <a:pt x="14" y="23"/>
                    </a:cubicBezTo>
                    <a:cubicBezTo>
                      <a:pt x="8" y="23"/>
                      <a:pt x="0" y="15"/>
                      <a:pt x="0" y="11"/>
                    </a:cubicBezTo>
                    <a:cubicBezTo>
                      <a:pt x="0" y="1"/>
                      <a:pt x="27" y="0"/>
                      <a:pt x="36" y="0"/>
                    </a:cubicBezTo>
                    <a:cubicBezTo>
                      <a:pt x="41" y="0"/>
                      <a:pt x="43" y="3"/>
                      <a:pt x="44" y="5"/>
                    </a:cubicBezTo>
                    <a:cubicBezTo>
                      <a:pt x="39" y="9"/>
                      <a:pt x="32" y="10"/>
                      <a:pt x="25" y="10"/>
                    </a:cubicBezTo>
                    <a:lnTo>
                      <a:pt x="38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0" name="Freeform 62">
                <a:extLst>
                  <a:ext uri="{FF2B5EF4-FFF2-40B4-BE49-F238E27FC236}">
                    <a16:creationId xmlns:a16="http://schemas.microsoft.com/office/drawing/2014/main" id="{098EDEAC-86B2-A6FA-7634-B68D7980E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4275" y="1181100"/>
                <a:ext cx="20638" cy="22225"/>
              </a:xfrm>
              <a:custGeom>
                <a:avLst/>
                <a:gdLst/>
                <a:ahLst/>
                <a:cxnLst>
                  <a:cxn ang="0">
                    <a:pos x="15" y="12"/>
                  </a:cxn>
                  <a:cxn ang="0">
                    <a:pos x="9" y="17"/>
                  </a:cxn>
                  <a:cxn ang="0">
                    <a:pos x="0" y="11"/>
                  </a:cxn>
                  <a:cxn ang="0">
                    <a:pos x="15" y="12"/>
                  </a:cxn>
                </a:cxnLst>
                <a:rect l="0" t="0" r="r" b="b"/>
                <a:pathLst>
                  <a:path w="15" h="17">
                    <a:moveTo>
                      <a:pt x="15" y="12"/>
                    </a:moveTo>
                    <a:cubicBezTo>
                      <a:pt x="13" y="15"/>
                      <a:pt x="12" y="17"/>
                      <a:pt x="9" y="17"/>
                    </a:cubicBezTo>
                    <a:cubicBezTo>
                      <a:pt x="5" y="17"/>
                      <a:pt x="0" y="13"/>
                      <a:pt x="0" y="11"/>
                    </a:cubicBezTo>
                    <a:cubicBezTo>
                      <a:pt x="0" y="0"/>
                      <a:pt x="12" y="11"/>
                      <a:pt x="1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1" name="Freeform 63">
                <a:extLst>
                  <a:ext uri="{FF2B5EF4-FFF2-40B4-BE49-F238E27FC236}">
                    <a16:creationId xmlns:a16="http://schemas.microsoft.com/office/drawing/2014/main" id="{AA1EFE29-5916-6E6A-C355-DE6FC0C42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763" y="1335088"/>
                <a:ext cx="100013" cy="80963"/>
              </a:xfrm>
              <a:custGeom>
                <a:avLst/>
                <a:gdLst/>
                <a:ahLst/>
                <a:cxnLst>
                  <a:cxn ang="0">
                    <a:pos x="66" y="23"/>
                  </a:cxn>
                  <a:cxn ang="0">
                    <a:pos x="65" y="30"/>
                  </a:cxn>
                  <a:cxn ang="0">
                    <a:pos x="75" y="32"/>
                  </a:cxn>
                  <a:cxn ang="0">
                    <a:pos x="57" y="55"/>
                  </a:cxn>
                  <a:cxn ang="0">
                    <a:pos x="49" y="61"/>
                  </a:cxn>
                  <a:cxn ang="0">
                    <a:pos x="39" y="54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8"/>
                  </a:cxn>
                  <a:cxn ang="0">
                    <a:pos x="27" y="28"/>
                  </a:cxn>
                  <a:cxn ang="0">
                    <a:pos x="27" y="16"/>
                  </a:cxn>
                  <a:cxn ang="0">
                    <a:pos x="12" y="11"/>
                  </a:cxn>
                  <a:cxn ang="0">
                    <a:pos x="16" y="7"/>
                  </a:cxn>
                  <a:cxn ang="0">
                    <a:pos x="42" y="2"/>
                  </a:cxn>
                  <a:cxn ang="0">
                    <a:pos x="60" y="2"/>
                  </a:cxn>
                  <a:cxn ang="0">
                    <a:pos x="64" y="6"/>
                  </a:cxn>
                  <a:cxn ang="0">
                    <a:pos x="50" y="22"/>
                  </a:cxn>
                  <a:cxn ang="0">
                    <a:pos x="66" y="23"/>
                  </a:cxn>
                </a:cxnLst>
                <a:rect l="0" t="0" r="r" b="b"/>
                <a:pathLst>
                  <a:path w="75" h="61">
                    <a:moveTo>
                      <a:pt x="66" y="23"/>
                    </a:moveTo>
                    <a:cubicBezTo>
                      <a:pt x="66" y="29"/>
                      <a:pt x="65" y="25"/>
                      <a:pt x="65" y="30"/>
                    </a:cubicBezTo>
                    <a:cubicBezTo>
                      <a:pt x="67" y="30"/>
                      <a:pt x="72" y="31"/>
                      <a:pt x="75" y="32"/>
                    </a:cubicBezTo>
                    <a:cubicBezTo>
                      <a:pt x="73" y="56"/>
                      <a:pt x="72" y="49"/>
                      <a:pt x="57" y="55"/>
                    </a:cubicBezTo>
                    <a:cubicBezTo>
                      <a:pt x="53" y="56"/>
                      <a:pt x="53" y="61"/>
                      <a:pt x="49" y="61"/>
                    </a:cubicBezTo>
                    <a:cubicBezTo>
                      <a:pt x="42" y="61"/>
                      <a:pt x="42" y="56"/>
                      <a:pt x="39" y="54"/>
                    </a:cubicBezTo>
                    <a:cubicBezTo>
                      <a:pt x="27" y="41"/>
                      <a:pt x="13" y="43"/>
                      <a:pt x="0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12" y="28"/>
                      <a:pt x="20" y="28"/>
                    </a:cubicBezTo>
                    <a:cubicBezTo>
                      <a:pt x="24" y="28"/>
                      <a:pt x="23" y="28"/>
                      <a:pt x="27" y="28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1" y="15"/>
                      <a:pt x="12" y="16"/>
                      <a:pt x="12" y="11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23" y="0"/>
                      <a:pt x="32" y="2"/>
                      <a:pt x="42" y="2"/>
                    </a:cubicBezTo>
                    <a:cubicBezTo>
                      <a:pt x="50" y="2"/>
                      <a:pt x="60" y="2"/>
                      <a:pt x="60" y="2"/>
                    </a:cubicBezTo>
                    <a:cubicBezTo>
                      <a:pt x="61" y="2"/>
                      <a:pt x="64" y="4"/>
                      <a:pt x="64" y="6"/>
                    </a:cubicBezTo>
                    <a:cubicBezTo>
                      <a:pt x="64" y="15"/>
                      <a:pt x="53" y="18"/>
                      <a:pt x="50" y="22"/>
                    </a:cubicBezTo>
                    <a:cubicBezTo>
                      <a:pt x="53" y="22"/>
                      <a:pt x="66" y="18"/>
                      <a:pt x="66" y="2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2" name="Freeform 64">
                <a:extLst>
                  <a:ext uri="{FF2B5EF4-FFF2-40B4-BE49-F238E27FC236}">
                    <a16:creationId xmlns:a16="http://schemas.microsoft.com/office/drawing/2014/main" id="{B9FB7B15-389B-5539-6729-F209F8646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838" y="1236663"/>
                <a:ext cx="111125" cy="60325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0" y="2"/>
                  </a:cxn>
                  <a:cxn ang="0">
                    <a:pos x="5" y="2"/>
                  </a:cxn>
                  <a:cxn ang="0">
                    <a:pos x="38" y="20"/>
                  </a:cxn>
                  <a:cxn ang="0">
                    <a:pos x="29" y="13"/>
                  </a:cxn>
                  <a:cxn ang="0">
                    <a:pos x="29" y="8"/>
                  </a:cxn>
                  <a:cxn ang="0">
                    <a:pos x="54" y="17"/>
                  </a:cxn>
                  <a:cxn ang="0">
                    <a:pos x="54" y="8"/>
                  </a:cxn>
                  <a:cxn ang="0">
                    <a:pos x="38" y="1"/>
                  </a:cxn>
                  <a:cxn ang="0">
                    <a:pos x="46" y="1"/>
                  </a:cxn>
                  <a:cxn ang="0">
                    <a:pos x="66" y="5"/>
                  </a:cxn>
                  <a:cxn ang="0">
                    <a:pos x="75" y="2"/>
                  </a:cxn>
                  <a:cxn ang="0">
                    <a:pos x="84" y="13"/>
                  </a:cxn>
                  <a:cxn ang="0">
                    <a:pos x="80" y="41"/>
                  </a:cxn>
                  <a:cxn ang="0">
                    <a:pos x="62" y="43"/>
                  </a:cxn>
                  <a:cxn ang="0">
                    <a:pos x="48" y="41"/>
                  </a:cxn>
                  <a:cxn ang="0">
                    <a:pos x="51" y="36"/>
                  </a:cxn>
                  <a:cxn ang="0">
                    <a:pos x="51" y="32"/>
                  </a:cxn>
                  <a:cxn ang="0">
                    <a:pos x="62" y="25"/>
                  </a:cxn>
                  <a:cxn ang="0">
                    <a:pos x="57" y="24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2" y="19"/>
                  </a:cxn>
                  <a:cxn ang="0">
                    <a:pos x="1" y="14"/>
                  </a:cxn>
                  <a:cxn ang="0">
                    <a:pos x="1" y="6"/>
                  </a:cxn>
                  <a:cxn ang="0">
                    <a:pos x="4" y="11"/>
                  </a:cxn>
                </a:cxnLst>
                <a:rect l="0" t="0" r="r" b="b"/>
                <a:pathLst>
                  <a:path w="84" h="45">
                    <a:moveTo>
                      <a:pt x="4" y="11"/>
                    </a:moveTo>
                    <a:cubicBezTo>
                      <a:pt x="2" y="9"/>
                      <a:pt x="0" y="6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18" y="2"/>
                      <a:pt x="24" y="24"/>
                      <a:pt x="38" y="20"/>
                    </a:cubicBezTo>
                    <a:cubicBezTo>
                      <a:pt x="35" y="18"/>
                      <a:pt x="31" y="15"/>
                      <a:pt x="29" y="1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9" y="8"/>
                      <a:pt x="43" y="17"/>
                      <a:pt x="54" y="1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46" y="8"/>
                      <a:pt x="40" y="8"/>
                      <a:pt x="38" y="1"/>
                    </a:cubicBezTo>
                    <a:cubicBezTo>
                      <a:pt x="41" y="0"/>
                      <a:pt x="43" y="1"/>
                      <a:pt x="46" y="1"/>
                    </a:cubicBezTo>
                    <a:cubicBezTo>
                      <a:pt x="53" y="1"/>
                      <a:pt x="58" y="5"/>
                      <a:pt x="66" y="5"/>
                    </a:cubicBezTo>
                    <a:cubicBezTo>
                      <a:pt x="69" y="5"/>
                      <a:pt x="71" y="2"/>
                      <a:pt x="75" y="2"/>
                    </a:cubicBezTo>
                    <a:cubicBezTo>
                      <a:pt x="83" y="2"/>
                      <a:pt x="84" y="6"/>
                      <a:pt x="84" y="13"/>
                    </a:cubicBezTo>
                    <a:cubicBezTo>
                      <a:pt x="84" y="23"/>
                      <a:pt x="78" y="28"/>
                      <a:pt x="80" y="41"/>
                    </a:cubicBezTo>
                    <a:cubicBezTo>
                      <a:pt x="73" y="43"/>
                      <a:pt x="64" y="43"/>
                      <a:pt x="62" y="43"/>
                    </a:cubicBezTo>
                    <a:cubicBezTo>
                      <a:pt x="60" y="43"/>
                      <a:pt x="48" y="45"/>
                      <a:pt x="48" y="41"/>
                    </a:cubicBezTo>
                    <a:cubicBezTo>
                      <a:pt x="48" y="39"/>
                      <a:pt x="50" y="37"/>
                      <a:pt x="51" y="36"/>
                    </a:cubicBezTo>
                    <a:cubicBezTo>
                      <a:pt x="51" y="35"/>
                      <a:pt x="51" y="33"/>
                      <a:pt x="51" y="32"/>
                    </a:cubicBezTo>
                    <a:cubicBezTo>
                      <a:pt x="51" y="28"/>
                      <a:pt x="60" y="28"/>
                      <a:pt x="62" y="25"/>
                    </a:cubicBezTo>
                    <a:cubicBezTo>
                      <a:pt x="61" y="24"/>
                      <a:pt x="59" y="24"/>
                      <a:pt x="57" y="24"/>
                    </a:cubicBezTo>
                    <a:cubicBezTo>
                      <a:pt x="49" y="24"/>
                      <a:pt x="34" y="28"/>
                      <a:pt x="25" y="28"/>
                    </a:cubicBezTo>
                    <a:cubicBezTo>
                      <a:pt x="22" y="28"/>
                      <a:pt x="20" y="26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7" y="20"/>
                      <a:pt x="4" y="17"/>
                      <a:pt x="1" y="14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3" name="Freeform 65">
                <a:extLst>
                  <a:ext uri="{FF2B5EF4-FFF2-40B4-BE49-F238E27FC236}">
                    <a16:creationId xmlns:a16="http://schemas.microsoft.com/office/drawing/2014/main" id="{5871E99B-9620-BAED-56C7-07E4452A67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975" y="1462088"/>
                <a:ext cx="65088" cy="38100"/>
              </a:xfrm>
              <a:custGeom>
                <a:avLst/>
                <a:gdLst/>
                <a:ahLst/>
                <a:cxnLst>
                  <a:cxn ang="0">
                    <a:pos x="38" y="29"/>
                  </a:cxn>
                  <a:cxn ang="0">
                    <a:pos x="0" y="16"/>
                  </a:cxn>
                  <a:cxn ang="0">
                    <a:pos x="9" y="14"/>
                  </a:cxn>
                  <a:cxn ang="0">
                    <a:pos x="22" y="0"/>
                  </a:cxn>
                  <a:cxn ang="0">
                    <a:pos x="49" y="22"/>
                  </a:cxn>
                  <a:cxn ang="0">
                    <a:pos x="38" y="29"/>
                  </a:cxn>
                </a:cxnLst>
                <a:rect l="0" t="0" r="r" b="b"/>
                <a:pathLst>
                  <a:path w="49" h="29">
                    <a:moveTo>
                      <a:pt x="38" y="29"/>
                    </a:moveTo>
                    <a:cubicBezTo>
                      <a:pt x="32" y="29"/>
                      <a:pt x="0" y="17"/>
                      <a:pt x="0" y="16"/>
                    </a:cubicBezTo>
                    <a:cubicBezTo>
                      <a:pt x="0" y="12"/>
                      <a:pt x="8" y="14"/>
                      <a:pt x="9" y="14"/>
                    </a:cubicBezTo>
                    <a:cubicBezTo>
                      <a:pt x="15" y="12"/>
                      <a:pt x="13" y="0"/>
                      <a:pt x="22" y="0"/>
                    </a:cubicBezTo>
                    <a:cubicBezTo>
                      <a:pt x="28" y="0"/>
                      <a:pt x="46" y="16"/>
                      <a:pt x="49" y="22"/>
                    </a:cubicBezTo>
                    <a:cubicBezTo>
                      <a:pt x="45" y="25"/>
                      <a:pt x="43" y="29"/>
                      <a:pt x="38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4" name="Freeform 66">
                <a:extLst>
                  <a:ext uri="{FF2B5EF4-FFF2-40B4-BE49-F238E27FC236}">
                    <a16:creationId xmlns:a16="http://schemas.microsoft.com/office/drawing/2014/main" id="{747DA94E-B81A-7495-F172-B128F2AAF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4475" y="1323975"/>
                <a:ext cx="85725" cy="69850"/>
              </a:xfrm>
              <a:custGeom>
                <a:avLst/>
                <a:gdLst/>
                <a:ahLst/>
                <a:cxnLst>
                  <a:cxn ang="0">
                    <a:pos x="65" y="11"/>
                  </a:cxn>
                  <a:cxn ang="0">
                    <a:pos x="57" y="18"/>
                  </a:cxn>
                  <a:cxn ang="0">
                    <a:pos x="32" y="35"/>
                  </a:cxn>
                  <a:cxn ang="0">
                    <a:pos x="20" y="38"/>
                  </a:cxn>
                  <a:cxn ang="0">
                    <a:pos x="25" y="38"/>
                  </a:cxn>
                  <a:cxn ang="0">
                    <a:pos x="15" y="53"/>
                  </a:cxn>
                  <a:cxn ang="0">
                    <a:pos x="6" y="53"/>
                  </a:cxn>
                  <a:cxn ang="0">
                    <a:pos x="7" y="40"/>
                  </a:cxn>
                  <a:cxn ang="0">
                    <a:pos x="0" y="19"/>
                  </a:cxn>
                  <a:cxn ang="0">
                    <a:pos x="0" y="11"/>
                  </a:cxn>
                  <a:cxn ang="0">
                    <a:pos x="10" y="11"/>
                  </a:cxn>
                  <a:cxn ang="0">
                    <a:pos x="10" y="7"/>
                  </a:cxn>
                  <a:cxn ang="0">
                    <a:pos x="22" y="0"/>
                  </a:cxn>
                  <a:cxn ang="0">
                    <a:pos x="65" y="5"/>
                  </a:cxn>
                  <a:cxn ang="0">
                    <a:pos x="65" y="11"/>
                  </a:cxn>
                </a:cxnLst>
                <a:rect l="0" t="0" r="r" b="b"/>
                <a:pathLst>
                  <a:path w="65" h="53">
                    <a:moveTo>
                      <a:pt x="65" y="11"/>
                    </a:moveTo>
                    <a:cubicBezTo>
                      <a:pt x="65" y="12"/>
                      <a:pt x="57" y="18"/>
                      <a:pt x="57" y="18"/>
                    </a:cubicBezTo>
                    <a:cubicBezTo>
                      <a:pt x="51" y="26"/>
                      <a:pt x="45" y="35"/>
                      <a:pt x="32" y="35"/>
                    </a:cubicBezTo>
                    <a:cubicBezTo>
                      <a:pt x="22" y="35"/>
                      <a:pt x="22" y="30"/>
                      <a:pt x="20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46"/>
                      <a:pt x="21" y="48"/>
                      <a:pt x="15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6" y="47"/>
                      <a:pt x="6" y="42"/>
                      <a:pt x="7" y="40"/>
                    </a:cubicBezTo>
                    <a:cubicBezTo>
                      <a:pt x="0" y="33"/>
                      <a:pt x="3" y="27"/>
                      <a:pt x="0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8" y="11"/>
                      <a:pt x="10" y="11"/>
                    </a:cubicBezTo>
                    <a:cubicBezTo>
                      <a:pt x="9" y="11"/>
                      <a:pt x="10" y="8"/>
                      <a:pt x="10" y="7"/>
                    </a:cubicBezTo>
                    <a:cubicBezTo>
                      <a:pt x="10" y="6"/>
                      <a:pt x="13" y="0"/>
                      <a:pt x="22" y="0"/>
                    </a:cubicBezTo>
                    <a:cubicBezTo>
                      <a:pt x="37" y="0"/>
                      <a:pt x="49" y="5"/>
                      <a:pt x="65" y="5"/>
                    </a:cubicBezTo>
                    <a:cubicBezTo>
                      <a:pt x="65" y="8"/>
                      <a:pt x="65" y="9"/>
                      <a:pt x="6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5" name="Freeform 67">
                <a:extLst>
                  <a:ext uri="{FF2B5EF4-FFF2-40B4-BE49-F238E27FC236}">
                    <a16:creationId xmlns:a16="http://schemas.microsoft.com/office/drawing/2014/main" id="{623F8D53-C59A-B7A2-9C18-DE46A86899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263" y="1198563"/>
                <a:ext cx="28575" cy="23813"/>
              </a:xfrm>
              <a:custGeom>
                <a:avLst/>
                <a:gdLst/>
                <a:ahLst/>
                <a:cxnLst>
                  <a:cxn ang="0">
                    <a:pos x="21" y="12"/>
                  </a:cxn>
                  <a:cxn ang="0">
                    <a:pos x="15" y="18"/>
                  </a:cxn>
                  <a:cxn ang="0">
                    <a:pos x="0" y="0"/>
                  </a:cxn>
                  <a:cxn ang="0">
                    <a:pos x="21" y="12"/>
                  </a:cxn>
                </a:cxnLst>
                <a:rect l="0" t="0" r="r" b="b"/>
                <a:pathLst>
                  <a:path w="21" h="18">
                    <a:moveTo>
                      <a:pt x="21" y="12"/>
                    </a:moveTo>
                    <a:cubicBezTo>
                      <a:pt x="21" y="16"/>
                      <a:pt x="18" y="18"/>
                      <a:pt x="15" y="18"/>
                    </a:cubicBezTo>
                    <a:cubicBezTo>
                      <a:pt x="10" y="18"/>
                      <a:pt x="0" y="6"/>
                      <a:pt x="0" y="0"/>
                    </a:cubicBezTo>
                    <a:cubicBezTo>
                      <a:pt x="11" y="0"/>
                      <a:pt x="12" y="9"/>
                      <a:pt x="21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6" name="Freeform 68">
                <a:extLst>
                  <a:ext uri="{FF2B5EF4-FFF2-40B4-BE49-F238E27FC236}">
                    <a16:creationId xmlns:a16="http://schemas.microsoft.com/office/drawing/2014/main" id="{5116CA31-76BA-FA2C-79B7-0358FB5B7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725" y="1277938"/>
                <a:ext cx="19050" cy="1587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5" y="6"/>
                  </a:cxn>
                  <a:cxn ang="0">
                    <a:pos x="9" y="12"/>
                  </a:cxn>
                  <a:cxn ang="0">
                    <a:pos x="0" y="12"/>
                  </a:cxn>
                  <a:cxn ang="0">
                    <a:pos x="12" y="0"/>
                  </a:cxn>
                </a:cxnLst>
                <a:rect l="0" t="0" r="r" b="b"/>
                <a:pathLst>
                  <a:path w="15" h="12">
                    <a:moveTo>
                      <a:pt x="12" y="0"/>
                    </a:moveTo>
                    <a:cubicBezTo>
                      <a:pt x="13" y="2"/>
                      <a:pt x="15" y="3"/>
                      <a:pt x="15" y="6"/>
                    </a:cubicBezTo>
                    <a:cubicBezTo>
                      <a:pt x="15" y="12"/>
                      <a:pt x="11" y="12"/>
                      <a:pt x="9" y="12"/>
                    </a:cubicBezTo>
                    <a:cubicBezTo>
                      <a:pt x="4" y="12"/>
                      <a:pt x="3" y="11"/>
                      <a:pt x="0" y="12"/>
                    </a:cubicBezTo>
                    <a:cubicBezTo>
                      <a:pt x="2" y="4"/>
                      <a:pt x="6" y="2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7" name="Freeform 69">
                <a:extLst>
                  <a:ext uri="{FF2B5EF4-FFF2-40B4-BE49-F238E27FC236}">
                    <a16:creationId xmlns:a16="http://schemas.microsoft.com/office/drawing/2014/main" id="{40694613-F587-C043-A161-99D5FB9B4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613" y="1139825"/>
                <a:ext cx="109538" cy="57150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33" y="30"/>
                  </a:cxn>
                  <a:cxn ang="0">
                    <a:pos x="19" y="29"/>
                  </a:cxn>
                  <a:cxn ang="0">
                    <a:pos x="7" y="25"/>
                  </a:cxn>
                  <a:cxn ang="0">
                    <a:pos x="20" y="20"/>
                  </a:cxn>
                  <a:cxn ang="0">
                    <a:pos x="20" y="15"/>
                  </a:cxn>
                  <a:cxn ang="0">
                    <a:pos x="5" y="15"/>
                  </a:cxn>
                  <a:cxn ang="0">
                    <a:pos x="8" y="10"/>
                  </a:cxn>
                  <a:cxn ang="0">
                    <a:pos x="0" y="3"/>
                  </a:cxn>
                  <a:cxn ang="0">
                    <a:pos x="14" y="0"/>
                  </a:cxn>
                  <a:cxn ang="0">
                    <a:pos x="31" y="8"/>
                  </a:cxn>
                  <a:cxn ang="0">
                    <a:pos x="40" y="4"/>
                  </a:cxn>
                  <a:cxn ang="0">
                    <a:pos x="53" y="15"/>
                  </a:cxn>
                  <a:cxn ang="0">
                    <a:pos x="60" y="11"/>
                  </a:cxn>
                  <a:cxn ang="0">
                    <a:pos x="73" y="21"/>
                  </a:cxn>
                  <a:cxn ang="0">
                    <a:pos x="70" y="26"/>
                  </a:cxn>
                  <a:cxn ang="0">
                    <a:pos x="82" y="37"/>
                  </a:cxn>
                  <a:cxn ang="0">
                    <a:pos x="74" y="43"/>
                  </a:cxn>
                  <a:cxn ang="0">
                    <a:pos x="54" y="32"/>
                  </a:cxn>
                </a:cxnLst>
                <a:rect l="0" t="0" r="r" b="b"/>
                <a:pathLst>
                  <a:path w="82" h="43">
                    <a:moveTo>
                      <a:pt x="54" y="32"/>
                    </a:moveTo>
                    <a:cubicBezTo>
                      <a:pt x="46" y="32"/>
                      <a:pt x="41" y="29"/>
                      <a:pt x="33" y="30"/>
                    </a:cubicBezTo>
                    <a:cubicBezTo>
                      <a:pt x="31" y="26"/>
                      <a:pt x="25" y="29"/>
                      <a:pt x="19" y="29"/>
                    </a:cubicBezTo>
                    <a:cubicBezTo>
                      <a:pt x="13" y="29"/>
                      <a:pt x="11" y="29"/>
                      <a:pt x="7" y="25"/>
                    </a:cubicBezTo>
                    <a:cubicBezTo>
                      <a:pt x="11" y="21"/>
                      <a:pt x="15" y="22"/>
                      <a:pt x="20" y="20"/>
                    </a:cubicBezTo>
                    <a:cubicBezTo>
                      <a:pt x="19" y="18"/>
                      <a:pt x="19" y="16"/>
                      <a:pt x="20" y="15"/>
                    </a:cubicBezTo>
                    <a:cubicBezTo>
                      <a:pt x="10" y="15"/>
                      <a:pt x="8" y="17"/>
                      <a:pt x="5" y="15"/>
                    </a:cubicBezTo>
                    <a:cubicBezTo>
                      <a:pt x="6" y="14"/>
                      <a:pt x="7" y="12"/>
                      <a:pt x="8" y="10"/>
                    </a:cubicBezTo>
                    <a:cubicBezTo>
                      <a:pt x="2" y="10"/>
                      <a:pt x="0" y="9"/>
                      <a:pt x="0" y="3"/>
                    </a:cubicBezTo>
                    <a:cubicBezTo>
                      <a:pt x="6" y="3"/>
                      <a:pt x="9" y="0"/>
                      <a:pt x="14" y="0"/>
                    </a:cubicBezTo>
                    <a:cubicBezTo>
                      <a:pt x="24" y="0"/>
                      <a:pt x="26" y="8"/>
                      <a:pt x="31" y="8"/>
                    </a:cubicBezTo>
                    <a:cubicBezTo>
                      <a:pt x="35" y="8"/>
                      <a:pt x="36" y="4"/>
                      <a:pt x="40" y="4"/>
                    </a:cubicBezTo>
                    <a:cubicBezTo>
                      <a:pt x="49" y="4"/>
                      <a:pt x="48" y="15"/>
                      <a:pt x="53" y="15"/>
                    </a:cubicBezTo>
                    <a:cubicBezTo>
                      <a:pt x="56" y="15"/>
                      <a:pt x="57" y="11"/>
                      <a:pt x="60" y="11"/>
                    </a:cubicBezTo>
                    <a:cubicBezTo>
                      <a:pt x="66" y="11"/>
                      <a:pt x="71" y="19"/>
                      <a:pt x="73" y="21"/>
                    </a:cubicBezTo>
                    <a:cubicBezTo>
                      <a:pt x="72" y="22"/>
                      <a:pt x="70" y="24"/>
                      <a:pt x="70" y="26"/>
                    </a:cubicBezTo>
                    <a:cubicBezTo>
                      <a:pt x="73" y="29"/>
                      <a:pt x="82" y="33"/>
                      <a:pt x="82" y="37"/>
                    </a:cubicBezTo>
                    <a:cubicBezTo>
                      <a:pt x="82" y="42"/>
                      <a:pt x="77" y="43"/>
                      <a:pt x="74" y="43"/>
                    </a:cubicBezTo>
                    <a:cubicBezTo>
                      <a:pt x="63" y="43"/>
                      <a:pt x="64" y="32"/>
                      <a:pt x="54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8" name="Freeform 70">
                <a:extLst>
                  <a:ext uri="{FF2B5EF4-FFF2-40B4-BE49-F238E27FC236}">
                    <a16:creationId xmlns:a16="http://schemas.microsoft.com/office/drawing/2014/main" id="{2FFC70B2-CC45-8721-41A7-AB1743E67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7475" y="1189038"/>
                <a:ext cx="30163" cy="9525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12" y="0"/>
                  </a:cxn>
                  <a:cxn ang="0">
                    <a:pos x="23" y="4"/>
                  </a:cxn>
                  <a:cxn ang="0">
                    <a:pos x="8" y="7"/>
                  </a:cxn>
                </a:cxnLst>
                <a:rect l="0" t="0" r="r" b="b"/>
                <a:pathLst>
                  <a:path w="23" h="7">
                    <a:moveTo>
                      <a:pt x="8" y="7"/>
                    </a:moveTo>
                    <a:cubicBezTo>
                      <a:pt x="0" y="7"/>
                      <a:pt x="11" y="0"/>
                      <a:pt x="12" y="0"/>
                    </a:cubicBezTo>
                    <a:cubicBezTo>
                      <a:pt x="17" y="0"/>
                      <a:pt x="19" y="3"/>
                      <a:pt x="23" y="4"/>
                    </a:cubicBezTo>
                    <a:cubicBezTo>
                      <a:pt x="20" y="7"/>
                      <a:pt x="15" y="7"/>
                      <a:pt x="8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9" name="Freeform 71">
                <a:extLst>
                  <a:ext uri="{FF2B5EF4-FFF2-40B4-BE49-F238E27FC236}">
                    <a16:creationId xmlns:a16="http://schemas.microsoft.com/office/drawing/2014/main" id="{EE2FB413-2FCC-045E-B2A7-2213EC04D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425" y="1223963"/>
                <a:ext cx="287338" cy="90488"/>
              </a:xfrm>
              <a:custGeom>
                <a:avLst/>
                <a:gdLst/>
                <a:ahLst/>
                <a:cxnLst>
                  <a:cxn ang="0">
                    <a:pos x="215" y="45"/>
                  </a:cxn>
                  <a:cxn ang="0">
                    <a:pos x="210" y="51"/>
                  </a:cxn>
                  <a:cxn ang="0">
                    <a:pos x="216" y="52"/>
                  </a:cxn>
                  <a:cxn ang="0">
                    <a:pos x="179" y="67"/>
                  </a:cxn>
                  <a:cxn ang="0">
                    <a:pos x="170" y="60"/>
                  </a:cxn>
                  <a:cxn ang="0">
                    <a:pos x="159" y="66"/>
                  </a:cxn>
                  <a:cxn ang="0">
                    <a:pos x="124" y="66"/>
                  </a:cxn>
                  <a:cxn ang="0">
                    <a:pos x="102" y="60"/>
                  </a:cxn>
                  <a:cxn ang="0">
                    <a:pos x="97" y="60"/>
                  </a:cxn>
                  <a:cxn ang="0">
                    <a:pos x="84" y="67"/>
                  </a:cxn>
                  <a:cxn ang="0">
                    <a:pos x="53" y="47"/>
                  </a:cxn>
                  <a:cxn ang="0">
                    <a:pos x="58" y="40"/>
                  </a:cxn>
                  <a:cxn ang="0">
                    <a:pos x="40" y="18"/>
                  </a:cxn>
                  <a:cxn ang="0">
                    <a:pos x="32" y="22"/>
                  </a:cxn>
                  <a:cxn ang="0">
                    <a:pos x="0" y="7"/>
                  </a:cxn>
                  <a:cxn ang="0">
                    <a:pos x="13" y="0"/>
                  </a:cxn>
                  <a:cxn ang="0">
                    <a:pos x="51" y="15"/>
                  </a:cxn>
                  <a:cxn ang="0">
                    <a:pos x="60" y="12"/>
                  </a:cxn>
                  <a:cxn ang="0">
                    <a:pos x="68" y="12"/>
                  </a:cxn>
                  <a:cxn ang="0">
                    <a:pos x="89" y="25"/>
                  </a:cxn>
                  <a:cxn ang="0">
                    <a:pos x="71" y="25"/>
                  </a:cxn>
                  <a:cxn ang="0">
                    <a:pos x="91" y="35"/>
                  </a:cxn>
                  <a:cxn ang="0">
                    <a:pos x="88" y="38"/>
                  </a:cxn>
                  <a:cxn ang="0">
                    <a:pos x="95" y="40"/>
                  </a:cxn>
                  <a:cxn ang="0">
                    <a:pos x="125" y="45"/>
                  </a:cxn>
                  <a:cxn ang="0">
                    <a:pos x="181" y="34"/>
                  </a:cxn>
                  <a:cxn ang="0">
                    <a:pos x="216" y="46"/>
                  </a:cxn>
                  <a:cxn ang="0">
                    <a:pos x="211" y="47"/>
                  </a:cxn>
                  <a:cxn ang="0">
                    <a:pos x="215" y="45"/>
                  </a:cxn>
                </a:cxnLst>
                <a:rect l="0" t="0" r="r" b="b"/>
                <a:pathLst>
                  <a:path w="216" h="68">
                    <a:moveTo>
                      <a:pt x="215" y="45"/>
                    </a:moveTo>
                    <a:cubicBezTo>
                      <a:pt x="213" y="46"/>
                      <a:pt x="211" y="48"/>
                      <a:pt x="210" y="51"/>
                    </a:cubicBezTo>
                    <a:cubicBezTo>
                      <a:pt x="213" y="52"/>
                      <a:pt x="216" y="52"/>
                      <a:pt x="216" y="52"/>
                    </a:cubicBezTo>
                    <a:cubicBezTo>
                      <a:pt x="215" y="67"/>
                      <a:pt x="195" y="67"/>
                      <a:pt x="179" y="67"/>
                    </a:cubicBezTo>
                    <a:cubicBezTo>
                      <a:pt x="174" y="67"/>
                      <a:pt x="171" y="64"/>
                      <a:pt x="170" y="60"/>
                    </a:cubicBezTo>
                    <a:cubicBezTo>
                      <a:pt x="164" y="61"/>
                      <a:pt x="163" y="64"/>
                      <a:pt x="159" y="66"/>
                    </a:cubicBezTo>
                    <a:cubicBezTo>
                      <a:pt x="124" y="66"/>
                      <a:pt x="124" y="66"/>
                      <a:pt x="124" y="66"/>
                    </a:cubicBezTo>
                    <a:cubicBezTo>
                      <a:pt x="115" y="68"/>
                      <a:pt x="101" y="67"/>
                      <a:pt x="102" y="60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5" y="62"/>
                      <a:pt x="88" y="67"/>
                      <a:pt x="84" y="67"/>
                    </a:cubicBezTo>
                    <a:cubicBezTo>
                      <a:pt x="75" y="67"/>
                      <a:pt x="53" y="56"/>
                      <a:pt x="53" y="47"/>
                    </a:cubicBezTo>
                    <a:cubicBezTo>
                      <a:pt x="53" y="44"/>
                      <a:pt x="56" y="41"/>
                      <a:pt x="58" y="40"/>
                    </a:cubicBezTo>
                    <a:cubicBezTo>
                      <a:pt x="50" y="32"/>
                      <a:pt x="48" y="25"/>
                      <a:pt x="40" y="18"/>
                    </a:cubicBezTo>
                    <a:cubicBezTo>
                      <a:pt x="38" y="20"/>
                      <a:pt x="35" y="22"/>
                      <a:pt x="32" y="22"/>
                    </a:cubicBezTo>
                    <a:cubicBezTo>
                      <a:pt x="27" y="22"/>
                      <a:pt x="0" y="11"/>
                      <a:pt x="0" y="7"/>
                    </a:cubicBezTo>
                    <a:cubicBezTo>
                      <a:pt x="0" y="0"/>
                      <a:pt x="8" y="0"/>
                      <a:pt x="13" y="0"/>
                    </a:cubicBezTo>
                    <a:cubicBezTo>
                      <a:pt x="33" y="0"/>
                      <a:pt x="36" y="15"/>
                      <a:pt x="51" y="15"/>
                    </a:cubicBezTo>
                    <a:cubicBezTo>
                      <a:pt x="56" y="15"/>
                      <a:pt x="58" y="15"/>
                      <a:pt x="60" y="12"/>
                    </a:cubicBezTo>
                    <a:cubicBezTo>
                      <a:pt x="63" y="12"/>
                      <a:pt x="68" y="12"/>
                      <a:pt x="68" y="12"/>
                    </a:cubicBezTo>
                    <a:cubicBezTo>
                      <a:pt x="65" y="22"/>
                      <a:pt x="85" y="19"/>
                      <a:pt x="89" y="25"/>
                    </a:cubicBezTo>
                    <a:cubicBezTo>
                      <a:pt x="71" y="25"/>
                      <a:pt x="71" y="25"/>
                      <a:pt x="71" y="25"/>
                    </a:cubicBezTo>
                    <a:cubicBezTo>
                      <a:pt x="74" y="37"/>
                      <a:pt x="85" y="30"/>
                      <a:pt x="91" y="35"/>
                    </a:cubicBezTo>
                    <a:cubicBezTo>
                      <a:pt x="90" y="36"/>
                      <a:pt x="88" y="36"/>
                      <a:pt x="88" y="38"/>
                    </a:cubicBezTo>
                    <a:cubicBezTo>
                      <a:pt x="88" y="44"/>
                      <a:pt x="93" y="41"/>
                      <a:pt x="95" y="40"/>
                    </a:cubicBezTo>
                    <a:cubicBezTo>
                      <a:pt x="106" y="42"/>
                      <a:pt x="114" y="45"/>
                      <a:pt x="125" y="45"/>
                    </a:cubicBezTo>
                    <a:cubicBezTo>
                      <a:pt x="150" y="45"/>
                      <a:pt x="158" y="34"/>
                      <a:pt x="181" y="34"/>
                    </a:cubicBezTo>
                    <a:cubicBezTo>
                      <a:pt x="198" y="34"/>
                      <a:pt x="210" y="35"/>
                      <a:pt x="216" y="46"/>
                    </a:cubicBezTo>
                    <a:cubicBezTo>
                      <a:pt x="215" y="47"/>
                      <a:pt x="213" y="47"/>
                      <a:pt x="211" y="47"/>
                    </a:cubicBezTo>
                    <a:lnTo>
                      <a:pt x="215" y="4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0" name="Freeform 72">
                <a:extLst>
                  <a:ext uri="{FF2B5EF4-FFF2-40B4-BE49-F238E27FC236}">
                    <a16:creationId xmlns:a16="http://schemas.microsoft.com/office/drawing/2014/main" id="{149F9D61-B22A-6811-E80E-8DFFF8575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600" y="1271588"/>
                <a:ext cx="49213" cy="38100"/>
              </a:xfrm>
              <a:custGeom>
                <a:avLst/>
                <a:gdLst/>
                <a:ahLst/>
                <a:cxnLst>
                  <a:cxn ang="0">
                    <a:pos x="6" y="10"/>
                  </a:cxn>
                  <a:cxn ang="0">
                    <a:pos x="19" y="0"/>
                  </a:cxn>
                  <a:cxn ang="0">
                    <a:pos x="37" y="15"/>
                  </a:cxn>
                  <a:cxn ang="0">
                    <a:pos x="29" y="29"/>
                  </a:cxn>
                  <a:cxn ang="0">
                    <a:pos x="0" y="17"/>
                  </a:cxn>
                  <a:cxn ang="0">
                    <a:pos x="6" y="10"/>
                  </a:cxn>
                </a:cxnLst>
                <a:rect l="0" t="0" r="r" b="b"/>
                <a:pathLst>
                  <a:path w="37" h="29">
                    <a:moveTo>
                      <a:pt x="6" y="10"/>
                    </a:moveTo>
                    <a:cubicBezTo>
                      <a:pt x="10" y="10"/>
                      <a:pt x="9" y="0"/>
                      <a:pt x="19" y="0"/>
                    </a:cubicBezTo>
                    <a:cubicBezTo>
                      <a:pt x="27" y="0"/>
                      <a:pt x="37" y="9"/>
                      <a:pt x="37" y="15"/>
                    </a:cubicBezTo>
                    <a:cubicBezTo>
                      <a:pt x="37" y="22"/>
                      <a:pt x="35" y="29"/>
                      <a:pt x="29" y="29"/>
                    </a:cubicBezTo>
                    <a:cubicBezTo>
                      <a:pt x="25" y="29"/>
                      <a:pt x="0" y="17"/>
                      <a:pt x="0" y="17"/>
                    </a:cubicBezTo>
                    <a:cubicBezTo>
                      <a:pt x="0" y="13"/>
                      <a:pt x="5" y="10"/>
                      <a:pt x="6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1" name="Freeform 73">
                <a:extLst>
                  <a:ext uri="{FF2B5EF4-FFF2-40B4-BE49-F238E27FC236}">
                    <a16:creationId xmlns:a16="http://schemas.microsoft.com/office/drawing/2014/main" id="{E8AD2EBD-687A-F42C-F9D2-E003B166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950" y="1198563"/>
                <a:ext cx="46038" cy="12700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5" y="0"/>
                  </a:cxn>
                  <a:cxn ang="0">
                    <a:pos x="35" y="6"/>
                  </a:cxn>
                  <a:cxn ang="0">
                    <a:pos x="28" y="10"/>
                  </a:cxn>
                  <a:cxn ang="0">
                    <a:pos x="0" y="5"/>
                  </a:cxn>
                  <a:cxn ang="0">
                    <a:pos x="29" y="0"/>
                  </a:cxn>
                </a:cxnLst>
                <a:rect l="0" t="0" r="r" b="b"/>
                <a:pathLst>
                  <a:path w="35" h="10">
                    <a:moveTo>
                      <a:pt x="29" y="0"/>
                    </a:moveTo>
                    <a:cubicBezTo>
                      <a:pt x="34" y="0"/>
                      <a:pt x="30" y="1"/>
                      <a:pt x="35" y="0"/>
                    </a:cubicBezTo>
                    <a:cubicBezTo>
                      <a:pt x="35" y="3"/>
                      <a:pt x="35" y="5"/>
                      <a:pt x="35" y="6"/>
                    </a:cubicBezTo>
                    <a:cubicBezTo>
                      <a:pt x="35" y="8"/>
                      <a:pt x="32" y="10"/>
                      <a:pt x="28" y="10"/>
                    </a:cubicBezTo>
                    <a:cubicBezTo>
                      <a:pt x="26" y="10"/>
                      <a:pt x="0" y="5"/>
                      <a:pt x="0" y="5"/>
                    </a:cubicBezTo>
                    <a:cubicBezTo>
                      <a:pt x="5" y="1"/>
                      <a:pt x="21" y="0"/>
                      <a:pt x="2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2" name="Freeform 74">
                <a:extLst>
                  <a:ext uri="{FF2B5EF4-FFF2-40B4-BE49-F238E27FC236}">
                    <a16:creationId xmlns:a16="http://schemas.microsoft.com/office/drawing/2014/main" id="{E7BFE921-DA89-1D02-A446-6492DFE71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0025" y="1154113"/>
                <a:ext cx="53975" cy="44450"/>
              </a:xfrm>
              <a:custGeom>
                <a:avLst/>
                <a:gdLst/>
                <a:ahLst/>
                <a:cxnLst>
                  <a:cxn ang="0">
                    <a:pos x="10" y="28"/>
                  </a:cxn>
                  <a:cxn ang="0">
                    <a:pos x="14" y="23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5" y="7"/>
                  </a:cxn>
                  <a:cxn ang="0">
                    <a:pos x="41" y="17"/>
                  </a:cxn>
                  <a:cxn ang="0">
                    <a:pos x="41" y="28"/>
                  </a:cxn>
                  <a:cxn ang="0">
                    <a:pos x="10" y="28"/>
                  </a:cxn>
                </a:cxnLst>
                <a:rect l="0" t="0" r="r" b="b"/>
                <a:pathLst>
                  <a:path w="41" h="33">
                    <a:moveTo>
                      <a:pt x="10" y="28"/>
                    </a:moveTo>
                    <a:cubicBezTo>
                      <a:pt x="10" y="26"/>
                      <a:pt x="13" y="24"/>
                      <a:pt x="14" y="23"/>
                    </a:cubicBezTo>
                    <a:cubicBezTo>
                      <a:pt x="9" y="18"/>
                      <a:pt x="0" y="15"/>
                      <a:pt x="0" y="7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11" y="4"/>
                      <a:pt x="21" y="7"/>
                      <a:pt x="25" y="7"/>
                    </a:cubicBezTo>
                    <a:cubicBezTo>
                      <a:pt x="25" y="17"/>
                      <a:pt x="41" y="7"/>
                      <a:pt x="41" y="17"/>
                    </a:cubicBezTo>
                    <a:cubicBezTo>
                      <a:pt x="41" y="20"/>
                      <a:pt x="39" y="23"/>
                      <a:pt x="41" y="28"/>
                    </a:cubicBezTo>
                    <a:cubicBezTo>
                      <a:pt x="25" y="31"/>
                      <a:pt x="10" y="33"/>
                      <a:pt x="10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3" name="Freeform 75">
                <a:extLst>
                  <a:ext uri="{FF2B5EF4-FFF2-40B4-BE49-F238E27FC236}">
                    <a16:creationId xmlns:a16="http://schemas.microsoft.com/office/drawing/2014/main" id="{9660A403-46B5-7424-FDED-B04F28E96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388" y="1114425"/>
                <a:ext cx="20638" cy="12700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9"/>
                  </a:cxn>
                  <a:cxn ang="0">
                    <a:pos x="8" y="9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9">
                    <a:moveTo>
                      <a:pt x="16" y="0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7"/>
                      <a:pt x="0" y="6"/>
                      <a:pt x="0" y="0"/>
                    </a:cubicBezTo>
                    <a:cubicBezTo>
                      <a:pt x="6" y="0"/>
                      <a:pt x="13" y="0"/>
                      <a:pt x="16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4" name="Freeform 76">
                <a:extLst>
                  <a:ext uri="{FF2B5EF4-FFF2-40B4-BE49-F238E27FC236}">
                    <a16:creationId xmlns:a16="http://schemas.microsoft.com/office/drawing/2014/main" id="{A700BFB9-0A9F-C789-5DB8-C6037D2D1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538" y="1062038"/>
                <a:ext cx="184150" cy="123825"/>
              </a:xfrm>
              <a:custGeom>
                <a:avLst/>
                <a:gdLst/>
                <a:ahLst/>
                <a:cxnLst>
                  <a:cxn ang="0">
                    <a:pos x="92" y="37"/>
                  </a:cxn>
                  <a:cxn ang="0">
                    <a:pos x="97" y="37"/>
                  </a:cxn>
                  <a:cxn ang="0">
                    <a:pos x="97" y="32"/>
                  </a:cxn>
                  <a:cxn ang="0">
                    <a:pos x="95" y="28"/>
                  </a:cxn>
                  <a:cxn ang="0">
                    <a:pos x="100" y="28"/>
                  </a:cxn>
                  <a:cxn ang="0">
                    <a:pos x="105" y="36"/>
                  </a:cxn>
                  <a:cxn ang="0">
                    <a:pos x="111" y="43"/>
                  </a:cxn>
                  <a:cxn ang="0">
                    <a:pos x="108" y="49"/>
                  </a:cxn>
                  <a:cxn ang="0">
                    <a:pos x="115" y="49"/>
                  </a:cxn>
                  <a:cxn ang="0">
                    <a:pos x="137" y="55"/>
                  </a:cxn>
                  <a:cxn ang="0">
                    <a:pos x="136" y="61"/>
                  </a:cxn>
                  <a:cxn ang="0">
                    <a:pos x="126" y="64"/>
                  </a:cxn>
                  <a:cxn ang="0">
                    <a:pos x="105" y="78"/>
                  </a:cxn>
                  <a:cxn ang="0">
                    <a:pos x="98" y="69"/>
                  </a:cxn>
                  <a:cxn ang="0">
                    <a:pos x="93" y="76"/>
                  </a:cxn>
                  <a:cxn ang="0">
                    <a:pos x="99" y="84"/>
                  </a:cxn>
                  <a:cxn ang="0">
                    <a:pos x="91" y="84"/>
                  </a:cxn>
                  <a:cxn ang="0">
                    <a:pos x="91" y="90"/>
                  </a:cxn>
                  <a:cxn ang="0">
                    <a:pos x="75" y="82"/>
                  </a:cxn>
                  <a:cxn ang="0">
                    <a:pos x="64" y="92"/>
                  </a:cxn>
                  <a:cxn ang="0">
                    <a:pos x="47" y="84"/>
                  </a:cxn>
                  <a:cxn ang="0">
                    <a:pos x="53" y="81"/>
                  </a:cxn>
                  <a:cxn ang="0">
                    <a:pos x="33" y="70"/>
                  </a:cxn>
                  <a:cxn ang="0">
                    <a:pos x="66" y="61"/>
                  </a:cxn>
                  <a:cxn ang="0">
                    <a:pos x="48" y="58"/>
                  </a:cxn>
                  <a:cxn ang="0">
                    <a:pos x="35" y="61"/>
                  </a:cxn>
                  <a:cxn ang="0">
                    <a:pos x="29" y="56"/>
                  </a:cxn>
                  <a:cxn ang="0">
                    <a:pos x="19" y="59"/>
                  </a:cxn>
                  <a:cxn ang="0">
                    <a:pos x="16" y="55"/>
                  </a:cxn>
                  <a:cxn ang="0">
                    <a:pos x="26" y="49"/>
                  </a:cxn>
                  <a:cxn ang="0">
                    <a:pos x="0" y="35"/>
                  </a:cxn>
                  <a:cxn ang="0">
                    <a:pos x="7" y="35"/>
                  </a:cxn>
                  <a:cxn ang="0">
                    <a:pos x="20" y="39"/>
                  </a:cxn>
                  <a:cxn ang="0">
                    <a:pos x="24" y="36"/>
                  </a:cxn>
                  <a:cxn ang="0">
                    <a:pos x="5" y="26"/>
                  </a:cxn>
                  <a:cxn ang="0">
                    <a:pos x="15" y="22"/>
                  </a:cxn>
                  <a:cxn ang="0">
                    <a:pos x="27" y="25"/>
                  </a:cxn>
                  <a:cxn ang="0">
                    <a:pos x="32" y="20"/>
                  </a:cxn>
                  <a:cxn ang="0">
                    <a:pos x="19" y="20"/>
                  </a:cxn>
                  <a:cxn ang="0">
                    <a:pos x="14" y="13"/>
                  </a:cxn>
                  <a:cxn ang="0">
                    <a:pos x="30" y="9"/>
                  </a:cxn>
                  <a:cxn ang="0">
                    <a:pos x="38" y="9"/>
                  </a:cxn>
                  <a:cxn ang="0">
                    <a:pos x="25" y="0"/>
                  </a:cxn>
                  <a:cxn ang="0">
                    <a:pos x="53" y="5"/>
                  </a:cxn>
                  <a:cxn ang="0">
                    <a:pos x="67" y="24"/>
                  </a:cxn>
                  <a:cxn ang="0">
                    <a:pos x="84" y="25"/>
                  </a:cxn>
                  <a:cxn ang="0">
                    <a:pos x="92" y="37"/>
                  </a:cxn>
                </a:cxnLst>
                <a:rect l="0" t="0" r="r" b="b"/>
                <a:pathLst>
                  <a:path w="138" h="92">
                    <a:moveTo>
                      <a:pt x="92" y="37"/>
                    </a:moveTo>
                    <a:cubicBezTo>
                      <a:pt x="97" y="37"/>
                      <a:pt x="97" y="37"/>
                      <a:pt x="97" y="37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7" y="28"/>
                      <a:pt x="98" y="28"/>
                      <a:pt x="100" y="28"/>
                    </a:cubicBezTo>
                    <a:cubicBezTo>
                      <a:pt x="106" y="28"/>
                      <a:pt x="105" y="31"/>
                      <a:pt x="105" y="36"/>
                    </a:cubicBezTo>
                    <a:cubicBezTo>
                      <a:pt x="105" y="39"/>
                      <a:pt x="111" y="39"/>
                      <a:pt x="111" y="43"/>
                    </a:cubicBezTo>
                    <a:cubicBezTo>
                      <a:pt x="111" y="46"/>
                      <a:pt x="108" y="46"/>
                      <a:pt x="108" y="49"/>
                    </a:cubicBezTo>
                    <a:cubicBezTo>
                      <a:pt x="108" y="53"/>
                      <a:pt x="114" y="49"/>
                      <a:pt x="115" y="49"/>
                    </a:cubicBezTo>
                    <a:cubicBezTo>
                      <a:pt x="120" y="49"/>
                      <a:pt x="131" y="54"/>
                      <a:pt x="137" y="55"/>
                    </a:cubicBezTo>
                    <a:cubicBezTo>
                      <a:pt x="137" y="58"/>
                      <a:pt x="138" y="60"/>
                      <a:pt x="136" y="61"/>
                    </a:cubicBezTo>
                    <a:cubicBezTo>
                      <a:pt x="135" y="64"/>
                      <a:pt x="130" y="63"/>
                      <a:pt x="126" y="64"/>
                    </a:cubicBezTo>
                    <a:cubicBezTo>
                      <a:pt x="117" y="65"/>
                      <a:pt x="111" y="78"/>
                      <a:pt x="105" y="78"/>
                    </a:cubicBezTo>
                    <a:cubicBezTo>
                      <a:pt x="100" y="78"/>
                      <a:pt x="100" y="74"/>
                      <a:pt x="98" y="69"/>
                    </a:cubicBezTo>
                    <a:cubicBezTo>
                      <a:pt x="96" y="71"/>
                      <a:pt x="95" y="73"/>
                      <a:pt x="93" y="76"/>
                    </a:cubicBezTo>
                    <a:cubicBezTo>
                      <a:pt x="96" y="80"/>
                      <a:pt x="97" y="81"/>
                      <a:pt x="99" y="84"/>
                    </a:cubicBezTo>
                    <a:cubicBezTo>
                      <a:pt x="91" y="84"/>
                      <a:pt x="91" y="84"/>
                      <a:pt x="91" y="84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87" y="91"/>
                      <a:pt x="79" y="85"/>
                      <a:pt x="75" y="82"/>
                    </a:cubicBezTo>
                    <a:cubicBezTo>
                      <a:pt x="75" y="90"/>
                      <a:pt x="71" y="92"/>
                      <a:pt x="64" y="92"/>
                    </a:cubicBezTo>
                    <a:cubicBezTo>
                      <a:pt x="57" y="92"/>
                      <a:pt x="48" y="91"/>
                      <a:pt x="47" y="84"/>
                    </a:cubicBezTo>
                    <a:cubicBezTo>
                      <a:pt x="50" y="84"/>
                      <a:pt x="51" y="83"/>
                      <a:pt x="53" y="81"/>
                    </a:cubicBezTo>
                    <a:cubicBezTo>
                      <a:pt x="45" y="81"/>
                      <a:pt x="33" y="77"/>
                      <a:pt x="33" y="70"/>
                    </a:cubicBezTo>
                    <a:cubicBezTo>
                      <a:pt x="33" y="62"/>
                      <a:pt x="60" y="63"/>
                      <a:pt x="66" y="61"/>
                    </a:cubicBezTo>
                    <a:cubicBezTo>
                      <a:pt x="60" y="60"/>
                      <a:pt x="55" y="58"/>
                      <a:pt x="48" y="58"/>
                    </a:cubicBezTo>
                    <a:cubicBezTo>
                      <a:pt x="41" y="58"/>
                      <a:pt x="40" y="61"/>
                      <a:pt x="35" y="61"/>
                    </a:cubicBezTo>
                    <a:cubicBezTo>
                      <a:pt x="30" y="61"/>
                      <a:pt x="30" y="58"/>
                      <a:pt x="29" y="56"/>
                    </a:cubicBezTo>
                    <a:cubicBezTo>
                      <a:pt x="24" y="58"/>
                      <a:pt x="23" y="59"/>
                      <a:pt x="19" y="59"/>
                    </a:cubicBezTo>
                    <a:cubicBezTo>
                      <a:pt x="16" y="59"/>
                      <a:pt x="16" y="58"/>
                      <a:pt x="16" y="55"/>
                    </a:cubicBezTo>
                    <a:cubicBezTo>
                      <a:pt x="20" y="53"/>
                      <a:pt x="23" y="53"/>
                      <a:pt x="26" y="49"/>
                    </a:cubicBezTo>
                    <a:cubicBezTo>
                      <a:pt x="11" y="49"/>
                      <a:pt x="2" y="48"/>
                      <a:pt x="0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9" y="37"/>
                      <a:pt x="16" y="39"/>
                      <a:pt x="20" y="39"/>
                    </a:cubicBezTo>
                    <a:cubicBezTo>
                      <a:pt x="22" y="39"/>
                      <a:pt x="24" y="36"/>
                      <a:pt x="24" y="36"/>
                    </a:cubicBezTo>
                    <a:cubicBezTo>
                      <a:pt x="19" y="34"/>
                      <a:pt x="5" y="31"/>
                      <a:pt x="5" y="26"/>
                    </a:cubicBezTo>
                    <a:cubicBezTo>
                      <a:pt x="5" y="21"/>
                      <a:pt x="11" y="22"/>
                      <a:pt x="15" y="22"/>
                    </a:cubicBezTo>
                    <a:cubicBezTo>
                      <a:pt x="21" y="22"/>
                      <a:pt x="23" y="25"/>
                      <a:pt x="27" y="25"/>
                    </a:cubicBezTo>
                    <a:cubicBezTo>
                      <a:pt x="30" y="25"/>
                      <a:pt x="30" y="22"/>
                      <a:pt x="32" y="20"/>
                    </a:cubicBezTo>
                    <a:cubicBezTo>
                      <a:pt x="27" y="18"/>
                      <a:pt x="22" y="20"/>
                      <a:pt x="19" y="20"/>
                    </a:cubicBezTo>
                    <a:cubicBezTo>
                      <a:pt x="18" y="20"/>
                      <a:pt x="14" y="14"/>
                      <a:pt x="14" y="13"/>
                    </a:cubicBezTo>
                    <a:cubicBezTo>
                      <a:pt x="19" y="10"/>
                      <a:pt x="23" y="8"/>
                      <a:pt x="30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3" y="7"/>
                      <a:pt x="25" y="6"/>
                      <a:pt x="25" y="0"/>
                    </a:cubicBezTo>
                    <a:cubicBezTo>
                      <a:pt x="36" y="1"/>
                      <a:pt x="45" y="2"/>
                      <a:pt x="53" y="5"/>
                    </a:cubicBezTo>
                    <a:cubicBezTo>
                      <a:pt x="61" y="9"/>
                      <a:pt x="60" y="21"/>
                      <a:pt x="67" y="24"/>
                    </a:cubicBezTo>
                    <a:cubicBezTo>
                      <a:pt x="73" y="27"/>
                      <a:pt x="78" y="22"/>
                      <a:pt x="84" y="25"/>
                    </a:cubicBezTo>
                    <a:cubicBezTo>
                      <a:pt x="91" y="28"/>
                      <a:pt x="88" y="33"/>
                      <a:pt x="92" y="3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5" name="Freeform 77">
                <a:extLst>
                  <a:ext uri="{FF2B5EF4-FFF2-40B4-BE49-F238E27FC236}">
                    <a16:creationId xmlns:a16="http://schemas.microsoft.com/office/drawing/2014/main" id="{ABF36484-1DC1-8391-F1F4-03E0A4793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763" y="1574800"/>
                <a:ext cx="117475" cy="74613"/>
              </a:xfrm>
              <a:custGeom>
                <a:avLst/>
                <a:gdLst/>
                <a:ahLst/>
                <a:cxnLst>
                  <a:cxn ang="0">
                    <a:pos x="6" y="39"/>
                  </a:cxn>
                  <a:cxn ang="0">
                    <a:pos x="11" y="33"/>
                  </a:cxn>
                  <a:cxn ang="0">
                    <a:pos x="11" y="27"/>
                  </a:cxn>
                  <a:cxn ang="0">
                    <a:pos x="25" y="0"/>
                  </a:cxn>
                  <a:cxn ang="0">
                    <a:pos x="32" y="13"/>
                  </a:cxn>
                  <a:cxn ang="0">
                    <a:pos x="36" y="9"/>
                  </a:cxn>
                  <a:cxn ang="0">
                    <a:pos x="67" y="27"/>
                  </a:cxn>
                  <a:cxn ang="0">
                    <a:pos x="70" y="35"/>
                  </a:cxn>
                  <a:cxn ang="0">
                    <a:pos x="89" y="43"/>
                  </a:cxn>
                  <a:cxn ang="0">
                    <a:pos x="75" y="48"/>
                  </a:cxn>
                  <a:cxn ang="0">
                    <a:pos x="63" y="48"/>
                  </a:cxn>
                  <a:cxn ang="0">
                    <a:pos x="46" y="37"/>
                  </a:cxn>
                  <a:cxn ang="0">
                    <a:pos x="25" y="53"/>
                  </a:cxn>
                  <a:cxn ang="0">
                    <a:pos x="22" y="57"/>
                  </a:cxn>
                  <a:cxn ang="0">
                    <a:pos x="19" y="48"/>
                  </a:cxn>
                  <a:cxn ang="0">
                    <a:pos x="0" y="48"/>
                  </a:cxn>
                  <a:cxn ang="0">
                    <a:pos x="6" y="39"/>
                  </a:cxn>
                </a:cxnLst>
                <a:rect l="0" t="0" r="r" b="b"/>
                <a:pathLst>
                  <a:path w="89" h="57">
                    <a:moveTo>
                      <a:pt x="6" y="39"/>
                    </a:moveTo>
                    <a:cubicBezTo>
                      <a:pt x="9" y="37"/>
                      <a:pt x="11" y="36"/>
                      <a:pt x="11" y="33"/>
                    </a:cubicBezTo>
                    <a:cubicBezTo>
                      <a:pt x="11" y="29"/>
                      <a:pt x="11" y="31"/>
                      <a:pt x="11" y="27"/>
                    </a:cubicBezTo>
                    <a:cubicBezTo>
                      <a:pt x="11" y="19"/>
                      <a:pt x="13" y="2"/>
                      <a:pt x="25" y="0"/>
                    </a:cubicBezTo>
                    <a:cubicBezTo>
                      <a:pt x="28" y="7"/>
                      <a:pt x="30" y="8"/>
                      <a:pt x="32" y="13"/>
                    </a:cubicBezTo>
                    <a:cubicBezTo>
                      <a:pt x="33" y="11"/>
                      <a:pt x="35" y="10"/>
                      <a:pt x="36" y="9"/>
                    </a:cubicBezTo>
                    <a:cubicBezTo>
                      <a:pt x="45" y="21"/>
                      <a:pt x="59" y="16"/>
                      <a:pt x="67" y="27"/>
                    </a:cubicBezTo>
                    <a:cubicBezTo>
                      <a:pt x="69" y="30"/>
                      <a:pt x="68" y="33"/>
                      <a:pt x="70" y="35"/>
                    </a:cubicBezTo>
                    <a:cubicBezTo>
                      <a:pt x="77" y="40"/>
                      <a:pt x="85" y="38"/>
                      <a:pt x="89" y="43"/>
                    </a:cubicBezTo>
                    <a:cubicBezTo>
                      <a:pt x="84" y="46"/>
                      <a:pt x="80" y="48"/>
                      <a:pt x="75" y="48"/>
                    </a:cubicBezTo>
                    <a:cubicBezTo>
                      <a:pt x="69" y="48"/>
                      <a:pt x="67" y="48"/>
                      <a:pt x="63" y="48"/>
                    </a:cubicBezTo>
                    <a:cubicBezTo>
                      <a:pt x="63" y="48"/>
                      <a:pt x="49" y="38"/>
                      <a:pt x="46" y="37"/>
                    </a:cubicBezTo>
                    <a:cubicBezTo>
                      <a:pt x="46" y="47"/>
                      <a:pt x="31" y="56"/>
                      <a:pt x="25" y="53"/>
                    </a:cubicBezTo>
                    <a:cubicBezTo>
                      <a:pt x="24" y="55"/>
                      <a:pt x="24" y="57"/>
                      <a:pt x="22" y="57"/>
                    </a:cubicBezTo>
                    <a:cubicBezTo>
                      <a:pt x="16" y="57"/>
                      <a:pt x="18" y="52"/>
                      <a:pt x="19" y="48"/>
                    </a:cubicBezTo>
                    <a:cubicBezTo>
                      <a:pt x="12" y="46"/>
                      <a:pt x="3" y="48"/>
                      <a:pt x="0" y="48"/>
                    </a:cubicBezTo>
                    <a:cubicBezTo>
                      <a:pt x="0" y="40"/>
                      <a:pt x="5" y="41"/>
                      <a:pt x="6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6" name="Freeform 78">
                <a:extLst>
                  <a:ext uri="{FF2B5EF4-FFF2-40B4-BE49-F238E27FC236}">
                    <a16:creationId xmlns:a16="http://schemas.microsoft.com/office/drawing/2014/main" id="{D62D56F5-075E-B669-154F-2D40A16B6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038" y="1500188"/>
                <a:ext cx="36513" cy="36513"/>
              </a:xfrm>
              <a:custGeom>
                <a:avLst/>
                <a:gdLst/>
                <a:ahLst/>
                <a:cxnLst>
                  <a:cxn ang="0">
                    <a:pos x="27" y="18"/>
                  </a:cxn>
                  <a:cxn ang="0">
                    <a:pos x="11" y="28"/>
                  </a:cxn>
                  <a:cxn ang="0">
                    <a:pos x="0" y="18"/>
                  </a:cxn>
                  <a:cxn ang="0">
                    <a:pos x="27" y="18"/>
                  </a:cxn>
                </a:cxnLst>
                <a:rect l="0" t="0" r="r" b="b"/>
                <a:pathLst>
                  <a:path w="27" h="28">
                    <a:moveTo>
                      <a:pt x="27" y="18"/>
                    </a:moveTo>
                    <a:cubicBezTo>
                      <a:pt x="27" y="24"/>
                      <a:pt x="16" y="28"/>
                      <a:pt x="11" y="28"/>
                    </a:cubicBezTo>
                    <a:cubicBezTo>
                      <a:pt x="4" y="28"/>
                      <a:pt x="0" y="23"/>
                      <a:pt x="0" y="18"/>
                    </a:cubicBezTo>
                    <a:cubicBezTo>
                      <a:pt x="0" y="0"/>
                      <a:pt x="27" y="3"/>
                      <a:pt x="27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7" name="Freeform 79">
                <a:extLst>
                  <a:ext uri="{FF2B5EF4-FFF2-40B4-BE49-F238E27FC236}">
                    <a16:creationId xmlns:a16="http://schemas.microsoft.com/office/drawing/2014/main" id="{019332FD-2B32-3146-64B6-3F5F7B168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4500" y="1652588"/>
                <a:ext cx="30163" cy="23813"/>
              </a:xfrm>
              <a:custGeom>
                <a:avLst/>
                <a:gdLst/>
                <a:ahLst/>
                <a:cxnLst>
                  <a:cxn ang="0">
                    <a:pos x="10" y="1"/>
                  </a:cxn>
                  <a:cxn ang="0">
                    <a:pos x="22" y="3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10" y="1"/>
                  </a:cxn>
                </a:cxnLst>
                <a:rect l="0" t="0" r="r" b="b"/>
                <a:pathLst>
                  <a:path w="22" h="18">
                    <a:moveTo>
                      <a:pt x="10" y="1"/>
                    </a:moveTo>
                    <a:cubicBezTo>
                      <a:pt x="19" y="0"/>
                      <a:pt x="17" y="0"/>
                      <a:pt x="22" y="3"/>
                    </a:cubicBezTo>
                    <a:cubicBezTo>
                      <a:pt x="18" y="8"/>
                      <a:pt x="7" y="17"/>
                      <a:pt x="0" y="1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7"/>
                      <a:pt x="9" y="4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8" name="Freeform 80">
                <a:extLst>
                  <a:ext uri="{FF2B5EF4-FFF2-40B4-BE49-F238E27FC236}">
                    <a16:creationId xmlns:a16="http://schemas.microsoft.com/office/drawing/2014/main" id="{D9460A34-2503-3EF1-80C8-6D60D9BB1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125" y="1336675"/>
                <a:ext cx="79375" cy="33338"/>
              </a:xfrm>
              <a:custGeom>
                <a:avLst/>
                <a:gdLst/>
                <a:ahLst/>
                <a:cxnLst>
                  <a:cxn ang="0">
                    <a:pos x="22" y="25"/>
                  </a:cxn>
                  <a:cxn ang="0">
                    <a:pos x="9" y="16"/>
                  </a:cxn>
                  <a:cxn ang="0">
                    <a:pos x="0" y="6"/>
                  </a:cxn>
                  <a:cxn ang="0">
                    <a:pos x="8" y="0"/>
                  </a:cxn>
                  <a:cxn ang="0">
                    <a:pos x="30" y="3"/>
                  </a:cxn>
                  <a:cxn ang="0">
                    <a:pos x="60" y="17"/>
                  </a:cxn>
                  <a:cxn ang="0">
                    <a:pos x="52" y="24"/>
                  </a:cxn>
                  <a:cxn ang="0">
                    <a:pos x="39" y="21"/>
                  </a:cxn>
                  <a:cxn ang="0">
                    <a:pos x="22" y="25"/>
                  </a:cxn>
                </a:cxnLst>
                <a:rect l="0" t="0" r="r" b="b"/>
                <a:pathLst>
                  <a:path w="60" h="25">
                    <a:moveTo>
                      <a:pt x="22" y="25"/>
                    </a:moveTo>
                    <a:cubicBezTo>
                      <a:pt x="14" y="25"/>
                      <a:pt x="6" y="23"/>
                      <a:pt x="9" y="16"/>
                    </a:cubicBezTo>
                    <a:cubicBezTo>
                      <a:pt x="5" y="13"/>
                      <a:pt x="0" y="11"/>
                      <a:pt x="0" y="6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8" y="0"/>
                      <a:pt x="21" y="3"/>
                      <a:pt x="30" y="3"/>
                    </a:cubicBezTo>
                    <a:cubicBezTo>
                      <a:pt x="42" y="3"/>
                      <a:pt x="52" y="13"/>
                      <a:pt x="60" y="17"/>
                    </a:cubicBezTo>
                    <a:cubicBezTo>
                      <a:pt x="59" y="21"/>
                      <a:pt x="56" y="24"/>
                      <a:pt x="52" y="24"/>
                    </a:cubicBezTo>
                    <a:cubicBezTo>
                      <a:pt x="46" y="24"/>
                      <a:pt x="44" y="21"/>
                      <a:pt x="39" y="21"/>
                    </a:cubicBezTo>
                    <a:cubicBezTo>
                      <a:pt x="34" y="21"/>
                      <a:pt x="30" y="25"/>
                      <a:pt x="22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9" name="Freeform 81">
                <a:extLst>
                  <a:ext uri="{FF2B5EF4-FFF2-40B4-BE49-F238E27FC236}">
                    <a16:creationId xmlns:a16="http://schemas.microsoft.com/office/drawing/2014/main" id="{F4A5531C-C1AC-E1BE-821F-5E619B0C9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1666875"/>
                <a:ext cx="17463" cy="20638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6" y="15"/>
                  </a:cxn>
                  <a:cxn ang="0">
                    <a:pos x="0" y="9"/>
                  </a:cxn>
                  <a:cxn ang="0">
                    <a:pos x="14" y="6"/>
                  </a:cxn>
                </a:cxnLst>
                <a:rect l="0" t="0" r="r" b="b"/>
                <a:pathLst>
                  <a:path w="14" h="15">
                    <a:moveTo>
                      <a:pt x="14" y="6"/>
                    </a:moveTo>
                    <a:cubicBezTo>
                      <a:pt x="12" y="9"/>
                      <a:pt x="11" y="15"/>
                      <a:pt x="6" y="15"/>
                    </a:cubicBezTo>
                    <a:cubicBezTo>
                      <a:pt x="5" y="15"/>
                      <a:pt x="0" y="9"/>
                      <a:pt x="0" y="9"/>
                    </a:cubicBezTo>
                    <a:cubicBezTo>
                      <a:pt x="0" y="1"/>
                      <a:pt x="10" y="0"/>
                      <a:pt x="14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0" name="Freeform 82">
                <a:extLst>
                  <a:ext uri="{FF2B5EF4-FFF2-40B4-BE49-F238E27FC236}">
                    <a16:creationId xmlns:a16="http://schemas.microsoft.com/office/drawing/2014/main" id="{E700E87D-EE46-864C-FCD4-9F0E2381F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900" y="1509713"/>
                <a:ext cx="19050" cy="11113"/>
              </a:xfrm>
              <a:custGeom>
                <a:avLst/>
                <a:gdLst/>
                <a:ahLst/>
                <a:cxnLst>
                  <a:cxn ang="0">
                    <a:pos x="5" y="8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4" y="7"/>
                  </a:cxn>
                  <a:cxn ang="0">
                    <a:pos x="5" y="8"/>
                  </a:cxn>
                </a:cxnLst>
                <a:rect l="0" t="0" r="r" b="b"/>
                <a:pathLst>
                  <a:path w="14" h="8">
                    <a:moveTo>
                      <a:pt x="5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4" y="0"/>
                      <a:pt x="5" y="0"/>
                    </a:cubicBezTo>
                    <a:cubicBezTo>
                      <a:pt x="9" y="0"/>
                      <a:pt x="13" y="5"/>
                      <a:pt x="14" y="7"/>
                    </a:cubicBezTo>
                    <a:cubicBezTo>
                      <a:pt x="8" y="8"/>
                      <a:pt x="10" y="8"/>
                      <a:pt x="5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1" name="Freeform 83">
                <a:extLst>
                  <a:ext uri="{FF2B5EF4-FFF2-40B4-BE49-F238E27FC236}">
                    <a16:creationId xmlns:a16="http://schemas.microsoft.com/office/drawing/2014/main" id="{B499416C-9B60-A085-A641-483AC867D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763" y="1476375"/>
                <a:ext cx="20638" cy="12700"/>
              </a:xfrm>
              <a:custGeom>
                <a:avLst/>
                <a:gdLst/>
                <a:ahLst/>
                <a:cxnLst>
                  <a:cxn ang="0">
                    <a:pos x="5" y="10"/>
                  </a:cxn>
                  <a:cxn ang="0">
                    <a:pos x="15" y="0"/>
                  </a:cxn>
                  <a:cxn ang="0">
                    <a:pos x="5" y="10"/>
                  </a:cxn>
                </a:cxnLst>
                <a:rect l="0" t="0" r="r" b="b"/>
                <a:pathLst>
                  <a:path w="15" h="10">
                    <a:moveTo>
                      <a:pt x="5" y="10"/>
                    </a:moveTo>
                    <a:cubicBezTo>
                      <a:pt x="0" y="10"/>
                      <a:pt x="10" y="0"/>
                      <a:pt x="15" y="0"/>
                    </a:cubicBezTo>
                    <a:cubicBezTo>
                      <a:pt x="14" y="6"/>
                      <a:pt x="10" y="10"/>
                      <a:pt x="5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2" name="Freeform 84">
                <a:extLst>
                  <a:ext uri="{FF2B5EF4-FFF2-40B4-BE49-F238E27FC236}">
                    <a16:creationId xmlns:a16="http://schemas.microsoft.com/office/drawing/2014/main" id="{5F4720FD-E3AB-C7D2-C5C7-A397A06B5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550" y="1335088"/>
                <a:ext cx="482600" cy="347663"/>
              </a:xfrm>
              <a:custGeom>
                <a:avLst/>
                <a:gdLst/>
                <a:ahLst/>
                <a:cxnLst>
                  <a:cxn ang="0">
                    <a:pos x="333" y="196"/>
                  </a:cxn>
                  <a:cxn ang="0">
                    <a:pos x="281" y="171"/>
                  </a:cxn>
                  <a:cxn ang="0">
                    <a:pos x="289" y="177"/>
                  </a:cxn>
                  <a:cxn ang="0">
                    <a:pos x="283" y="184"/>
                  </a:cxn>
                  <a:cxn ang="0">
                    <a:pos x="298" y="201"/>
                  </a:cxn>
                  <a:cxn ang="0">
                    <a:pos x="318" y="206"/>
                  </a:cxn>
                  <a:cxn ang="0">
                    <a:pos x="326" y="225"/>
                  </a:cxn>
                  <a:cxn ang="0">
                    <a:pos x="278" y="225"/>
                  </a:cxn>
                  <a:cxn ang="0">
                    <a:pos x="304" y="256"/>
                  </a:cxn>
                  <a:cxn ang="0">
                    <a:pos x="295" y="256"/>
                  </a:cxn>
                  <a:cxn ang="0">
                    <a:pos x="233" y="226"/>
                  </a:cxn>
                  <a:cxn ang="0">
                    <a:pos x="190" y="210"/>
                  </a:cxn>
                  <a:cxn ang="0">
                    <a:pos x="169" y="214"/>
                  </a:cxn>
                  <a:cxn ang="0">
                    <a:pos x="168" y="189"/>
                  </a:cxn>
                  <a:cxn ang="0">
                    <a:pos x="207" y="183"/>
                  </a:cxn>
                  <a:cxn ang="0">
                    <a:pos x="210" y="167"/>
                  </a:cxn>
                  <a:cxn ang="0">
                    <a:pos x="186" y="115"/>
                  </a:cxn>
                  <a:cxn ang="0">
                    <a:pos x="168" y="115"/>
                  </a:cxn>
                  <a:cxn ang="0">
                    <a:pos x="146" y="85"/>
                  </a:cxn>
                  <a:cxn ang="0">
                    <a:pos x="122" y="91"/>
                  </a:cxn>
                  <a:cxn ang="0">
                    <a:pos x="41" y="82"/>
                  </a:cxn>
                  <a:cxn ang="0">
                    <a:pos x="11" y="69"/>
                  </a:cxn>
                  <a:cxn ang="0">
                    <a:pos x="30" y="65"/>
                  </a:cxn>
                  <a:cxn ang="0">
                    <a:pos x="0" y="48"/>
                  </a:cxn>
                  <a:cxn ang="0">
                    <a:pos x="11" y="16"/>
                  </a:cxn>
                  <a:cxn ang="0">
                    <a:pos x="61" y="4"/>
                  </a:cxn>
                  <a:cxn ang="0">
                    <a:pos x="46" y="32"/>
                  </a:cxn>
                  <a:cxn ang="0">
                    <a:pos x="50" y="47"/>
                  </a:cxn>
                  <a:cxn ang="0">
                    <a:pos x="55" y="26"/>
                  </a:cxn>
                  <a:cxn ang="0">
                    <a:pos x="120" y="29"/>
                  </a:cxn>
                  <a:cxn ang="0">
                    <a:pos x="128" y="34"/>
                  </a:cxn>
                  <a:cxn ang="0">
                    <a:pos x="156" y="27"/>
                  </a:cxn>
                  <a:cxn ang="0">
                    <a:pos x="217" y="56"/>
                  </a:cxn>
                  <a:cxn ang="0">
                    <a:pos x="242" y="65"/>
                  </a:cxn>
                  <a:cxn ang="0">
                    <a:pos x="273" y="85"/>
                  </a:cxn>
                  <a:cxn ang="0">
                    <a:pos x="293" y="95"/>
                  </a:cxn>
                  <a:cxn ang="0">
                    <a:pos x="291" y="102"/>
                  </a:cxn>
                  <a:cxn ang="0">
                    <a:pos x="283" y="116"/>
                  </a:cxn>
                  <a:cxn ang="0">
                    <a:pos x="317" y="135"/>
                  </a:cxn>
                  <a:cxn ang="0">
                    <a:pos x="342" y="153"/>
                  </a:cxn>
                  <a:cxn ang="0">
                    <a:pos x="362" y="165"/>
                  </a:cxn>
                  <a:cxn ang="0">
                    <a:pos x="349" y="178"/>
                  </a:cxn>
                </a:cxnLst>
                <a:rect l="0" t="0" r="r" b="b"/>
                <a:pathLst>
                  <a:path w="362" h="261">
                    <a:moveTo>
                      <a:pt x="339" y="184"/>
                    </a:moveTo>
                    <a:cubicBezTo>
                      <a:pt x="339" y="189"/>
                      <a:pt x="338" y="196"/>
                      <a:pt x="333" y="196"/>
                    </a:cubicBezTo>
                    <a:cubicBezTo>
                      <a:pt x="311" y="196"/>
                      <a:pt x="311" y="166"/>
                      <a:pt x="289" y="166"/>
                    </a:cubicBezTo>
                    <a:cubicBezTo>
                      <a:pt x="287" y="166"/>
                      <a:pt x="281" y="171"/>
                      <a:pt x="281" y="171"/>
                    </a:cubicBezTo>
                    <a:cubicBezTo>
                      <a:pt x="284" y="173"/>
                      <a:pt x="285" y="173"/>
                      <a:pt x="289" y="172"/>
                    </a:cubicBezTo>
                    <a:cubicBezTo>
                      <a:pt x="289" y="177"/>
                      <a:pt x="289" y="177"/>
                      <a:pt x="289" y="177"/>
                    </a:cubicBezTo>
                    <a:cubicBezTo>
                      <a:pt x="287" y="178"/>
                      <a:pt x="284" y="178"/>
                      <a:pt x="283" y="177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8" y="184"/>
                      <a:pt x="288" y="184"/>
                      <a:pt x="288" y="184"/>
                    </a:cubicBezTo>
                    <a:cubicBezTo>
                      <a:pt x="289" y="189"/>
                      <a:pt x="295" y="199"/>
                      <a:pt x="298" y="201"/>
                    </a:cubicBezTo>
                    <a:cubicBezTo>
                      <a:pt x="307" y="204"/>
                      <a:pt x="310" y="198"/>
                      <a:pt x="311" y="206"/>
                    </a:cubicBezTo>
                    <a:cubicBezTo>
                      <a:pt x="315" y="206"/>
                      <a:pt x="315" y="206"/>
                      <a:pt x="318" y="206"/>
                    </a:cubicBezTo>
                    <a:cubicBezTo>
                      <a:pt x="318" y="213"/>
                      <a:pt x="318" y="213"/>
                      <a:pt x="318" y="215"/>
                    </a:cubicBezTo>
                    <a:cubicBezTo>
                      <a:pt x="318" y="218"/>
                      <a:pt x="326" y="220"/>
                      <a:pt x="326" y="225"/>
                    </a:cubicBezTo>
                    <a:cubicBezTo>
                      <a:pt x="326" y="229"/>
                      <a:pt x="321" y="238"/>
                      <a:pt x="319" y="242"/>
                    </a:cubicBezTo>
                    <a:cubicBezTo>
                      <a:pt x="311" y="242"/>
                      <a:pt x="283" y="231"/>
                      <a:pt x="278" y="225"/>
                    </a:cubicBezTo>
                    <a:cubicBezTo>
                      <a:pt x="272" y="225"/>
                      <a:pt x="272" y="225"/>
                      <a:pt x="272" y="225"/>
                    </a:cubicBezTo>
                    <a:cubicBezTo>
                      <a:pt x="279" y="234"/>
                      <a:pt x="304" y="243"/>
                      <a:pt x="304" y="256"/>
                    </a:cubicBezTo>
                    <a:cubicBezTo>
                      <a:pt x="304" y="259"/>
                      <a:pt x="301" y="261"/>
                      <a:pt x="299" y="261"/>
                    </a:cubicBezTo>
                    <a:cubicBezTo>
                      <a:pt x="297" y="261"/>
                      <a:pt x="296" y="256"/>
                      <a:pt x="295" y="256"/>
                    </a:cubicBezTo>
                    <a:cubicBezTo>
                      <a:pt x="282" y="249"/>
                      <a:pt x="274" y="252"/>
                      <a:pt x="263" y="245"/>
                    </a:cubicBezTo>
                    <a:cubicBezTo>
                      <a:pt x="252" y="239"/>
                      <a:pt x="226" y="240"/>
                      <a:pt x="233" y="226"/>
                    </a:cubicBezTo>
                    <a:cubicBezTo>
                      <a:pt x="219" y="219"/>
                      <a:pt x="212" y="211"/>
                      <a:pt x="199" y="204"/>
                    </a:cubicBezTo>
                    <a:cubicBezTo>
                      <a:pt x="197" y="207"/>
                      <a:pt x="194" y="210"/>
                      <a:pt x="190" y="210"/>
                    </a:cubicBezTo>
                    <a:cubicBezTo>
                      <a:pt x="186" y="210"/>
                      <a:pt x="187" y="207"/>
                      <a:pt x="183" y="207"/>
                    </a:cubicBezTo>
                    <a:cubicBezTo>
                      <a:pt x="177" y="207"/>
                      <a:pt x="175" y="214"/>
                      <a:pt x="169" y="214"/>
                    </a:cubicBezTo>
                    <a:cubicBezTo>
                      <a:pt x="165" y="214"/>
                      <a:pt x="150" y="208"/>
                      <a:pt x="150" y="201"/>
                    </a:cubicBezTo>
                    <a:cubicBezTo>
                      <a:pt x="150" y="197"/>
                      <a:pt x="162" y="189"/>
                      <a:pt x="168" y="189"/>
                    </a:cubicBezTo>
                    <a:cubicBezTo>
                      <a:pt x="176" y="189"/>
                      <a:pt x="183" y="189"/>
                      <a:pt x="187" y="189"/>
                    </a:cubicBezTo>
                    <a:cubicBezTo>
                      <a:pt x="191" y="189"/>
                      <a:pt x="202" y="187"/>
                      <a:pt x="207" y="183"/>
                    </a:cubicBezTo>
                    <a:cubicBezTo>
                      <a:pt x="205" y="182"/>
                      <a:pt x="199" y="178"/>
                      <a:pt x="199" y="174"/>
                    </a:cubicBezTo>
                    <a:cubicBezTo>
                      <a:pt x="199" y="167"/>
                      <a:pt x="207" y="171"/>
                      <a:pt x="210" y="167"/>
                    </a:cubicBezTo>
                    <a:cubicBezTo>
                      <a:pt x="214" y="163"/>
                      <a:pt x="223" y="154"/>
                      <a:pt x="223" y="148"/>
                    </a:cubicBezTo>
                    <a:cubicBezTo>
                      <a:pt x="223" y="136"/>
                      <a:pt x="195" y="115"/>
                      <a:pt x="186" y="115"/>
                    </a:cubicBezTo>
                    <a:cubicBezTo>
                      <a:pt x="180" y="115"/>
                      <a:pt x="177" y="120"/>
                      <a:pt x="172" y="120"/>
                    </a:cubicBezTo>
                    <a:cubicBezTo>
                      <a:pt x="170" y="120"/>
                      <a:pt x="168" y="115"/>
                      <a:pt x="168" y="115"/>
                    </a:cubicBezTo>
                    <a:cubicBezTo>
                      <a:pt x="168" y="110"/>
                      <a:pt x="176" y="109"/>
                      <a:pt x="179" y="109"/>
                    </a:cubicBezTo>
                    <a:cubicBezTo>
                      <a:pt x="175" y="105"/>
                      <a:pt x="151" y="85"/>
                      <a:pt x="146" y="85"/>
                    </a:cubicBezTo>
                    <a:cubicBezTo>
                      <a:pt x="140" y="85"/>
                      <a:pt x="133" y="101"/>
                      <a:pt x="125" y="101"/>
                    </a:cubicBezTo>
                    <a:cubicBezTo>
                      <a:pt x="120" y="101"/>
                      <a:pt x="121" y="94"/>
                      <a:pt x="122" y="91"/>
                    </a:cubicBezTo>
                    <a:cubicBezTo>
                      <a:pt x="108" y="90"/>
                      <a:pt x="75" y="91"/>
                      <a:pt x="55" y="91"/>
                    </a:cubicBezTo>
                    <a:cubicBezTo>
                      <a:pt x="51" y="91"/>
                      <a:pt x="44" y="86"/>
                      <a:pt x="41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8" y="76"/>
                      <a:pt x="11" y="75"/>
                      <a:pt x="11" y="69"/>
                    </a:cubicBezTo>
                    <a:cubicBezTo>
                      <a:pt x="16" y="67"/>
                      <a:pt x="23" y="70"/>
                      <a:pt x="30" y="70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6" y="62"/>
                      <a:pt x="6" y="60"/>
                      <a:pt x="6" y="60"/>
                    </a:cubicBezTo>
                    <a:cubicBezTo>
                      <a:pt x="6" y="60"/>
                      <a:pt x="0" y="52"/>
                      <a:pt x="0" y="48"/>
                    </a:cubicBezTo>
                    <a:cubicBezTo>
                      <a:pt x="0" y="36"/>
                      <a:pt x="2" y="33"/>
                      <a:pt x="8" y="29"/>
                    </a:cubicBezTo>
                    <a:cubicBezTo>
                      <a:pt x="12" y="26"/>
                      <a:pt x="10" y="18"/>
                      <a:pt x="11" y="16"/>
                    </a:cubicBezTo>
                    <a:cubicBezTo>
                      <a:pt x="20" y="7"/>
                      <a:pt x="32" y="0"/>
                      <a:pt x="47" y="0"/>
                    </a:cubicBezTo>
                    <a:cubicBezTo>
                      <a:pt x="47" y="0"/>
                      <a:pt x="61" y="4"/>
                      <a:pt x="61" y="4"/>
                    </a:cubicBezTo>
                    <a:cubicBezTo>
                      <a:pt x="57" y="14"/>
                      <a:pt x="42" y="14"/>
                      <a:pt x="42" y="27"/>
                    </a:cubicBezTo>
                    <a:cubicBezTo>
                      <a:pt x="42" y="30"/>
                      <a:pt x="44" y="32"/>
                      <a:pt x="46" y="32"/>
                    </a:cubicBezTo>
                    <a:cubicBezTo>
                      <a:pt x="45" y="35"/>
                      <a:pt x="46" y="40"/>
                      <a:pt x="46" y="40"/>
                    </a:cubicBezTo>
                    <a:cubicBezTo>
                      <a:pt x="46" y="43"/>
                      <a:pt x="45" y="47"/>
                      <a:pt x="50" y="47"/>
                    </a:cubicBezTo>
                    <a:cubicBezTo>
                      <a:pt x="53" y="47"/>
                      <a:pt x="59" y="42"/>
                      <a:pt x="59" y="38"/>
                    </a:cubicBezTo>
                    <a:cubicBezTo>
                      <a:pt x="59" y="34"/>
                      <a:pt x="55" y="31"/>
                      <a:pt x="55" y="26"/>
                    </a:cubicBezTo>
                    <a:cubicBezTo>
                      <a:pt x="55" y="10"/>
                      <a:pt x="84" y="4"/>
                      <a:pt x="102" y="4"/>
                    </a:cubicBezTo>
                    <a:cubicBezTo>
                      <a:pt x="113" y="4"/>
                      <a:pt x="120" y="20"/>
                      <a:pt x="120" y="29"/>
                    </a:cubicBezTo>
                    <a:cubicBezTo>
                      <a:pt x="120" y="31"/>
                      <a:pt x="117" y="38"/>
                      <a:pt x="120" y="38"/>
                    </a:cubicBezTo>
                    <a:cubicBezTo>
                      <a:pt x="122" y="38"/>
                      <a:pt x="124" y="34"/>
                      <a:pt x="128" y="34"/>
                    </a:cubicBezTo>
                    <a:cubicBezTo>
                      <a:pt x="133" y="34"/>
                      <a:pt x="135" y="38"/>
                      <a:pt x="138" y="38"/>
                    </a:cubicBezTo>
                    <a:cubicBezTo>
                      <a:pt x="146" y="38"/>
                      <a:pt x="148" y="27"/>
                      <a:pt x="156" y="27"/>
                    </a:cubicBezTo>
                    <a:cubicBezTo>
                      <a:pt x="165" y="27"/>
                      <a:pt x="183" y="30"/>
                      <a:pt x="189" y="34"/>
                    </a:cubicBezTo>
                    <a:cubicBezTo>
                      <a:pt x="199" y="41"/>
                      <a:pt x="202" y="56"/>
                      <a:pt x="217" y="56"/>
                    </a:cubicBezTo>
                    <a:cubicBezTo>
                      <a:pt x="223" y="56"/>
                      <a:pt x="224" y="56"/>
                      <a:pt x="228" y="56"/>
                    </a:cubicBezTo>
                    <a:cubicBezTo>
                      <a:pt x="232" y="56"/>
                      <a:pt x="243" y="57"/>
                      <a:pt x="242" y="65"/>
                    </a:cubicBezTo>
                    <a:cubicBezTo>
                      <a:pt x="254" y="69"/>
                      <a:pt x="261" y="76"/>
                      <a:pt x="273" y="77"/>
                    </a:cubicBezTo>
                    <a:cubicBezTo>
                      <a:pt x="273" y="85"/>
                      <a:pt x="273" y="85"/>
                      <a:pt x="273" y="85"/>
                    </a:cubicBezTo>
                    <a:cubicBezTo>
                      <a:pt x="276" y="85"/>
                      <a:pt x="281" y="85"/>
                      <a:pt x="281" y="85"/>
                    </a:cubicBezTo>
                    <a:cubicBezTo>
                      <a:pt x="287" y="85"/>
                      <a:pt x="290" y="89"/>
                      <a:pt x="293" y="95"/>
                    </a:cubicBezTo>
                    <a:cubicBezTo>
                      <a:pt x="287" y="96"/>
                      <a:pt x="281" y="96"/>
                      <a:pt x="277" y="101"/>
                    </a:cubicBezTo>
                    <a:cubicBezTo>
                      <a:pt x="285" y="102"/>
                      <a:pt x="287" y="102"/>
                      <a:pt x="291" y="102"/>
                    </a:cubicBezTo>
                    <a:cubicBezTo>
                      <a:pt x="293" y="102"/>
                      <a:pt x="296" y="103"/>
                      <a:pt x="297" y="106"/>
                    </a:cubicBezTo>
                    <a:cubicBezTo>
                      <a:pt x="290" y="110"/>
                      <a:pt x="287" y="110"/>
                      <a:pt x="283" y="116"/>
                    </a:cubicBezTo>
                    <a:cubicBezTo>
                      <a:pt x="287" y="118"/>
                      <a:pt x="289" y="120"/>
                      <a:pt x="295" y="120"/>
                    </a:cubicBezTo>
                    <a:cubicBezTo>
                      <a:pt x="296" y="130"/>
                      <a:pt x="308" y="134"/>
                      <a:pt x="317" y="135"/>
                    </a:cubicBezTo>
                    <a:cubicBezTo>
                      <a:pt x="318" y="143"/>
                      <a:pt x="320" y="151"/>
                      <a:pt x="327" y="151"/>
                    </a:cubicBezTo>
                    <a:cubicBezTo>
                      <a:pt x="337" y="151"/>
                      <a:pt x="339" y="145"/>
                      <a:pt x="342" y="153"/>
                    </a:cubicBezTo>
                    <a:cubicBezTo>
                      <a:pt x="344" y="155"/>
                      <a:pt x="348" y="155"/>
                      <a:pt x="350" y="155"/>
                    </a:cubicBezTo>
                    <a:cubicBezTo>
                      <a:pt x="359" y="155"/>
                      <a:pt x="362" y="158"/>
                      <a:pt x="362" y="165"/>
                    </a:cubicBezTo>
                    <a:cubicBezTo>
                      <a:pt x="362" y="171"/>
                      <a:pt x="355" y="173"/>
                      <a:pt x="349" y="173"/>
                    </a:cubicBezTo>
                    <a:cubicBezTo>
                      <a:pt x="349" y="178"/>
                      <a:pt x="349" y="176"/>
                      <a:pt x="349" y="178"/>
                    </a:cubicBezTo>
                    <a:cubicBezTo>
                      <a:pt x="349" y="180"/>
                      <a:pt x="348" y="184"/>
                      <a:pt x="339" y="1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3" name="Freeform 85">
                <a:extLst>
                  <a:ext uri="{FF2B5EF4-FFF2-40B4-BE49-F238E27FC236}">
                    <a16:creationId xmlns:a16="http://schemas.microsoft.com/office/drawing/2014/main" id="{82A6FBE2-2467-8ABB-E0E7-C1C50404F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400" y="1635125"/>
                <a:ext cx="14288" cy="12700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0" y="6"/>
                  </a:cxn>
                  <a:cxn ang="0">
                    <a:pos x="10" y="6"/>
                  </a:cxn>
                </a:cxnLst>
                <a:rect l="0" t="0" r="r" b="b"/>
                <a:pathLst>
                  <a:path w="10" h="9">
                    <a:moveTo>
                      <a:pt x="10" y="6"/>
                    </a:moveTo>
                    <a:cubicBezTo>
                      <a:pt x="6" y="9"/>
                      <a:pt x="5" y="9"/>
                      <a:pt x="0" y="6"/>
                    </a:cubicBezTo>
                    <a:cubicBezTo>
                      <a:pt x="5" y="0"/>
                      <a:pt x="5" y="3"/>
                      <a:pt x="1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4" name="Freeform 86">
                <a:extLst>
                  <a:ext uri="{FF2B5EF4-FFF2-40B4-BE49-F238E27FC236}">
                    <a16:creationId xmlns:a16="http://schemas.microsoft.com/office/drawing/2014/main" id="{CFE91AE0-7357-5716-4657-B1B221EAA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975" y="1568450"/>
                <a:ext cx="12700" cy="12700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9" y="9"/>
                  </a:cxn>
                  <a:cxn ang="0">
                    <a:pos x="1" y="2"/>
                  </a:cxn>
                </a:cxnLst>
                <a:rect l="0" t="0" r="r" b="b"/>
                <a:pathLst>
                  <a:path w="9" h="9">
                    <a:moveTo>
                      <a:pt x="1" y="2"/>
                    </a:moveTo>
                    <a:cubicBezTo>
                      <a:pt x="6" y="0"/>
                      <a:pt x="6" y="5"/>
                      <a:pt x="9" y="9"/>
                    </a:cubicBezTo>
                    <a:cubicBezTo>
                      <a:pt x="4" y="9"/>
                      <a:pt x="0" y="5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5" name="Freeform 87">
                <a:extLst>
                  <a:ext uri="{FF2B5EF4-FFF2-40B4-BE49-F238E27FC236}">
                    <a16:creationId xmlns:a16="http://schemas.microsoft.com/office/drawing/2014/main" id="{BE73593C-D1F1-696A-A8EA-56DA85D29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975" y="985838"/>
                <a:ext cx="514350" cy="269875"/>
              </a:xfrm>
              <a:custGeom>
                <a:avLst/>
                <a:gdLst/>
                <a:ahLst/>
                <a:cxnLst>
                  <a:cxn ang="0">
                    <a:pos x="307" y="16"/>
                  </a:cxn>
                  <a:cxn ang="0">
                    <a:pos x="350" y="9"/>
                  </a:cxn>
                  <a:cxn ang="0">
                    <a:pos x="386" y="28"/>
                  </a:cxn>
                  <a:cxn ang="0">
                    <a:pos x="313" y="51"/>
                  </a:cxn>
                  <a:cxn ang="0">
                    <a:pos x="295" y="74"/>
                  </a:cxn>
                  <a:cxn ang="0">
                    <a:pos x="231" y="108"/>
                  </a:cxn>
                  <a:cxn ang="0">
                    <a:pos x="216" y="118"/>
                  </a:cxn>
                  <a:cxn ang="0">
                    <a:pos x="216" y="137"/>
                  </a:cxn>
                  <a:cxn ang="0">
                    <a:pos x="174" y="157"/>
                  </a:cxn>
                  <a:cxn ang="0">
                    <a:pos x="158" y="184"/>
                  </a:cxn>
                  <a:cxn ang="0">
                    <a:pos x="176" y="188"/>
                  </a:cxn>
                  <a:cxn ang="0">
                    <a:pos x="126" y="197"/>
                  </a:cxn>
                  <a:cxn ang="0">
                    <a:pos x="80" y="201"/>
                  </a:cxn>
                  <a:cxn ang="0">
                    <a:pos x="33" y="197"/>
                  </a:cxn>
                  <a:cxn ang="0">
                    <a:pos x="60" y="176"/>
                  </a:cxn>
                  <a:cxn ang="0">
                    <a:pos x="57" y="158"/>
                  </a:cxn>
                  <a:cxn ang="0">
                    <a:pos x="92" y="170"/>
                  </a:cxn>
                  <a:cxn ang="0">
                    <a:pos x="66" y="148"/>
                  </a:cxn>
                  <a:cxn ang="0">
                    <a:pos x="55" y="151"/>
                  </a:cxn>
                  <a:cxn ang="0">
                    <a:pos x="68" y="131"/>
                  </a:cxn>
                  <a:cxn ang="0">
                    <a:pos x="62" y="97"/>
                  </a:cxn>
                  <a:cxn ang="0">
                    <a:pos x="67" y="89"/>
                  </a:cxn>
                  <a:cxn ang="0">
                    <a:pos x="97" y="90"/>
                  </a:cxn>
                  <a:cxn ang="0">
                    <a:pos x="108" y="91"/>
                  </a:cxn>
                  <a:cxn ang="0">
                    <a:pos x="133" y="86"/>
                  </a:cxn>
                  <a:cxn ang="0">
                    <a:pos x="147" y="74"/>
                  </a:cxn>
                  <a:cxn ang="0">
                    <a:pos x="99" y="81"/>
                  </a:cxn>
                  <a:cxn ang="0">
                    <a:pos x="72" y="76"/>
                  </a:cxn>
                  <a:cxn ang="0">
                    <a:pos x="57" y="81"/>
                  </a:cxn>
                  <a:cxn ang="0">
                    <a:pos x="44" y="67"/>
                  </a:cxn>
                  <a:cxn ang="0">
                    <a:pos x="51" y="53"/>
                  </a:cxn>
                  <a:cxn ang="0">
                    <a:pos x="25" y="60"/>
                  </a:cxn>
                  <a:cxn ang="0">
                    <a:pos x="29" y="49"/>
                  </a:cxn>
                  <a:cxn ang="0">
                    <a:pos x="9" y="52"/>
                  </a:cxn>
                  <a:cxn ang="0">
                    <a:pos x="44" y="36"/>
                  </a:cxn>
                  <a:cxn ang="0">
                    <a:pos x="57" y="32"/>
                  </a:cxn>
                  <a:cxn ang="0">
                    <a:pos x="104" y="32"/>
                  </a:cxn>
                  <a:cxn ang="0">
                    <a:pos x="135" y="11"/>
                  </a:cxn>
                  <a:cxn ang="0">
                    <a:pos x="196" y="6"/>
                  </a:cxn>
                  <a:cxn ang="0">
                    <a:pos x="218" y="8"/>
                  </a:cxn>
                  <a:cxn ang="0">
                    <a:pos x="245" y="3"/>
                  </a:cxn>
                  <a:cxn ang="0">
                    <a:pos x="315" y="11"/>
                  </a:cxn>
                </a:cxnLst>
                <a:rect l="0" t="0" r="r" b="b"/>
                <a:pathLst>
                  <a:path w="386" h="203">
                    <a:moveTo>
                      <a:pt x="315" y="11"/>
                    </a:moveTo>
                    <a:cubicBezTo>
                      <a:pt x="312" y="14"/>
                      <a:pt x="310" y="15"/>
                      <a:pt x="307" y="16"/>
                    </a:cubicBezTo>
                    <a:cubicBezTo>
                      <a:pt x="342" y="6"/>
                      <a:pt x="342" y="6"/>
                      <a:pt x="342" y="6"/>
                    </a:cubicBezTo>
                    <a:cubicBezTo>
                      <a:pt x="345" y="7"/>
                      <a:pt x="347" y="8"/>
                      <a:pt x="350" y="9"/>
                    </a:cubicBezTo>
                    <a:cubicBezTo>
                      <a:pt x="355" y="11"/>
                      <a:pt x="355" y="14"/>
                      <a:pt x="358" y="17"/>
                    </a:cubicBezTo>
                    <a:cubicBezTo>
                      <a:pt x="363" y="22"/>
                      <a:pt x="386" y="20"/>
                      <a:pt x="386" y="28"/>
                    </a:cubicBezTo>
                    <a:cubicBezTo>
                      <a:pt x="386" y="33"/>
                      <a:pt x="378" y="32"/>
                      <a:pt x="375" y="34"/>
                    </a:cubicBezTo>
                    <a:cubicBezTo>
                      <a:pt x="358" y="48"/>
                      <a:pt x="336" y="40"/>
                      <a:pt x="313" y="51"/>
                    </a:cubicBezTo>
                    <a:cubicBezTo>
                      <a:pt x="317" y="56"/>
                      <a:pt x="335" y="52"/>
                      <a:pt x="346" y="52"/>
                    </a:cubicBezTo>
                    <a:cubicBezTo>
                      <a:pt x="336" y="63"/>
                      <a:pt x="311" y="69"/>
                      <a:pt x="295" y="74"/>
                    </a:cubicBezTo>
                    <a:cubicBezTo>
                      <a:pt x="277" y="80"/>
                      <a:pt x="267" y="97"/>
                      <a:pt x="254" y="107"/>
                    </a:cubicBezTo>
                    <a:cubicBezTo>
                      <a:pt x="248" y="112"/>
                      <a:pt x="238" y="106"/>
                      <a:pt x="231" y="108"/>
                    </a:cubicBezTo>
                    <a:cubicBezTo>
                      <a:pt x="221" y="112"/>
                      <a:pt x="210" y="112"/>
                      <a:pt x="203" y="118"/>
                    </a:cubicBezTo>
                    <a:cubicBezTo>
                      <a:pt x="216" y="118"/>
                      <a:pt x="216" y="118"/>
                      <a:pt x="216" y="118"/>
                    </a:cubicBezTo>
                    <a:cubicBezTo>
                      <a:pt x="217" y="128"/>
                      <a:pt x="211" y="127"/>
                      <a:pt x="203" y="126"/>
                    </a:cubicBezTo>
                    <a:cubicBezTo>
                      <a:pt x="208" y="129"/>
                      <a:pt x="213" y="131"/>
                      <a:pt x="216" y="137"/>
                    </a:cubicBezTo>
                    <a:cubicBezTo>
                      <a:pt x="206" y="141"/>
                      <a:pt x="203" y="152"/>
                      <a:pt x="196" y="157"/>
                    </a:cubicBezTo>
                    <a:cubicBezTo>
                      <a:pt x="177" y="157"/>
                      <a:pt x="177" y="157"/>
                      <a:pt x="174" y="157"/>
                    </a:cubicBezTo>
                    <a:cubicBezTo>
                      <a:pt x="175" y="160"/>
                      <a:pt x="177" y="161"/>
                      <a:pt x="177" y="164"/>
                    </a:cubicBezTo>
                    <a:cubicBezTo>
                      <a:pt x="177" y="178"/>
                      <a:pt x="158" y="169"/>
                      <a:pt x="158" y="184"/>
                    </a:cubicBezTo>
                    <a:cubicBezTo>
                      <a:pt x="165" y="184"/>
                      <a:pt x="166" y="184"/>
                      <a:pt x="169" y="184"/>
                    </a:cubicBezTo>
                    <a:cubicBezTo>
                      <a:pt x="171" y="184"/>
                      <a:pt x="176" y="184"/>
                      <a:pt x="176" y="188"/>
                    </a:cubicBezTo>
                    <a:cubicBezTo>
                      <a:pt x="176" y="195"/>
                      <a:pt x="151" y="203"/>
                      <a:pt x="141" y="203"/>
                    </a:cubicBezTo>
                    <a:cubicBezTo>
                      <a:pt x="131" y="203"/>
                      <a:pt x="135" y="197"/>
                      <a:pt x="126" y="197"/>
                    </a:cubicBezTo>
                    <a:cubicBezTo>
                      <a:pt x="113" y="197"/>
                      <a:pt x="104" y="197"/>
                      <a:pt x="93" y="197"/>
                    </a:cubicBezTo>
                    <a:cubicBezTo>
                      <a:pt x="89" y="197"/>
                      <a:pt x="86" y="201"/>
                      <a:pt x="80" y="201"/>
                    </a:cubicBezTo>
                    <a:cubicBezTo>
                      <a:pt x="65" y="201"/>
                      <a:pt x="53" y="197"/>
                      <a:pt x="38" y="192"/>
                    </a:cubicBezTo>
                    <a:cubicBezTo>
                      <a:pt x="37" y="194"/>
                      <a:pt x="35" y="197"/>
                      <a:pt x="33" y="197"/>
                    </a:cubicBezTo>
                    <a:cubicBezTo>
                      <a:pt x="29" y="197"/>
                      <a:pt x="28" y="194"/>
                      <a:pt x="28" y="193"/>
                    </a:cubicBezTo>
                    <a:cubicBezTo>
                      <a:pt x="28" y="176"/>
                      <a:pt x="51" y="182"/>
                      <a:pt x="60" y="176"/>
                    </a:cubicBezTo>
                    <a:cubicBezTo>
                      <a:pt x="55" y="172"/>
                      <a:pt x="46" y="170"/>
                      <a:pt x="46" y="162"/>
                    </a:cubicBezTo>
                    <a:cubicBezTo>
                      <a:pt x="46" y="156"/>
                      <a:pt x="52" y="158"/>
                      <a:pt x="57" y="158"/>
                    </a:cubicBezTo>
                    <a:cubicBezTo>
                      <a:pt x="71" y="158"/>
                      <a:pt x="76" y="165"/>
                      <a:pt x="84" y="170"/>
                    </a:cubicBezTo>
                    <a:cubicBezTo>
                      <a:pt x="92" y="170"/>
                      <a:pt x="92" y="170"/>
                      <a:pt x="92" y="170"/>
                    </a:cubicBezTo>
                    <a:cubicBezTo>
                      <a:pt x="86" y="164"/>
                      <a:pt x="72" y="159"/>
                      <a:pt x="72" y="148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3" y="149"/>
                      <a:pt x="63" y="149"/>
                      <a:pt x="61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46"/>
                      <a:pt x="55" y="146"/>
                      <a:pt x="55" y="146"/>
                    </a:cubicBezTo>
                    <a:cubicBezTo>
                      <a:pt x="58" y="138"/>
                      <a:pt x="61" y="134"/>
                      <a:pt x="68" y="131"/>
                    </a:cubicBezTo>
                    <a:cubicBezTo>
                      <a:pt x="79" y="128"/>
                      <a:pt x="92" y="132"/>
                      <a:pt x="92" y="119"/>
                    </a:cubicBezTo>
                    <a:cubicBezTo>
                      <a:pt x="92" y="105"/>
                      <a:pt x="62" y="105"/>
                      <a:pt x="62" y="97"/>
                    </a:cubicBezTo>
                    <a:cubicBezTo>
                      <a:pt x="62" y="93"/>
                      <a:pt x="69" y="94"/>
                      <a:pt x="73" y="94"/>
                    </a:cubicBezTo>
                    <a:cubicBezTo>
                      <a:pt x="68" y="94"/>
                      <a:pt x="67" y="92"/>
                      <a:pt x="67" y="89"/>
                    </a:cubicBezTo>
                    <a:cubicBezTo>
                      <a:pt x="69" y="88"/>
                      <a:pt x="71" y="89"/>
                      <a:pt x="73" y="89"/>
                    </a:cubicBezTo>
                    <a:cubicBezTo>
                      <a:pt x="78" y="89"/>
                      <a:pt x="88" y="87"/>
                      <a:pt x="97" y="90"/>
                    </a:cubicBezTo>
                    <a:cubicBezTo>
                      <a:pt x="108" y="93"/>
                      <a:pt x="112" y="106"/>
                      <a:pt x="124" y="104"/>
                    </a:cubicBezTo>
                    <a:cubicBezTo>
                      <a:pt x="122" y="102"/>
                      <a:pt x="108" y="93"/>
                      <a:pt x="108" y="91"/>
                    </a:cubicBezTo>
                    <a:cubicBezTo>
                      <a:pt x="108" y="89"/>
                      <a:pt x="110" y="88"/>
                      <a:pt x="111" y="86"/>
                    </a:cubicBezTo>
                    <a:cubicBezTo>
                      <a:pt x="133" y="86"/>
                      <a:pt x="133" y="86"/>
                      <a:pt x="133" y="86"/>
                    </a:cubicBezTo>
                    <a:cubicBezTo>
                      <a:pt x="141" y="83"/>
                      <a:pt x="149" y="81"/>
                      <a:pt x="154" y="74"/>
                    </a:cubicBezTo>
                    <a:cubicBezTo>
                      <a:pt x="147" y="74"/>
                      <a:pt x="147" y="74"/>
                      <a:pt x="147" y="74"/>
                    </a:cubicBezTo>
                    <a:cubicBezTo>
                      <a:pt x="138" y="81"/>
                      <a:pt x="128" y="84"/>
                      <a:pt x="114" y="84"/>
                    </a:cubicBezTo>
                    <a:cubicBezTo>
                      <a:pt x="106" y="84"/>
                      <a:pt x="103" y="81"/>
                      <a:pt x="99" y="81"/>
                    </a:cubicBezTo>
                    <a:cubicBezTo>
                      <a:pt x="95" y="81"/>
                      <a:pt x="93" y="85"/>
                      <a:pt x="90" y="85"/>
                    </a:cubicBezTo>
                    <a:cubicBezTo>
                      <a:pt x="81" y="85"/>
                      <a:pt x="70" y="82"/>
                      <a:pt x="7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3" y="78"/>
                      <a:pt x="61" y="81"/>
                      <a:pt x="57" y="81"/>
                    </a:cubicBezTo>
                    <a:cubicBezTo>
                      <a:pt x="48" y="81"/>
                      <a:pt x="36" y="75"/>
                      <a:pt x="33" y="71"/>
                    </a:cubicBezTo>
                    <a:cubicBezTo>
                      <a:pt x="36" y="69"/>
                      <a:pt x="39" y="67"/>
                      <a:pt x="44" y="67"/>
                    </a:cubicBezTo>
                    <a:cubicBezTo>
                      <a:pt x="36" y="67"/>
                      <a:pt x="27" y="66"/>
                      <a:pt x="24" y="67"/>
                    </a:cubicBezTo>
                    <a:cubicBezTo>
                      <a:pt x="29" y="55"/>
                      <a:pt x="40" y="56"/>
                      <a:pt x="51" y="53"/>
                    </a:cubicBezTo>
                    <a:cubicBezTo>
                      <a:pt x="47" y="52"/>
                      <a:pt x="46" y="52"/>
                      <a:pt x="42" y="52"/>
                    </a:cubicBezTo>
                    <a:cubicBezTo>
                      <a:pt x="33" y="52"/>
                      <a:pt x="33" y="60"/>
                      <a:pt x="25" y="60"/>
                    </a:cubicBezTo>
                    <a:cubicBezTo>
                      <a:pt x="22" y="60"/>
                      <a:pt x="18" y="57"/>
                      <a:pt x="17" y="56"/>
                    </a:cubicBezTo>
                    <a:cubicBezTo>
                      <a:pt x="21" y="52"/>
                      <a:pt x="24" y="51"/>
                      <a:pt x="29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3" y="50"/>
                      <a:pt x="11" y="51"/>
                      <a:pt x="9" y="52"/>
                    </a:cubicBezTo>
                    <a:cubicBezTo>
                      <a:pt x="7" y="52"/>
                      <a:pt x="2" y="52"/>
                      <a:pt x="0" y="52"/>
                    </a:cubicBezTo>
                    <a:cubicBezTo>
                      <a:pt x="2" y="41"/>
                      <a:pt x="31" y="36"/>
                      <a:pt x="44" y="36"/>
                    </a:cubicBezTo>
                    <a:cubicBezTo>
                      <a:pt x="49" y="36"/>
                      <a:pt x="52" y="36"/>
                      <a:pt x="53" y="36"/>
                    </a:cubicBezTo>
                    <a:cubicBezTo>
                      <a:pt x="55" y="36"/>
                      <a:pt x="57" y="34"/>
                      <a:pt x="57" y="32"/>
                    </a:cubicBezTo>
                    <a:cubicBezTo>
                      <a:pt x="71" y="32"/>
                      <a:pt x="65" y="22"/>
                      <a:pt x="74" y="22"/>
                    </a:cubicBezTo>
                    <a:cubicBezTo>
                      <a:pt x="83" y="22"/>
                      <a:pt x="100" y="31"/>
                      <a:pt x="104" y="32"/>
                    </a:cubicBezTo>
                    <a:cubicBezTo>
                      <a:pt x="108" y="22"/>
                      <a:pt x="113" y="12"/>
                      <a:pt x="126" y="12"/>
                    </a:cubicBezTo>
                    <a:cubicBezTo>
                      <a:pt x="134" y="12"/>
                      <a:pt x="129" y="16"/>
                      <a:pt x="135" y="11"/>
                    </a:cubicBezTo>
                    <a:cubicBezTo>
                      <a:pt x="137" y="7"/>
                      <a:pt x="141" y="6"/>
                      <a:pt x="145" y="6"/>
                    </a:cubicBezTo>
                    <a:cubicBezTo>
                      <a:pt x="168" y="6"/>
                      <a:pt x="173" y="6"/>
                      <a:pt x="196" y="6"/>
                    </a:cubicBezTo>
                    <a:cubicBezTo>
                      <a:pt x="197" y="4"/>
                      <a:pt x="199" y="3"/>
                      <a:pt x="201" y="3"/>
                    </a:cubicBezTo>
                    <a:cubicBezTo>
                      <a:pt x="209" y="3"/>
                      <a:pt x="211" y="8"/>
                      <a:pt x="218" y="8"/>
                    </a:cubicBezTo>
                    <a:cubicBezTo>
                      <a:pt x="224" y="8"/>
                      <a:pt x="226" y="0"/>
                      <a:pt x="232" y="0"/>
                    </a:cubicBezTo>
                    <a:cubicBezTo>
                      <a:pt x="239" y="0"/>
                      <a:pt x="241" y="3"/>
                      <a:pt x="245" y="3"/>
                    </a:cubicBezTo>
                    <a:cubicBezTo>
                      <a:pt x="250" y="3"/>
                      <a:pt x="253" y="3"/>
                      <a:pt x="258" y="3"/>
                    </a:cubicBezTo>
                    <a:cubicBezTo>
                      <a:pt x="268" y="3"/>
                      <a:pt x="306" y="2"/>
                      <a:pt x="31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6" name="Freeform 88">
                <a:extLst>
                  <a:ext uri="{FF2B5EF4-FFF2-40B4-BE49-F238E27FC236}">
                    <a16:creationId xmlns:a16="http://schemas.microsoft.com/office/drawing/2014/main" id="{4E81EAF9-3701-C0C1-852A-3685BF3443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238" y="960438"/>
                <a:ext cx="1006475" cy="765175"/>
              </a:xfrm>
              <a:custGeom>
                <a:avLst/>
                <a:gdLst/>
                <a:ahLst/>
                <a:cxnLst>
                  <a:cxn ang="0">
                    <a:pos x="280" y="372"/>
                  </a:cxn>
                  <a:cxn ang="0">
                    <a:pos x="267" y="360"/>
                  </a:cxn>
                  <a:cxn ang="0">
                    <a:pos x="228" y="336"/>
                  </a:cxn>
                  <a:cxn ang="0">
                    <a:pos x="215" y="302"/>
                  </a:cxn>
                  <a:cxn ang="0">
                    <a:pos x="109" y="219"/>
                  </a:cxn>
                  <a:cxn ang="0">
                    <a:pos x="73" y="223"/>
                  </a:cxn>
                  <a:cxn ang="0">
                    <a:pos x="43" y="217"/>
                  </a:cxn>
                  <a:cxn ang="0">
                    <a:pos x="19" y="202"/>
                  </a:cxn>
                  <a:cxn ang="0">
                    <a:pos x="51" y="190"/>
                  </a:cxn>
                  <a:cxn ang="0">
                    <a:pos x="64" y="180"/>
                  </a:cxn>
                  <a:cxn ang="0">
                    <a:pos x="0" y="166"/>
                  </a:cxn>
                  <a:cxn ang="0">
                    <a:pos x="84" y="141"/>
                  </a:cxn>
                  <a:cxn ang="0">
                    <a:pos x="72" y="102"/>
                  </a:cxn>
                  <a:cxn ang="0">
                    <a:pos x="144" y="59"/>
                  </a:cxn>
                  <a:cxn ang="0">
                    <a:pos x="237" y="56"/>
                  </a:cxn>
                  <a:cxn ang="0">
                    <a:pos x="260" y="53"/>
                  </a:cxn>
                  <a:cxn ang="0">
                    <a:pos x="274" y="38"/>
                  </a:cxn>
                  <a:cxn ang="0">
                    <a:pos x="309" y="36"/>
                  </a:cxn>
                  <a:cxn ang="0">
                    <a:pos x="355" y="15"/>
                  </a:cxn>
                  <a:cxn ang="0">
                    <a:pos x="391" y="13"/>
                  </a:cxn>
                  <a:cxn ang="0">
                    <a:pos x="534" y="0"/>
                  </a:cxn>
                  <a:cxn ang="0">
                    <a:pos x="594" y="48"/>
                  </a:cxn>
                  <a:cxn ang="0">
                    <a:pos x="570" y="75"/>
                  </a:cxn>
                  <a:cxn ang="0">
                    <a:pos x="603" y="102"/>
                  </a:cxn>
                  <a:cxn ang="0">
                    <a:pos x="684" y="66"/>
                  </a:cxn>
                  <a:cxn ang="0">
                    <a:pos x="730" y="51"/>
                  </a:cxn>
                  <a:cxn ang="0">
                    <a:pos x="702" y="94"/>
                  </a:cxn>
                  <a:cxn ang="0">
                    <a:pos x="691" y="114"/>
                  </a:cxn>
                  <a:cxn ang="0">
                    <a:pos x="654" y="150"/>
                  </a:cxn>
                  <a:cxn ang="0">
                    <a:pos x="677" y="178"/>
                  </a:cxn>
                  <a:cxn ang="0">
                    <a:pos x="657" y="202"/>
                  </a:cxn>
                  <a:cxn ang="0">
                    <a:pos x="669" y="236"/>
                  </a:cxn>
                  <a:cxn ang="0">
                    <a:pos x="673" y="260"/>
                  </a:cxn>
                  <a:cxn ang="0">
                    <a:pos x="633" y="295"/>
                  </a:cxn>
                  <a:cxn ang="0">
                    <a:pos x="637" y="305"/>
                  </a:cxn>
                  <a:cxn ang="0">
                    <a:pos x="601" y="297"/>
                  </a:cxn>
                  <a:cxn ang="0">
                    <a:pos x="633" y="358"/>
                  </a:cxn>
                  <a:cxn ang="0">
                    <a:pos x="596" y="347"/>
                  </a:cxn>
                  <a:cxn ang="0">
                    <a:pos x="616" y="375"/>
                  </a:cxn>
                  <a:cxn ang="0">
                    <a:pos x="518" y="408"/>
                  </a:cxn>
                  <a:cxn ang="0">
                    <a:pos x="483" y="445"/>
                  </a:cxn>
                  <a:cxn ang="0">
                    <a:pos x="443" y="449"/>
                  </a:cxn>
                  <a:cxn ang="0">
                    <a:pos x="402" y="485"/>
                  </a:cxn>
                  <a:cxn ang="0">
                    <a:pos x="384" y="523"/>
                  </a:cxn>
                  <a:cxn ang="0">
                    <a:pos x="362" y="571"/>
                  </a:cxn>
                  <a:cxn ang="0">
                    <a:pos x="313" y="560"/>
                  </a:cxn>
                  <a:cxn ang="0">
                    <a:pos x="270" y="499"/>
                  </a:cxn>
                  <a:cxn ang="0">
                    <a:pos x="256" y="475"/>
                  </a:cxn>
                  <a:cxn ang="0">
                    <a:pos x="237" y="438"/>
                  </a:cxn>
                  <a:cxn ang="0">
                    <a:pos x="255" y="403"/>
                  </a:cxn>
                </a:cxnLst>
                <a:rect l="0" t="0" r="r" b="b"/>
                <a:pathLst>
                  <a:path w="756" h="575">
                    <a:moveTo>
                      <a:pt x="255" y="403"/>
                    </a:moveTo>
                    <a:cubicBezTo>
                      <a:pt x="261" y="400"/>
                      <a:pt x="261" y="400"/>
                      <a:pt x="267" y="402"/>
                    </a:cubicBezTo>
                    <a:cubicBezTo>
                      <a:pt x="270" y="389"/>
                      <a:pt x="276" y="385"/>
                      <a:pt x="280" y="372"/>
                    </a:cubicBezTo>
                    <a:cubicBezTo>
                      <a:pt x="266" y="368"/>
                      <a:pt x="234" y="366"/>
                      <a:pt x="233" y="353"/>
                    </a:cubicBezTo>
                    <a:cubicBezTo>
                      <a:pt x="237" y="352"/>
                      <a:pt x="236" y="353"/>
                      <a:pt x="240" y="353"/>
                    </a:cubicBezTo>
                    <a:cubicBezTo>
                      <a:pt x="250" y="353"/>
                      <a:pt x="256" y="360"/>
                      <a:pt x="267" y="360"/>
                    </a:cubicBezTo>
                    <a:cubicBezTo>
                      <a:pt x="271" y="360"/>
                      <a:pt x="271" y="356"/>
                      <a:pt x="271" y="353"/>
                    </a:cubicBezTo>
                    <a:cubicBezTo>
                      <a:pt x="258" y="349"/>
                      <a:pt x="254" y="328"/>
                      <a:pt x="239" y="328"/>
                    </a:cubicBezTo>
                    <a:cubicBezTo>
                      <a:pt x="235" y="328"/>
                      <a:pt x="234" y="336"/>
                      <a:pt x="228" y="336"/>
                    </a:cubicBezTo>
                    <a:cubicBezTo>
                      <a:pt x="220" y="336"/>
                      <a:pt x="216" y="335"/>
                      <a:pt x="216" y="328"/>
                    </a:cubicBezTo>
                    <a:cubicBezTo>
                      <a:pt x="216" y="318"/>
                      <a:pt x="226" y="319"/>
                      <a:pt x="226" y="309"/>
                    </a:cubicBezTo>
                    <a:cubicBezTo>
                      <a:pt x="226" y="303"/>
                      <a:pt x="219" y="302"/>
                      <a:pt x="215" y="302"/>
                    </a:cubicBezTo>
                    <a:cubicBezTo>
                      <a:pt x="215" y="295"/>
                      <a:pt x="215" y="295"/>
                      <a:pt x="215" y="295"/>
                    </a:cubicBezTo>
                    <a:cubicBezTo>
                      <a:pt x="203" y="257"/>
                      <a:pt x="172" y="219"/>
                      <a:pt x="122" y="219"/>
                    </a:cubicBezTo>
                    <a:cubicBezTo>
                      <a:pt x="115" y="219"/>
                      <a:pt x="113" y="219"/>
                      <a:pt x="109" y="219"/>
                    </a:cubicBezTo>
                    <a:cubicBezTo>
                      <a:pt x="103" y="219"/>
                      <a:pt x="101" y="224"/>
                      <a:pt x="95" y="224"/>
                    </a:cubicBezTo>
                    <a:cubicBezTo>
                      <a:pt x="91" y="224"/>
                      <a:pt x="87" y="221"/>
                      <a:pt x="82" y="221"/>
                    </a:cubicBezTo>
                    <a:cubicBezTo>
                      <a:pt x="77" y="221"/>
                      <a:pt x="75" y="222"/>
                      <a:pt x="73" y="223"/>
                    </a:cubicBezTo>
                    <a:cubicBezTo>
                      <a:pt x="74" y="224"/>
                      <a:pt x="76" y="226"/>
                      <a:pt x="77" y="226"/>
                    </a:cubicBezTo>
                    <a:cubicBezTo>
                      <a:pt x="75" y="229"/>
                      <a:pt x="75" y="228"/>
                      <a:pt x="72" y="228"/>
                    </a:cubicBezTo>
                    <a:cubicBezTo>
                      <a:pt x="62" y="228"/>
                      <a:pt x="48" y="224"/>
                      <a:pt x="43" y="217"/>
                    </a:cubicBezTo>
                    <a:cubicBezTo>
                      <a:pt x="47" y="214"/>
                      <a:pt x="50" y="214"/>
                      <a:pt x="52" y="210"/>
                    </a:cubicBezTo>
                    <a:cubicBezTo>
                      <a:pt x="45" y="207"/>
                      <a:pt x="39" y="202"/>
                      <a:pt x="34" y="202"/>
                    </a:cubicBezTo>
                    <a:cubicBezTo>
                      <a:pt x="24" y="202"/>
                      <a:pt x="27" y="206"/>
                      <a:pt x="19" y="202"/>
                    </a:cubicBezTo>
                    <a:cubicBezTo>
                      <a:pt x="19" y="196"/>
                      <a:pt x="28" y="194"/>
                      <a:pt x="32" y="194"/>
                    </a:cubicBezTo>
                    <a:cubicBezTo>
                      <a:pt x="37" y="194"/>
                      <a:pt x="40" y="194"/>
                      <a:pt x="43" y="194"/>
                    </a:cubicBezTo>
                    <a:cubicBezTo>
                      <a:pt x="47" y="194"/>
                      <a:pt x="49" y="193"/>
                      <a:pt x="51" y="190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80" y="187"/>
                      <a:pt x="80" y="185"/>
                      <a:pt x="82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3" y="183"/>
                      <a:pt x="62" y="185"/>
                      <a:pt x="60" y="185"/>
                    </a:cubicBezTo>
                    <a:cubicBezTo>
                      <a:pt x="53" y="185"/>
                      <a:pt x="50" y="185"/>
                      <a:pt x="44" y="185"/>
                    </a:cubicBezTo>
                    <a:cubicBezTo>
                      <a:pt x="42" y="185"/>
                      <a:pt x="0" y="173"/>
                      <a:pt x="0" y="166"/>
                    </a:cubicBezTo>
                    <a:cubicBezTo>
                      <a:pt x="0" y="152"/>
                      <a:pt x="16" y="157"/>
                      <a:pt x="25" y="154"/>
                    </a:cubicBezTo>
                    <a:cubicBezTo>
                      <a:pt x="33" y="151"/>
                      <a:pt x="38" y="146"/>
                      <a:pt x="46" y="144"/>
                    </a:cubicBezTo>
                    <a:cubicBezTo>
                      <a:pt x="58" y="140"/>
                      <a:pt x="74" y="146"/>
                      <a:pt x="84" y="141"/>
                    </a:cubicBezTo>
                    <a:cubicBezTo>
                      <a:pt x="91" y="136"/>
                      <a:pt x="96" y="128"/>
                      <a:pt x="96" y="117"/>
                    </a:cubicBezTo>
                    <a:cubicBezTo>
                      <a:pt x="88" y="116"/>
                      <a:pt x="63" y="117"/>
                      <a:pt x="63" y="109"/>
                    </a:cubicBezTo>
                    <a:cubicBezTo>
                      <a:pt x="63" y="105"/>
                      <a:pt x="69" y="102"/>
                      <a:pt x="72" y="102"/>
                    </a:cubicBezTo>
                    <a:cubicBezTo>
                      <a:pt x="87" y="97"/>
                      <a:pt x="106" y="86"/>
                      <a:pt x="115" y="78"/>
                    </a:cubicBezTo>
                    <a:cubicBezTo>
                      <a:pt x="119" y="80"/>
                      <a:pt x="122" y="81"/>
                      <a:pt x="127" y="81"/>
                    </a:cubicBezTo>
                    <a:cubicBezTo>
                      <a:pt x="142" y="81"/>
                      <a:pt x="130" y="61"/>
                      <a:pt x="144" y="59"/>
                    </a:cubicBezTo>
                    <a:cubicBezTo>
                      <a:pt x="162" y="57"/>
                      <a:pt x="169" y="52"/>
                      <a:pt x="185" y="52"/>
                    </a:cubicBezTo>
                    <a:cubicBezTo>
                      <a:pt x="198" y="49"/>
                      <a:pt x="206" y="42"/>
                      <a:pt x="218" y="42"/>
                    </a:cubicBezTo>
                    <a:cubicBezTo>
                      <a:pt x="226" y="42"/>
                      <a:pt x="229" y="56"/>
                      <a:pt x="237" y="56"/>
                    </a:cubicBezTo>
                    <a:cubicBezTo>
                      <a:pt x="237" y="52"/>
                      <a:pt x="235" y="50"/>
                      <a:pt x="235" y="47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44" y="51"/>
                      <a:pt x="252" y="50"/>
                      <a:pt x="260" y="53"/>
                    </a:cubicBezTo>
                    <a:cubicBezTo>
                      <a:pt x="262" y="53"/>
                      <a:pt x="267" y="53"/>
                      <a:pt x="267" y="53"/>
                    </a:cubicBezTo>
                    <a:cubicBezTo>
                      <a:pt x="266" y="50"/>
                      <a:pt x="263" y="47"/>
                      <a:pt x="263" y="44"/>
                    </a:cubicBezTo>
                    <a:cubicBezTo>
                      <a:pt x="263" y="38"/>
                      <a:pt x="270" y="38"/>
                      <a:pt x="274" y="38"/>
                    </a:cubicBezTo>
                    <a:cubicBezTo>
                      <a:pt x="293" y="38"/>
                      <a:pt x="303" y="48"/>
                      <a:pt x="314" y="53"/>
                    </a:cubicBezTo>
                    <a:cubicBezTo>
                      <a:pt x="334" y="53"/>
                      <a:pt x="334" y="53"/>
                      <a:pt x="334" y="53"/>
                    </a:cubicBezTo>
                    <a:cubicBezTo>
                      <a:pt x="327" y="50"/>
                      <a:pt x="309" y="44"/>
                      <a:pt x="309" y="36"/>
                    </a:cubicBezTo>
                    <a:cubicBezTo>
                      <a:pt x="309" y="29"/>
                      <a:pt x="322" y="31"/>
                      <a:pt x="326" y="30"/>
                    </a:cubicBezTo>
                    <a:cubicBezTo>
                      <a:pt x="323" y="27"/>
                      <a:pt x="320" y="27"/>
                      <a:pt x="318" y="24"/>
                    </a:cubicBezTo>
                    <a:cubicBezTo>
                      <a:pt x="330" y="18"/>
                      <a:pt x="341" y="15"/>
                      <a:pt x="355" y="15"/>
                    </a:cubicBezTo>
                    <a:cubicBezTo>
                      <a:pt x="366" y="15"/>
                      <a:pt x="373" y="15"/>
                      <a:pt x="382" y="18"/>
                    </a:cubicBezTo>
                    <a:cubicBezTo>
                      <a:pt x="391" y="18"/>
                      <a:pt x="391" y="18"/>
                      <a:pt x="391" y="18"/>
                    </a:cubicBezTo>
                    <a:cubicBezTo>
                      <a:pt x="391" y="13"/>
                      <a:pt x="391" y="13"/>
                      <a:pt x="391" y="13"/>
                    </a:cubicBezTo>
                    <a:cubicBezTo>
                      <a:pt x="398" y="12"/>
                      <a:pt x="402" y="13"/>
                      <a:pt x="409" y="13"/>
                    </a:cubicBezTo>
                    <a:cubicBezTo>
                      <a:pt x="430" y="13"/>
                      <a:pt x="447" y="0"/>
                      <a:pt x="470" y="0"/>
                    </a:cubicBezTo>
                    <a:cubicBezTo>
                      <a:pt x="495" y="0"/>
                      <a:pt x="512" y="0"/>
                      <a:pt x="534" y="0"/>
                    </a:cubicBezTo>
                    <a:cubicBezTo>
                      <a:pt x="560" y="0"/>
                      <a:pt x="579" y="17"/>
                      <a:pt x="600" y="26"/>
                    </a:cubicBezTo>
                    <a:cubicBezTo>
                      <a:pt x="612" y="31"/>
                      <a:pt x="627" y="28"/>
                      <a:pt x="638" y="30"/>
                    </a:cubicBezTo>
                    <a:cubicBezTo>
                      <a:pt x="636" y="46"/>
                      <a:pt x="606" y="44"/>
                      <a:pt x="594" y="48"/>
                    </a:cubicBezTo>
                    <a:cubicBezTo>
                      <a:pt x="497" y="53"/>
                      <a:pt x="497" y="53"/>
                      <a:pt x="497" y="53"/>
                    </a:cubicBezTo>
                    <a:cubicBezTo>
                      <a:pt x="505" y="59"/>
                      <a:pt x="579" y="50"/>
                      <a:pt x="587" y="53"/>
                    </a:cubicBezTo>
                    <a:cubicBezTo>
                      <a:pt x="586" y="57"/>
                      <a:pt x="567" y="75"/>
                      <a:pt x="570" y="75"/>
                    </a:cubicBezTo>
                    <a:cubicBezTo>
                      <a:pt x="581" y="75"/>
                      <a:pt x="607" y="50"/>
                      <a:pt x="622" y="50"/>
                    </a:cubicBezTo>
                    <a:cubicBezTo>
                      <a:pt x="630" y="50"/>
                      <a:pt x="633" y="57"/>
                      <a:pt x="633" y="64"/>
                    </a:cubicBezTo>
                    <a:cubicBezTo>
                      <a:pt x="633" y="67"/>
                      <a:pt x="605" y="97"/>
                      <a:pt x="603" y="102"/>
                    </a:cubicBezTo>
                    <a:cubicBezTo>
                      <a:pt x="615" y="99"/>
                      <a:pt x="637" y="70"/>
                      <a:pt x="644" y="64"/>
                    </a:cubicBezTo>
                    <a:cubicBezTo>
                      <a:pt x="655" y="64"/>
                      <a:pt x="674" y="64"/>
                      <a:pt x="674" y="64"/>
                    </a:cubicBezTo>
                    <a:cubicBezTo>
                      <a:pt x="674" y="64"/>
                      <a:pt x="682" y="66"/>
                      <a:pt x="684" y="66"/>
                    </a:cubicBezTo>
                    <a:cubicBezTo>
                      <a:pt x="692" y="63"/>
                      <a:pt x="693" y="60"/>
                      <a:pt x="700" y="57"/>
                    </a:cubicBezTo>
                    <a:cubicBezTo>
                      <a:pt x="721" y="57"/>
                      <a:pt x="721" y="57"/>
                      <a:pt x="721" y="57"/>
                    </a:cubicBezTo>
                    <a:cubicBezTo>
                      <a:pt x="723" y="52"/>
                      <a:pt x="726" y="51"/>
                      <a:pt x="730" y="51"/>
                    </a:cubicBezTo>
                    <a:cubicBezTo>
                      <a:pt x="736" y="51"/>
                      <a:pt x="756" y="61"/>
                      <a:pt x="756" y="67"/>
                    </a:cubicBezTo>
                    <a:cubicBezTo>
                      <a:pt x="756" y="72"/>
                      <a:pt x="748" y="76"/>
                      <a:pt x="745" y="77"/>
                    </a:cubicBezTo>
                    <a:cubicBezTo>
                      <a:pt x="731" y="82"/>
                      <a:pt x="722" y="94"/>
                      <a:pt x="702" y="94"/>
                    </a:cubicBezTo>
                    <a:cubicBezTo>
                      <a:pt x="707" y="97"/>
                      <a:pt x="708" y="97"/>
                      <a:pt x="711" y="94"/>
                    </a:cubicBezTo>
                    <a:cubicBezTo>
                      <a:pt x="711" y="107"/>
                      <a:pt x="699" y="107"/>
                      <a:pt x="691" y="109"/>
                    </a:cubicBezTo>
                    <a:cubicBezTo>
                      <a:pt x="694" y="115"/>
                      <a:pt x="691" y="110"/>
                      <a:pt x="691" y="114"/>
                    </a:cubicBezTo>
                    <a:cubicBezTo>
                      <a:pt x="691" y="121"/>
                      <a:pt x="680" y="123"/>
                      <a:pt x="671" y="125"/>
                    </a:cubicBezTo>
                    <a:cubicBezTo>
                      <a:pt x="672" y="130"/>
                      <a:pt x="671" y="130"/>
                      <a:pt x="671" y="132"/>
                    </a:cubicBezTo>
                    <a:cubicBezTo>
                      <a:pt x="671" y="141"/>
                      <a:pt x="662" y="144"/>
                      <a:pt x="654" y="150"/>
                    </a:cubicBezTo>
                    <a:cubicBezTo>
                      <a:pt x="648" y="154"/>
                      <a:pt x="649" y="165"/>
                      <a:pt x="646" y="169"/>
                    </a:cubicBezTo>
                    <a:cubicBezTo>
                      <a:pt x="651" y="172"/>
                      <a:pt x="655" y="169"/>
                      <a:pt x="659" y="169"/>
                    </a:cubicBezTo>
                    <a:cubicBezTo>
                      <a:pt x="667" y="169"/>
                      <a:pt x="673" y="174"/>
                      <a:pt x="677" y="178"/>
                    </a:cubicBezTo>
                    <a:cubicBezTo>
                      <a:pt x="675" y="179"/>
                      <a:pt x="672" y="180"/>
                      <a:pt x="669" y="180"/>
                    </a:cubicBezTo>
                    <a:cubicBezTo>
                      <a:pt x="671" y="187"/>
                      <a:pt x="688" y="185"/>
                      <a:pt x="688" y="196"/>
                    </a:cubicBezTo>
                    <a:cubicBezTo>
                      <a:pt x="688" y="206"/>
                      <a:pt x="665" y="202"/>
                      <a:pt x="657" y="202"/>
                    </a:cubicBezTo>
                    <a:cubicBezTo>
                      <a:pt x="652" y="202"/>
                      <a:pt x="648" y="206"/>
                      <a:pt x="648" y="209"/>
                    </a:cubicBezTo>
                    <a:cubicBezTo>
                      <a:pt x="648" y="217"/>
                      <a:pt x="656" y="217"/>
                      <a:pt x="663" y="217"/>
                    </a:cubicBezTo>
                    <a:cubicBezTo>
                      <a:pt x="663" y="226"/>
                      <a:pt x="669" y="229"/>
                      <a:pt x="669" y="236"/>
                    </a:cubicBezTo>
                    <a:cubicBezTo>
                      <a:pt x="669" y="239"/>
                      <a:pt x="667" y="243"/>
                      <a:pt x="669" y="245"/>
                    </a:cubicBezTo>
                    <a:cubicBezTo>
                      <a:pt x="662" y="245"/>
                      <a:pt x="655" y="245"/>
                      <a:pt x="655" y="251"/>
                    </a:cubicBezTo>
                    <a:cubicBezTo>
                      <a:pt x="655" y="258"/>
                      <a:pt x="667" y="258"/>
                      <a:pt x="673" y="260"/>
                    </a:cubicBezTo>
                    <a:cubicBezTo>
                      <a:pt x="670" y="267"/>
                      <a:pt x="661" y="271"/>
                      <a:pt x="653" y="272"/>
                    </a:cubicBezTo>
                    <a:cubicBezTo>
                      <a:pt x="653" y="275"/>
                      <a:pt x="655" y="277"/>
                      <a:pt x="657" y="278"/>
                    </a:cubicBezTo>
                    <a:cubicBezTo>
                      <a:pt x="654" y="292"/>
                      <a:pt x="637" y="286"/>
                      <a:pt x="633" y="295"/>
                    </a:cubicBezTo>
                    <a:cubicBezTo>
                      <a:pt x="628" y="292"/>
                      <a:pt x="623" y="290"/>
                      <a:pt x="620" y="285"/>
                    </a:cubicBezTo>
                    <a:cubicBezTo>
                      <a:pt x="613" y="285"/>
                      <a:pt x="613" y="285"/>
                      <a:pt x="613" y="285"/>
                    </a:cubicBezTo>
                    <a:cubicBezTo>
                      <a:pt x="618" y="297"/>
                      <a:pt x="637" y="293"/>
                      <a:pt x="637" y="305"/>
                    </a:cubicBezTo>
                    <a:cubicBezTo>
                      <a:pt x="637" y="310"/>
                      <a:pt x="636" y="317"/>
                      <a:pt x="631" y="317"/>
                    </a:cubicBezTo>
                    <a:cubicBezTo>
                      <a:pt x="623" y="317"/>
                      <a:pt x="609" y="306"/>
                      <a:pt x="607" y="297"/>
                    </a:cubicBezTo>
                    <a:cubicBezTo>
                      <a:pt x="603" y="298"/>
                      <a:pt x="602" y="297"/>
                      <a:pt x="601" y="297"/>
                    </a:cubicBezTo>
                    <a:cubicBezTo>
                      <a:pt x="601" y="304"/>
                      <a:pt x="601" y="304"/>
                      <a:pt x="601" y="304"/>
                    </a:cubicBezTo>
                    <a:cubicBezTo>
                      <a:pt x="617" y="320"/>
                      <a:pt x="645" y="327"/>
                      <a:pt x="645" y="352"/>
                    </a:cubicBezTo>
                    <a:cubicBezTo>
                      <a:pt x="645" y="357"/>
                      <a:pt x="638" y="358"/>
                      <a:pt x="633" y="358"/>
                    </a:cubicBezTo>
                    <a:cubicBezTo>
                      <a:pt x="612" y="358"/>
                      <a:pt x="617" y="336"/>
                      <a:pt x="599" y="336"/>
                    </a:cubicBezTo>
                    <a:cubicBezTo>
                      <a:pt x="596" y="336"/>
                      <a:pt x="594" y="337"/>
                      <a:pt x="592" y="336"/>
                    </a:cubicBezTo>
                    <a:cubicBezTo>
                      <a:pt x="592" y="342"/>
                      <a:pt x="596" y="343"/>
                      <a:pt x="596" y="347"/>
                    </a:cubicBezTo>
                    <a:cubicBezTo>
                      <a:pt x="596" y="351"/>
                      <a:pt x="589" y="352"/>
                      <a:pt x="587" y="352"/>
                    </a:cubicBezTo>
                    <a:cubicBezTo>
                      <a:pt x="587" y="366"/>
                      <a:pt x="626" y="364"/>
                      <a:pt x="635" y="367"/>
                    </a:cubicBezTo>
                    <a:cubicBezTo>
                      <a:pt x="629" y="372"/>
                      <a:pt x="624" y="373"/>
                      <a:pt x="616" y="375"/>
                    </a:cubicBezTo>
                    <a:cubicBezTo>
                      <a:pt x="602" y="380"/>
                      <a:pt x="597" y="393"/>
                      <a:pt x="584" y="397"/>
                    </a:cubicBezTo>
                    <a:cubicBezTo>
                      <a:pt x="569" y="402"/>
                      <a:pt x="556" y="400"/>
                      <a:pt x="539" y="408"/>
                    </a:cubicBezTo>
                    <a:cubicBezTo>
                      <a:pt x="518" y="408"/>
                      <a:pt x="518" y="408"/>
                      <a:pt x="518" y="408"/>
                    </a:cubicBezTo>
                    <a:cubicBezTo>
                      <a:pt x="514" y="410"/>
                      <a:pt x="510" y="412"/>
                      <a:pt x="510" y="415"/>
                    </a:cubicBezTo>
                    <a:cubicBezTo>
                      <a:pt x="498" y="423"/>
                      <a:pt x="498" y="423"/>
                      <a:pt x="498" y="423"/>
                    </a:cubicBezTo>
                    <a:cubicBezTo>
                      <a:pt x="490" y="430"/>
                      <a:pt x="490" y="438"/>
                      <a:pt x="483" y="445"/>
                    </a:cubicBezTo>
                    <a:cubicBezTo>
                      <a:pt x="474" y="454"/>
                      <a:pt x="459" y="452"/>
                      <a:pt x="450" y="458"/>
                    </a:cubicBezTo>
                    <a:cubicBezTo>
                      <a:pt x="443" y="458"/>
                      <a:pt x="443" y="458"/>
                      <a:pt x="443" y="458"/>
                    </a:cubicBezTo>
                    <a:cubicBezTo>
                      <a:pt x="443" y="449"/>
                      <a:pt x="443" y="449"/>
                      <a:pt x="443" y="449"/>
                    </a:cubicBezTo>
                    <a:cubicBezTo>
                      <a:pt x="437" y="452"/>
                      <a:pt x="438" y="457"/>
                      <a:pt x="435" y="460"/>
                    </a:cubicBezTo>
                    <a:cubicBezTo>
                      <a:pt x="425" y="470"/>
                      <a:pt x="401" y="466"/>
                      <a:pt x="401" y="480"/>
                    </a:cubicBezTo>
                    <a:cubicBezTo>
                      <a:pt x="401" y="482"/>
                      <a:pt x="402" y="483"/>
                      <a:pt x="402" y="485"/>
                    </a:cubicBezTo>
                    <a:cubicBezTo>
                      <a:pt x="401" y="486"/>
                      <a:pt x="399" y="488"/>
                      <a:pt x="399" y="490"/>
                    </a:cubicBezTo>
                    <a:cubicBezTo>
                      <a:pt x="399" y="493"/>
                      <a:pt x="405" y="495"/>
                      <a:pt x="405" y="500"/>
                    </a:cubicBezTo>
                    <a:cubicBezTo>
                      <a:pt x="405" y="515"/>
                      <a:pt x="384" y="510"/>
                      <a:pt x="384" y="523"/>
                    </a:cubicBezTo>
                    <a:cubicBezTo>
                      <a:pt x="384" y="531"/>
                      <a:pt x="383" y="543"/>
                      <a:pt x="384" y="547"/>
                    </a:cubicBezTo>
                    <a:cubicBezTo>
                      <a:pt x="374" y="552"/>
                      <a:pt x="379" y="575"/>
                      <a:pt x="367" y="575"/>
                    </a:cubicBezTo>
                    <a:cubicBezTo>
                      <a:pt x="364" y="575"/>
                      <a:pt x="363" y="573"/>
                      <a:pt x="362" y="571"/>
                    </a:cubicBezTo>
                    <a:cubicBezTo>
                      <a:pt x="356" y="571"/>
                      <a:pt x="356" y="574"/>
                      <a:pt x="353" y="574"/>
                    </a:cubicBezTo>
                    <a:cubicBezTo>
                      <a:pt x="342" y="574"/>
                      <a:pt x="343" y="554"/>
                      <a:pt x="332" y="554"/>
                    </a:cubicBezTo>
                    <a:cubicBezTo>
                      <a:pt x="326" y="554"/>
                      <a:pt x="319" y="559"/>
                      <a:pt x="313" y="560"/>
                    </a:cubicBezTo>
                    <a:cubicBezTo>
                      <a:pt x="310" y="550"/>
                      <a:pt x="306" y="553"/>
                      <a:pt x="299" y="547"/>
                    </a:cubicBezTo>
                    <a:cubicBezTo>
                      <a:pt x="296" y="546"/>
                      <a:pt x="297" y="539"/>
                      <a:pt x="296" y="539"/>
                    </a:cubicBezTo>
                    <a:cubicBezTo>
                      <a:pt x="287" y="531"/>
                      <a:pt x="270" y="512"/>
                      <a:pt x="270" y="499"/>
                    </a:cubicBezTo>
                    <a:cubicBezTo>
                      <a:pt x="270" y="493"/>
                      <a:pt x="274" y="494"/>
                      <a:pt x="277" y="490"/>
                    </a:cubicBezTo>
                    <a:cubicBezTo>
                      <a:pt x="270" y="482"/>
                      <a:pt x="268" y="493"/>
                      <a:pt x="260" y="489"/>
                    </a:cubicBezTo>
                    <a:cubicBezTo>
                      <a:pt x="259" y="487"/>
                      <a:pt x="257" y="479"/>
                      <a:pt x="256" y="475"/>
                    </a:cubicBezTo>
                    <a:cubicBezTo>
                      <a:pt x="253" y="466"/>
                      <a:pt x="241" y="461"/>
                      <a:pt x="241" y="449"/>
                    </a:cubicBezTo>
                    <a:cubicBezTo>
                      <a:pt x="241" y="445"/>
                      <a:pt x="244" y="443"/>
                      <a:pt x="246" y="438"/>
                    </a:cubicBezTo>
                    <a:cubicBezTo>
                      <a:pt x="243" y="437"/>
                      <a:pt x="240" y="436"/>
                      <a:pt x="237" y="438"/>
                    </a:cubicBezTo>
                    <a:cubicBezTo>
                      <a:pt x="237" y="428"/>
                      <a:pt x="237" y="428"/>
                      <a:pt x="237" y="428"/>
                    </a:cubicBezTo>
                    <a:cubicBezTo>
                      <a:pt x="243" y="420"/>
                      <a:pt x="246" y="411"/>
                      <a:pt x="255" y="404"/>
                    </a:cubicBezTo>
                    <a:lnTo>
                      <a:pt x="255" y="4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7" name="Freeform 89">
                <a:extLst>
                  <a:ext uri="{FF2B5EF4-FFF2-40B4-BE49-F238E27FC236}">
                    <a16:creationId xmlns:a16="http://schemas.microsoft.com/office/drawing/2014/main" id="{511170E4-B75A-0654-867A-7260F583F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275" y="1443038"/>
                <a:ext cx="47625" cy="31750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9"/>
                  </a:cxn>
                  <a:cxn ang="0">
                    <a:pos x="10" y="0"/>
                  </a:cxn>
                  <a:cxn ang="0">
                    <a:pos x="36" y="16"/>
                  </a:cxn>
                  <a:cxn ang="0">
                    <a:pos x="19" y="24"/>
                  </a:cxn>
                  <a:cxn ang="0">
                    <a:pos x="9" y="24"/>
                  </a:cxn>
                </a:cxnLst>
                <a:rect l="0" t="0" r="r" b="b"/>
                <a:pathLst>
                  <a:path w="36" h="24">
                    <a:moveTo>
                      <a:pt x="9" y="24"/>
                    </a:moveTo>
                    <a:cubicBezTo>
                      <a:pt x="5" y="24"/>
                      <a:pt x="0" y="14"/>
                      <a:pt x="0" y="9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21" y="0"/>
                      <a:pt x="25" y="12"/>
                      <a:pt x="36" y="16"/>
                    </a:cubicBezTo>
                    <a:cubicBezTo>
                      <a:pt x="35" y="23"/>
                      <a:pt x="26" y="24"/>
                      <a:pt x="19" y="24"/>
                    </a:cubicBezTo>
                    <a:lnTo>
                      <a:pt x="9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8" name="Freeform 90">
                <a:extLst>
                  <a:ext uri="{FF2B5EF4-FFF2-40B4-BE49-F238E27FC236}">
                    <a16:creationId xmlns:a16="http://schemas.microsoft.com/office/drawing/2014/main" id="{5BAF11DA-3F2B-8E1C-9E13-0020F7356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350" y="1277938"/>
                <a:ext cx="26988" cy="15875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20" y="5"/>
                  </a:cxn>
                  <a:cxn ang="0">
                    <a:pos x="6" y="12"/>
                  </a:cxn>
                </a:cxnLst>
                <a:rect l="0" t="0" r="r" b="b"/>
                <a:pathLst>
                  <a:path w="20" h="12">
                    <a:moveTo>
                      <a:pt x="6" y="12"/>
                    </a:moveTo>
                    <a:cubicBezTo>
                      <a:pt x="2" y="12"/>
                      <a:pt x="0" y="8"/>
                      <a:pt x="0" y="5"/>
                    </a:cubicBezTo>
                    <a:cubicBezTo>
                      <a:pt x="0" y="3"/>
                      <a:pt x="3" y="1"/>
                      <a:pt x="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4"/>
                      <a:pt x="12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7" y="7"/>
                      <a:pt x="10" y="12"/>
                      <a:pt x="6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9" name="Freeform 91">
                <a:extLst>
                  <a:ext uri="{FF2B5EF4-FFF2-40B4-BE49-F238E27FC236}">
                    <a16:creationId xmlns:a16="http://schemas.microsoft.com/office/drawing/2014/main" id="{0C2EDB89-6282-F5E4-8E7E-4A29C9212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250" y="1928813"/>
                <a:ext cx="109538" cy="106363"/>
              </a:xfrm>
              <a:custGeom>
                <a:avLst/>
                <a:gdLst/>
                <a:ahLst/>
                <a:cxnLst>
                  <a:cxn ang="0">
                    <a:pos x="4" y="67"/>
                  </a:cxn>
                  <a:cxn ang="0">
                    <a:pos x="0" y="62"/>
                  </a:cxn>
                  <a:cxn ang="0">
                    <a:pos x="8" y="54"/>
                  </a:cxn>
                  <a:cxn ang="0">
                    <a:pos x="8" y="51"/>
                  </a:cxn>
                  <a:cxn ang="0">
                    <a:pos x="4" y="49"/>
                  </a:cxn>
                  <a:cxn ang="0">
                    <a:pos x="28" y="13"/>
                  </a:cxn>
                  <a:cxn ang="0">
                    <a:pos x="41" y="0"/>
                  </a:cxn>
                  <a:cxn ang="0">
                    <a:pos x="44" y="4"/>
                  </a:cxn>
                  <a:cxn ang="0">
                    <a:pos x="32" y="27"/>
                  </a:cxn>
                  <a:cxn ang="0">
                    <a:pos x="32" y="31"/>
                  </a:cxn>
                  <a:cxn ang="0">
                    <a:pos x="39" y="27"/>
                  </a:cxn>
                  <a:cxn ang="0">
                    <a:pos x="46" y="29"/>
                  </a:cxn>
                  <a:cxn ang="0">
                    <a:pos x="44" y="32"/>
                  </a:cxn>
                  <a:cxn ang="0">
                    <a:pos x="44" y="36"/>
                  </a:cxn>
                  <a:cxn ang="0">
                    <a:pos x="52" y="36"/>
                  </a:cxn>
                  <a:cxn ang="0">
                    <a:pos x="52" y="38"/>
                  </a:cxn>
                  <a:cxn ang="0">
                    <a:pos x="57" y="36"/>
                  </a:cxn>
                  <a:cxn ang="0">
                    <a:pos x="70" y="36"/>
                  </a:cxn>
                  <a:cxn ang="0">
                    <a:pos x="69" y="51"/>
                  </a:cxn>
                  <a:cxn ang="0">
                    <a:pos x="74" y="49"/>
                  </a:cxn>
                  <a:cxn ang="0">
                    <a:pos x="70" y="56"/>
                  </a:cxn>
                  <a:cxn ang="0">
                    <a:pos x="73" y="63"/>
                  </a:cxn>
                  <a:cxn ang="0">
                    <a:pos x="79" y="60"/>
                  </a:cxn>
                  <a:cxn ang="0">
                    <a:pos x="82" y="70"/>
                  </a:cxn>
                  <a:cxn ang="0">
                    <a:pos x="75" y="80"/>
                  </a:cxn>
                  <a:cxn ang="0">
                    <a:pos x="71" y="75"/>
                  </a:cxn>
                  <a:cxn ang="0">
                    <a:pos x="67" y="74"/>
                  </a:cxn>
                  <a:cxn ang="0">
                    <a:pos x="63" y="62"/>
                  </a:cxn>
                  <a:cxn ang="0">
                    <a:pos x="50" y="74"/>
                  </a:cxn>
                  <a:cxn ang="0">
                    <a:pos x="47" y="74"/>
                  </a:cxn>
                  <a:cxn ang="0">
                    <a:pos x="52" y="67"/>
                  </a:cxn>
                  <a:cxn ang="0">
                    <a:pos x="40" y="65"/>
                  </a:cxn>
                  <a:cxn ang="0">
                    <a:pos x="31" y="67"/>
                  </a:cxn>
                  <a:cxn ang="0">
                    <a:pos x="18" y="64"/>
                  </a:cxn>
                  <a:cxn ang="0">
                    <a:pos x="4" y="67"/>
                  </a:cxn>
                </a:cxnLst>
                <a:rect l="0" t="0" r="r" b="b"/>
                <a:pathLst>
                  <a:path w="82" h="80">
                    <a:moveTo>
                      <a:pt x="4" y="67"/>
                    </a:moveTo>
                    <a:cubicBezTo>
                      <a:pt x="2" y="67"/>
                      <a:pt x="0" y="64"/>
                      <a:pt x="0" y="62"/>
                    </a:cubicBezTo>
                    <a:cubicBezTo>
                      <a:pt x="0" y="61"/>
                      <a:pt x="8" y="55"/>
                      <a:pt x="8" y="54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6" y="51"/>
                      <a:pt x="5" y="51"/>
                      <a:pt x="4" y="49"/>
                    </a:cubicBezTo>
                    <a:cubicBezTo>
                      <a:pt x="17" y="43"/>
                      <a:pt x="21" y="23"/>
                      <a:pt x="28" y="13"/>
                    </a:cubicBezTo>
                    <a:cubicBezTo>
                      <a:pt x="32" y="7"/>
                      <a:pt x="34" y="0"/>
                      <a:pt x="41" y="0"/>
                    </a:cubicBezTo>
                    <a:cubicBezTo>
                      <a:pt x="43" y="0"/>
                      <a:pt x="44" y="3"/>
                      <a:pt x="44" y="4"/>
                    </a:cubicBezTo>
                    <a:cubicBezTo>
                      <a:pt x="44" y="14"/>
                      <a:pt x="35" y="19"/>
                      <a:pt x="32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6" y="30"/>
                      <a:pt x="36" y="27"/>
                      <a:pt x="39" y="27"/>
                    </a:cubicBezTo>
                    <a:cubicBezTo>
                      <a:pt x="42" y="27"/>
                      <a:pt x="44" y="28"/>
                      <a:pt x="46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8"/>
                      <a:pt x="52" y="38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2" y="37"/>
                      <a:pt x="68" y="37"/>
                      <a:pt x="70" y="36"/>
                    </a:cubicBezTo>
                    <a:cubicBezTo>
                      <a:pt x="70" y="40"/>
                      <a:pt x="69" y="44"/>
                      <a:pt x="69" y="51"/>
                    </a:cubicBezTo>
                    <a:cubicBezTo>
                      <a:pt x="70" y="50"/>
                      <a:pt x="73" y="49"/>
                      <a:pt x="74" y="49"/>
                    </a:cubicBezTo>
                    <a:cubicBezTo>
                      <a:pt x="74" y="53"/>
                      <a:pt x="70" y="54"/>
                      <a:pt x="70" y="56"/>
                    </a:cubicBezTo>
                    <a:cubicBezTo>
                      <a:pt x="70" y="58"/>
                      <a:pt x="73" y="60"/>
                      <a:pt x="73" y="63"/>
                    </a:cubicBezTo>
                    <a:cubicBezTo>
                      <a:pt x="77" y="63"/>
                      <a:pt x="76" y="62"/>
                      <a:pt x="79" y="60"/>
                    </a:cubicBezTo>
                    <a:cubicBezTo>
                      <a:pt x="79" y="66"/>
                      <a:pt x="82" y="65"/>
                      <a:pt x="82" y="70"/>
                    </a:cubicBezTo>
                    <a:cubicBezTo>
                      <a:pt x="82" y="75"/>
                      <a:pt x="79" y="80"/>
                      <a:pt x="75" y="80"/>
                    </a:cubicBezTo>
                    <a:cubicBezTo>
                      <a:pt x="72" y="80"/>
                      <a:pt x="71" y="77"/>
                      <a:pt x="71" y="75"/>
                    </a:cubicBezTo>
                    <a:cubicBezTo>
                      <a:pt x="69" y="75"/>
                      <a:pt x="69" y="74"/>
                      <a:pt x="67" y="74"/>
                    </a:cubicBezTo>
                    <a:cubicBezTo>
                      <a:pt x="64" y="74"/>
                      <a:pt x="66" y="66"/>
                      <a:pt x="63" y="62"/>
                    </a:cubicBezTo>
                    <a:cubicBezTo>
                      <a:pt x="59" y="67"/>
                      <a:pt x="55" y="74"/>
                      <a:pt x="50" y="74"/>
                    </a:cubicBezTo>
                    <a:cubicBezTo>
                      <a:pt x="49" y="74"/>
                      <a:pt x="47" y="75"/>
                      <a:pt x="47" y="74"/>
                    </a:cubicBezTo>
                    <a:cubicBezTo>
                      <a:pt x="47" y="70"/>
                      <a:pt x="51" y="70"/>
                      <a:pt x="52" y="67"/>
                    </a:cubicBezTo>
                    <a:cubicBezTo>
                      <a:pt x="48" y="67"/>
                      <a:pt x="42" y="70"/>
                      <a:pt x="40" y="65"/>
                    </a:cubicBezTo>
                    <a:cubicBezTo>
                      <a:pt x="37" y="66"/>
                      <a:pt x="34" y="67"/>
                      <a:pt x="31" y="67"/>
                    </a:cubicBezTo>
                    <a:cubicBezTo>
                      <a:pt x="25" y="67"/>
                      <a:pt x="23" y="64"/>
                      <a:pt x="18" y="64"/>
                    </a:cubicBezTo>
                    <a:cubicBezTo>
                      <a:pt x="11" y="64"/>
                      <a:pt x="9" y="67"/>
                      <a:pt x="4" y="6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0" name="Freeform 93">
                <a:extLst>
                  <a:ext uri="{FF2B5EF4-FFF2-40B4-BE49-F238E27FC236}">
                    <a16:creationId xmlns:a16="http://schemas.microsoft.com/office/drawing/2014/main" id="{CD704D70-91D6-B7B6-94D3-4BB2E0A32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250" y="1895475"/>
                <a:ext cx="20638" cy="95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7"/>
                  </a:cxn>
                  <a:cxn ang="0">
                    <a:pos x="12" y="7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7" y="0"/>
                      <a:pt x="15" y="1"/>
                      <a:pt x="15" y="7"/>
                    </a:cubicBezTo>
                    <a:cubicBezTo>
                      <a:pt x="15" y="8"/>
                      <a:pt x="13" y="7"/>
                      <a:pt x="12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1" name="Freeform 94">
                <a:extLst>
                  <a:ext uri="{FF2B5EF4-FFF2-40B4-BE49-F238E27FC236}">
                    <a16:creationId xmlns:a16="http://schemas.microsoft.com/office/drawing/2014/main" id="{5AE3A22B-7194-2B92-41D1-8BF3721CC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963" y="1951038"/>
                <a:ext cx="79375" cy="50800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6" y="0"/>
                  </a:cxn>
                  <a:cxn ang="0">
                    <a:pos x="18" y="6"/>
                  </a:cxn>
                  <a:cxn ang="0">
                    <a:pos x="59" y="34"/>
                  </a:cxn>
                  <a:cxn ang="0">
                    <a:pos x="59" y="38"/>
                  </a:cxn>
                  <a:cxn ang="0">
                    <a:pos x="55" y="38"/>
                  </a:cxn>
                  <a:cxn ang="0">
                    <a:pos x="22" y="22"/>
                  </a:cxn>
                  <a:cxn ang="0">
                    <a:pos x="27" y="17"/>
                  </a:cxn>
                  <a:cxn ang="0">
                    <a:pos x="4" y="8"/>
                  </a:cxn>
                  <a:cxn ang="0">
                    <a:pos x="8" y="4"/>
                  </a:cxn>
                  <a:cxn ang="0">
                    <a:pos x="2" y="2"/>
                  </a:cxn>
                  <a:cxn ang="0">
                    <a:pos x="0" y="2"/>
                  </a:cxn>
                </a:cxnLst>
                <a:rect l="0" t="0" r="r" b="b"/>
                <a:pathLst>
                  <a:path w="59" h="38">
                    <a:moveTo>
                      <a:pt x="0" y="2"/>
                    </a:moveTo>
                    <a:cubicBezTo>
                      <a:pt x="2" y="1"/>
                      <a:pt x="4" y="0"/>
                      <a:pt x="6" y="0"/>
                    </a:cubicBezTo>
                    <a:cubicBezTo>
                      <a:pt x="11" y="0"/>
                      <a:pt x="15" y="5"/>
                      <a:pt x="18" y="6"/>
                    </a:cubicBezTo>
                    <a:cubicBezTo>
                      <a:pt x="37" y="12"/>
                      <a:pt x="48" y="23"/>
                      <a:pt x="59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8" y="38"/>
                      <a:pt x="56" y="38"/>
                      <a:pt x="55" y="38"/>
                    </a:cubicBezTo>
                    <a:cubicBezTo>
                      <a:pt x="45" y="38"/>
                      <a:pt x="29" y="26"/>
                      <a:pt x="22" y="22"/>
                    </a:cubicBezTo>
                    <a:cubicBezTo>
                      <a:pt x="23" y="19"/>
                      <a:pt x="25" y="19"/>
                      <a:pt x="27" y="17"/>
                    </a:cubicBezTo>
                    <a:cubicBezTo>
                      <a:pt x="18" y="17"/>
                      <a:pt x="6" y="13"/>
                      <a:pt x="4" y="8"/>
                    </a:cubicBezTo>
                    <a:cubicBezTo>
                      <a:pt x="6" y="7"/>
                      <a:pt x="8" y="5"/>
                      <a:pt x="8" y="4"/>
                    </a:cubicBezTo>
                    <a:cubicBezTo>
                      <a:pt x="6" y="3"/>
                      <a:pt x="2" y="2"/>
                      <a:pt x="2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2" name="Freeform 95">
                <a:extLst>
                  <a:ext uri="{FF2B5EF4-FFF2-40B4-BE49-F238E27FC236}">
                    <a16:creationId xmlns:a16="http://schemas.microsoft.com/office/drawing/2014/main" id="{15BD3188-859F-EB4B-FF74-757396D71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175" y="1876425"/>
                <a:ext cx="28575" cy="39688"/>
              </a:xfrm>
              <a:custGeom>
                <a:avLst/>
                <a:gdLst/>
                <a:ahLst/>
                <a:cxnLst>
                  <a:cxn ang="0">
                    <a:pos x="5" y="12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10" y="3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3" y="12"/>
                  </a:cxn>
                  <a:cxn ang="0">
                    <a:pos x="15" y="18"/>
                  </a:cxn>
                  <a:cxn ang="0">
                    <a:pos x="13" y="22"/>
                  </a:cxn>
                  <a:cxn ang="0">
                    <a:pos x="17" y="30"/>
                  </a:cxn>
                  <a:cxn ang="0">
                    <a:pos x="10" y="22"/>
                  </a:cxn>
                  <a:cxn ang="0">
                    <a:pos x="12" y="17"/>
                  </a:cxn>
                  <a:cxn ang="0">
                    <a:pos x="5" y="12"/>
                  </a:cxn>
                </a:cxnLst>
                <a:rect l="0" t="0" r="r" b="b"/>
                <a:pathLst>
                  <a:path w="21" h="30">
                    <a:moveTo>
                      <a:pt x="5" y="12"/>
                    </a:moveTo>
                    <a:cubicBezTo>
                      <a:pt x="3" y="12"/>
                      <a:pt x="2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3"/>
                      <a:pt x="10" y="3"/>
                    </a:cubicBezTo>
                    <a:cubicBezTo>
                      <a:pt x="10" y="4"/>
                      <a:pt x="5" y="8"/>
                      <a:pt x="7" y="8"/>
                    </a:cubicBezTo>
                    <a:cubicBezTo>
                      <a:pt x="10" y="8"/>
                      <a:pt x="12" y="5"/>
                      <a:pt x="13" y="3"/>
                    </a:cubicBezTo>
                    <a:cubicBezTo>
                      <a:pt x="14" y="5"/>
                      <a:pt x="13" y="8"/>
                      <a:pt x="13" y="12"/>
                    </a:cubicBezTo>
                    <a:cubicBezTo>
                      <a:pt x="13" y="15"/>
                      <a:pt x="15" y="15"/>
                      <a:pt x="15" y="18"/>
                    </a:cubicBezTo>
                    <a:cubicBezTo>
                      <a:pt x="15" y="19"/>
                      <a:pt x="13" y="20"/>
                      <a:pt x="13" y="22"/>
                    </a:cubicBezTo>
                    <a:cubicBezTo>
                      <a:pt x="13" y="24"/>
                      <a:pt x="21" y="30"/>
                      <a:pt x="17" y="30"/>
                    </a:cubicBezTo>
                    <a:cubicBezTo>
                      <a:pt x="13" y="30"/>
                      <a:pt x="10" y="26"/>
                      <a:pt x="10" y="22"/>
                    </a:cubicBezTo>
                    <a:cubicBezTo>
                      <a:pt x="10" y="19"/>
                      <a:pt x="12" y="18"/>
                      <a:pt x="12" y="17"/>
                    </a:cubicBezTo>
                    <a:cubicBezTo>
                      <a:pt x="9" y="16"/>
                      <a:pt x="8" y="12"/>
                      <a:pt x="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3" name="Freeform 96">
                <a:extLst>
                  <a:ext uri="{FF2B5EF4-FFF2-40B4-BE49-F238E27FC236}">
                    <a16:creationId xmlns:a16="http://schemas.microsoft.com/office/drawing/2014/main" id="{7942DFA8-EC64-172F-EFB9-A636ABBD2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400" y="1787525"/>
                <a:ext cx="34925" cy="23813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0"/>
                  </a:cxn>
                  <a:cxn ang="0">
                    <a:pos x="27" y="6"/>
                  </a:cxn>
                  <a:cxn ang="0">
                    <a:pos x="10" y="18"/>
                  </a:cxn>
                  <a:cxn ang="0">
                    <a:pos x="0" y="12"/>
                  </a:cxn>
                  <a:cxn ang="0">
                    <a:pos x="0" y="7"/>
                  </a:cxn>
                  <a:cxn ang="0">
                    <a:pos x="21" y="0"/>
                  </a:cxn>
                </a:cxnLst>
                <a:rect l="0" t="0" r="r" b="b"/>
                <a:pathLst>
                  <a:path w="27" h="18">
                    <a:moveTo>
                      <a:pt x="21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9" y="10"/>
                      <a:pt x="16" y="13"/>
                      <a:pt x="10" y="18"/>
                    </a:cubicBezTo>
                    <a:cubicBezTo>
                      <a:pt x="6" y="15"/>
                      <a:pt x="3" y="15"/>
                      <a:pt x="0" y="1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8" y="5"/>
                      <a:pt x="14" y="0"/>
                      <a:pt x="2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4" name="Freeform 97">
                <a:extLst>
                  <a:ext uri="{FF2B5EF4-FFF2-40B4-BE49-F238E27FC236}">
                    <a16:creationId xmlns:a16="http://schemas.microsoft.com/office/drawing/2014/main" id="{2049E73F-F366-E52F-EF09-D88B7CD82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525" y="1963738"/>
                <a:ext cx="42863" cy="22225"/>
              </a:xfrm>
              <a:custGeom>
                <a:avLst/>
                <a:gdLst/>
                <a:ahLst/>
                <a:cxnLst>
                  <a:cxn ang="0">
                    <a:pos x="26" y="17"/>
                  </a:cxn>
                  <a:cxn ang="0">
                    <a:pos x="32" y="14"/>
                  </a:cxn>
                  <a:cxn ang="0">
                    <a:pos x="0" y="3"/>
                  </a:cxn>
                  <a:cxn ang="0">
                    <a:pos x="26" y="17"/>
                  </a:cxn>
                </a:cxnLst>
                <a:rect l="0" t="0" r="r" b="b"/>
                <a:pathLst>
                  <a:path w="32" h="17">
                    <a:moveTo>
                      <a:pt x="26" y="17"/>
                    </a:moveTo>
                    <a:cubicBezTo>
                      <a:pt x="29" y="17"/>
                      <a:pt x="30" y="16"/>
                      <a:pt x="32" y="14"/>
                    </a:cubicBezTo>
                    <a:cubicBezTo>
                      <a:pt x="22" y="9"/>
                      <a:pt x="14" y="0"/>
                      <a:pt x="0" y="3"/>
                    </a:cubicBezTo>
                    <a:cubicBezTo>
                      <a:pt x="6" y="7"/>
                      <a:pt x="18" y="17"/>
                      <a:pt x="26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5" name="Freeform 98">
                <a:extLst>
                  <a:ext uri="{FF2B5EF4-FFF2-40B4-BE49-F238E27FC236}">
                    <a16:creationId xmlns:a16="http://schemas.microsoft.com/office/drawing/2014/main" id="{862A4D4B-C02D-D272-F2A3-01AEE8977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700" y="2030413"/>
                <a:ext cx="31750" cy="206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1" y="7"/>
                  </a:cxn>
                  <a:cxn ang="0">
                    <a:pos x="24" y="7"/>
                  </a:cxn>
                  <a:cxn ang="0">
                    <a:pos x="24" y="10"/>
                  </a:cxn>
                  <a:cxn ang="0">
                    <a:pos x="19" y="15"/>
                  </a:cxn>
                  <a:cxn ang="0">
                    <a:pos x="0" y="3"/>
                  </a:cxn>
                  <a:cxn ang="0">
                    <a:pos x="1" y="0"/>
                  </a:cxn>
                </a:cxnLst>
                <a:rect l="0" t="0" r="r" b="b"/>
                <a:pathLst>
                  <a:path w="24" h="15">
                    <a:moveTo>
                      <a:pt x="1" y="0"/>
                    </a:moveTo>
                    <a:cubicBezTo>
                      <a:pt x="4" y="4"/>
                      <a:pt x="7" y="6"/>
                      <a:pt x="11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4" y="9"/>
                      <a:pt x="24" y="10"/>
                    </a:cubicBezTo>
                    <a:cubicBezTo>
                      <a:pt x="24" y="12"/>
                      <a:pt x="20" y="15"/>
                      <a:pt x="19" y="15"/>
                    </a:cubicBezTo>
                    <a:cubicBezTo>
                      <a:pt x="16" y="15"/>
                      <a:pt x="0" y="6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6" name="Freeform 99">
                <a:extLst>
                  <a:ext uri="{FF2B5EF4-FFF2-40B4-BE49-F238E27FC236}">
                    <a16:creationId xmlns:a16="http://schemas.microsoft.com/office/drawing/2014/main" id="{D1BC73DE-8DE8-EC69-7E13-77E096BD0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5" y="2030413"/>
                <a:ext cx="22225" cy="26988"/>
              </a:xfrm>
              <a:custGeom>
                <a:avLst/>
                <a:gdLst/>
                <a:ahLst/>
                <a:cxnLst>
                  <a:cxn ang="0">
                    <a:pos x="17" y="12"/>
                  </a:cxn>
                  <a:cxn ang="0">
                    <a:pos x="17" y="15"/>
                  </a:cxn>
                  <a:cxn ang="0">
                    <a:pos x="7" y="20"/>
                  </a:cxn>
                  <a:cxn ang="0">
                    <a:pos x="0" y="15"/>
                  </a:cxn>
                  <a:cxn ang="0">
                    <a:pos x="10" y="0"/>
                  </a:cxn>
                  <a:cxn ang="0">
                    <a:pos x="14" y="5"/>
                  </a:cxn>
                  <a:cxn ang="0">
                    <a:pos x="17" y="12"/>
                  </a:cxn>
                </a:cxnLst>
                <a:rect l="0" t="0" r="r" b="b"/>
                <a:pathLst>
                  <a:path w="17" h="20">
                    <a:moveTo>
                      <a:pt x="17" y="12"/>
                    </a:moveTo>
                    <a:cubicBezTo>
                      <a:pt x="17" y="12"/>
                      <a:pt x="17" y="14"/>
                      <a:pt x="17" y="15"/>
                    </a:cubicBezTo>
                    <a:cubicBezTo>
                      <a:pt x="17" y="18"/>
                      <a:pt x="12" y="20"/>
                      <a:pt x="7" y="20"/>
                    </a:cubicBezTo>
                    <a:cubicBezTo>
                      <a:pt x="3" y="20"/>
                      <a:pt x="0" y="18"/>
                      <a:pt x="0" y="15"/>
                    </a:cubicBezTo>
                    <a:cubicBezTo>
                      <a:pt x="0" y="13"/>
                      <a:pt x="6" y="2"/>
                      <a:pt x="10" y="0"/>
                    </a:cubicBezTo>
                    <a:cubicBezTo>
                      <a:pt x="11" y="2"/>
                      <a:pt x="14" y="3"/>
                      <a:pt x="14" y="5"/>
                    </a:cubicBezTo>
                    <a:cubicBezTo>
                      <a:pt x="14" y="9"/>
                      <a:pt x="7" y="12"/>
                      <a:pt x="17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7" name="Freeform 100">
                <a:extLst>
                  <a:ext uri="{FF2B5EF4-FFF2-40B4-BE49-F238E27FC236}">
                    <a16:creationId xmlns:a16="http://schemas.microsoft.com/office/drawing/2014/main" id="{B0EB1F08-F563-2853-6059-5AE023AE0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850" y="1724025"/>
                <a:ext cx="26988" cy="12700"/>
              </a:xfrm>
              <a:custGeom>
                <a:avLst/>
                <a:gdLst/>
                <a:ahLst/>
                <a:cxnLst>
                  <a:cxn ang="0">
                    <a:pos x="6" y="4"/>
                  </a:cxn>
                  <a:cxn ang="0">
                    <a:pos x="13" y="1"/>
                  </a:cxn>
                  <a:cxn ang="0">
                    <a:pos x="20" y="9"/>
                  </a:cxn>
                  <a:cxn ang="0">
                    <a:pos x="5" y="9"/>
                  </a:cxn>
                  <a:cxn ang="0">
                    <a:pos x="0" y="4"/>
                  </a:cxn>
                  <a:cxn ang="0">
                    <a:pos x="6" y="4"/>
                  </a:cxn>
                </a:cxnLst>
                <a:rect l="0" t="0" r="r" b="b"/>
                <a:pathLst>
                  <a:path w="20" h="9">
                    <a:moveTo>
                      <a:pt x="6" y="4"/>
                    </a:moveTo>
                    <a:cubicBezTo>
                      <a:pt x="8" y="0"/>
                      <a:pt x="10" y="1"/>
                      <a:pt x="13" y="1"/>
                    </a:cubicBezTo>
                    <a:cubicBezTo>
                      <a:pt x="18" y="1"/>
                      <a:pt x="19" y="4"/>
                      <a:pt x="2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7"/>
                      <a:pt x="1" y="6"/>
                      <a:pt x="0" y="4"/>
                    </a:cubicBezTo>
                    <a:lnTo>
                      <a:pt x="6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grpSp>
          <p:nvGrpSpPr>
            <p:cNvPr id="229" name="Group 345">
              <a:extLst>
                <a:ext uri="{FF2B5EF4-FFF2-40B4-BE49-F238E27FC236}">
                  <a16:creationId xmlns:a16="http://schemas.microsoft.com/office/drawing/2014/main" id="{CA9BF6F0-FE46-1B19-8B8F-18F126FC5CBB}"/>
                </a:ext>
              </a:extLst>
            </p:cNvPr>
            <p:cNvGrpSpPr/>
            <p:nvPr/>
          </p:nvGrpSpPr>
          <p:grpSpPr>
            <a:xfrm>
              <a:off x="4171632" y="1040773"/>
              <a:ext cx="777395" cy="1307032"/>
              <a:chOff x="4219575" y="1089025"/>
              <a:chExt cx="687388" cy="1155701"/>
            </a:xfrm>
            <a:grpFill/>
          </p:grpSpPr>
          <p:sp>
            <p:nvSpPr>
              <p:cNvPr id="354" name="Freeform 36">
                <a:extLst>
                  <a:ext uri="{FF2B5EF4-FFF2-40B4-BE49-F238E27FC236}">
                    <a16:creationId xmlns:a16="http://schemas.microsoft.com/office/drawing/2014/main" id="{063E700C-351F-E8E3-1D33-00CF2C720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825" y="1816100"/>
                <a:ext cx="26988" cy="39688"/>
              </a:xfrm>
              <a:custGeom>
                <a:avLst/>
                <a:gdLst/>
                <a:ahLst/>
                <a:cxnLst>
                  <a:cxn ang="0">
                    <a:pos x="3" y="27"/>
                  </a:cxn>
                  <a:cxn ang="0">
                    <a:pos x="9" y="21"/>
                  </a:cxn>
                  <a:cxn ang="0">
                    <a:pos x="0" y="14"/>
                  </a:cxn>
                  <a:cxn ang="0">
                    <a:pos x="9" y="0"/>
                  </a:cxn>
                  <a:cxn ang="0">
                    <a:pos x="20" y="12"/>
                  </a:cxn>
                  <a:cxn ang="0">
                    <a:pos x="6" y="30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3" y="27"/>
                  </a:cxn>
                </a:cxnLst>
                <a:rect l="0" t="0" r="r" b="b"/>
                <a:pathLst>
                  <a:path w="20" h="30">
                    <a:moveTo>
                      <a:pt x="3" y="27"/>
                    </a:moveTo>
                    <a:cubicBezTo>
                      <a:pt x="6" y="26"/>
                      <a:pt x="9" y="23"/>
                      <a:pt x="9" y="21"/>
                    </a:cubicBezTo>
                    <a:cubicBezTo>
                      <a:pt x="5" y="20"/>
                      <a:pt x="0" y="16"/>
                      <a:pt x="0" y="14"/>
                    </a:cubicBezTo>
                    <a:cubicBezTo>
                      <a:pt x="0" y="12"/>
                      <a:pt x="5" y="0"/>
                      <a:pt x="9" y="0"/>
                    </a:cubicBezTo>
                    <a:cubicBezTo>
                      <a:pt x="17" y="0"/>
                      <a:pt x="18" y="4"/>
                      <a:pt x="20" y="12"/>
                    </a:cubicBezTo>
                    <a:cubicBezTo>
                      <a:pt x="12" y="14"/>
                      <a:pt x="16" y="30"/>
                      <a:pt x="6" y="30"/>
                    </a:cubicBezTo>
                    <a:cubicBezTo>
                      <a:pt x="3" y="30"/>
                      <a:pt x="1" y="27"/>
                      <a:pt x="0" y="27"/>
                    </a:cubicBezTo>
                    <a:cubicBezTo>
                      <a:pt x="1" y="26"/>
                      <a:pt x="2" y="25"/>
                      <a:pt x="2" y="25"/>
                    </a:cubicBezTo>
                    <a:lnTo>
                      <a:pt x="3" y="2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grpSp>
            <p:nvGrpSpPr>
              <p:cNvPr id="355" name="Group 343">
                <a:extLst>
                  <a:ext uri="{FF2B5EF4-FFF2-40B4-BE49-F238E27FC236}">
                    <a16:creationId xmlns:a16="http://schemas.microsoft.com/office/drawing/2014/main" id="{E5022E5A-941A-AB61-FFA2-39C719119EAF}"/>
                  </a:ext>
                </a:extLst>
              </p:cNvPr>
              <p:cNvGrpSpPr/>
              <p:nvPr/>
            </p:nvGrpSpPr>
            <p:grpSpPr>
              <a:xfrm>
                <a:off x="4219575" y="1089025"/>
                <a:ext cx="687388" cy="1155701"/>
                <a:chOff x="4219575" y="1089025"/>
                <a:chExt cx="687388" cy="1155701"/>
              </a:xfrm>
              <a:grpFill/>
            </p:grpSpPr>
            <p:sp>
              <p:nvSpPr>
                <p:cNvPr id="356" name="Freeform 24">
                  <a:extLst>
                    <a:ext uri="{FF2B5EF4-FFF2-40B4-BE49-F238E27FC236}">
                      <a16:creationId xmlns:a16="http://schemas.microsoft.com/office/drawing/2014/main" id="{7D0DF02C-1DD3-F0CF-811C-C09BB8D123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0688" y="1782763"/>
                  <a:ext cx="646113" cy="461963"/>
                </a:xfrm>
                <a:custGeom>
                  <a:avLst/>
                  <a:gdLst/>
                  <a:ahLst/>
                  <a:cxnLst>
                    <a:cxn ang="0">
                      <a:pos x="473" y="233"/>
                    </a:cxn>
                    <a:cxn ang="0">
                      <a:pos x="470" y="273"/>
                    </a:cxn>
                    <a:cxn ang="0">
                      <a:pos x="427" y="274"/>
                    </a:cxn>
                    <a:cxn ang="0">
                      <a:pos x="401" y="283"/>
                    </a:cxn>
                    <a:cxn ang="0">
                      <a:pos x="403" y="303"/>
                    </a:cxn>
                    <a:cxn ang="0">
                      <a:pos x="413" y="322"/>
                    </a:cxn>
                    <a:cxn ang="0">
                      <a:pos x="401" y="319"/>
                    </a:cxn>
                    <a:cxn ang="0">
                      <a:pos x="397" y="336"/>
                    </a:cxn>
                    <a:cxn ang="0">
                      <a:pos x="382" y="315"/>
                    </a:cxn>
                    <a:cxn ang="0">
                      <a:pos x="358" y="278"/>
                    </a:cxn>
                    <a:cxn ang="0">
                      <a:pos x="329" y="238"/>
                    </a:cxn>
                    <a:cxn ang="0">
                      <a:pos x="289" y="213"/>
                    </a:cxn>
                    <a:cxn ang="0">
                      <a:pos x="270" y="212"/>
                    </a:cxn>
                    <a:cxn ang="0">
                      <a:pos x="289" y="244"/>
                    </a:cxn>
                    <a:cxn ang="0">
                      <a:pos x="315" y="264"/>
                    </a:cxn>
                    <a:cxn ang="0">
                      <a:pos x="330" y="283"/>
                    </a:cxn>
                    <a:cxn ang="0">
                      <a:pos x="323" y="305"/>
                    </a:cxn>
                    <a:cxn ang="0">
                      <a:pos x="316" y="303"/>
                    </a:cxn>
                    <a:cxn ang="0">
                      <a:pos x="291" y="273"/>
                    </a:cxn>
                    <a:cxn ang="0">
                      <a:pos x="229" y="223"/>
                    </a:cxn>
                    <a:cxn ang="0">
                      <a:pos x="168" y="237"/>
                    </a:cxn>
                    <a:cxn ang="0">
                      <a:pos x="135" y="272"/>
                    </a:cxn>
                    <a:cxn ang="0">
                      <a:pos x="101" y="326"/>
                    </a:cxn>
                    <a:cxn ang="0">
                      <a:pos x="72" y="338"/>
                    </a:cxn>
                    <a:cxn ang="0">
                      <a:pos x="10" y="334"/>
                    </a:cxn>
                    <a:cxn ang="0">
                      <a:pos x="0" y="306"/>
                    </a:cxn>
                    <a:cxn ang="0">
                      <a:pos x="4" y="246"/>
                    </a:cxn>
                    <a:cxn ang="0">
                      <a:pos x="48" y="235"/>
                    </a:cxn>
                    <a:cxn ang="0">
                      <a:pos x="89" y="240"/>
                    </a:cxn>
                    <a:cxn ang="0">
                      <a:pos x="105" y="206"/>
                    </a:cxn>
                    <a:cxn ang="0">
                      <a:pos x="103" y="193"/>
                    </a:cxn>
                    <a:cxn ang="0">
                      <a:pos x="60" y="163"/>
                    </a:cxn>
                    <a:cxn ang="0">
                      <a:pos x="88" y="157"/>
                    </a:cxn>
                    <a:cxn ang="0">
                      <a:pos x="96" y="143"/>
                    </a:cxn>
                    <a:cxn ang="0">
                      <a:pos x="114" y="145"/>
                    </a:cxn>
                    <a:cxn ang="0">
                      <a:pos x="147" y="118"/>
                    </a:cxn>
                    <a:cxn ang="0">
                      <a:pos x="176" y="89"/>
                    </a:cxn>
                    <a:cxn ang="0">
                      <a:pos x="208" y="73"/>
                    </a:cxn>
                    <a:cxn ang="0">
                      <a:pos x="225" y="54"/>
                    </a:cxn>
                    <a:cxn ang="0">
                      <a:pos x="245" y="5"/>
                    </a:cxn>
                    <a:cxn ang="0">
                      <a:pos x="251" y="25"/>
                    </a:cxn>
                    <a:cxn ang="0">
                      <a:pos x="240" y="54"/>
                    </a:cxn>
                    <a:cxn ang="0">
                      <a:pos x="254" y="66"/>
                    </a:cxn>
                    <a:cxn ang="0">
                      <a:pos x="289" y="68"/>
                    </a:cxn>
                    <a:cxn ang="0">
                      <a:pos x="333" y="50"/>
                    </a:cxn>
                    <a:cxn ang="0">
                      <a:pos x="378" y="55"/>
                    </a:cxn>
                    <a:cxn ang="0">
                      <a:pos x="408" y="95"/>
                    </a:cxn>
                    <a:cxn ang="0">
                      <a:pos x="399" y="153"/>
                    </a:cxn>
                    <a:cxn ang="0">
                      <a:pos x="470" y="180"/>
                    </a:cxn>
                    <a:cxn ang="0">
                      <a:pos x="474" y="204"/>
                    </a:cxn>
                    <a:cxn ang="0">
                      <a:pos x="476" y="216"/>
                    </a:cxn>
                  </a:cxnLst>
                  <a:rect l="0" t="0" r="r" b="b"/>
                  <a:pathLst>
                    <a:path w="485" h="347">
                      <a:moveTo>
                        <a:pt x="476" y="216"/>
                      </a:moveTo>
                      <a:cubicBezTo>
                        <a:pt x="474" y="223"/>
                        <a:pt x="475" y="219"/>
                        <a:pt x="473" y="222"/>
                      </a:cubicBezTo>
                      <a:cubicBezTo>
                        <a:pt x="473" y="233"/>
                        <a:pt x="473" y="233"/>
                        <a:pt x="473" y="233"/>
                      </a:cubicBezTo>
                      <a:cubicBezTo>
                        <a:pt x="469" y="238"/>
                        <a:pt x="461" y="246"/>
                        <a:pt x="461" y="253"/>
                      </a:cubicBezTo>
                      <a:cubicBezTo>
                        <a:pt x="461" y="261"/>
                        <a:pt x="473" y="268"/>
                        <a:pt x="476" y="272"/>
                      </a:cubicBezTo>
                      <a:cubicBezTo>
                        <a:pt x="474" y="273"/>
                        <a:pt x="472" y="273"/>
                        <a:pt x="470" y="273"/>
                      </a:cubicBezTo>
                      <a:cubicBezTo>
                        <a:pt x="466" y="275"/>
                        <a:pt x="463" y="273"/>
                        <a:pt x="459" y="275"/>
                      </a:cubicBezTo>
                      <a:cubicBezTo>
                        <a:pt x="453" y="277"/>
                        <a:pt x="452" y="283"/>
                        <a:pt x="446" y="283"/>
                      </a:cubicBezTo>
                      <a:cubicBezTo>
                        <a:pt x="439" y="283"/>
                        <a:pt x="435" y="274"/>
                        <a:pt x="427" y="274"/>
                      </a:cubicBezTo>
                      <a:cubicBezTo>
                        <a:pt x="420" y="274"/>
                        <a:pt x="419" y="278"/>
                        <a:pt x="413" y="280"/>
                      </a:cubicBezTo>
                      <a:cubicBezTo>
                        <a:pt x="414" y="284"/>
                        <a:pt x="414" y="286"/>
                        <a:pt x="413" y="290"/>
                      </a:cubicBezTo>
                      <a:cubicBezTo>
                        <a:pt x="406" y="290"/>
                        <a:pt x="405" y="283"/>
                        <a:pt x="401" y="283"/>
                      </a:cubicBezTo>
                      <a:cubicBezTo>
                        <a:pt x="399" y="283"/>
                        <a:pt x="397" y="286"/>
                        <a:pt x="397" y="288"/>
                      </a:cubicBezTo>
                      <a:cubicBezTo>
                        <a:pt x="405" y="298"/>
                        <a:pt x="405" y="298"/>
                        <a:pt x="405" y="298"/>
                      </a:cubicBezTo>
                      <a:cubicBezTo>
                        <a:pt x="405" y="300"/>
                        <a:pt x="403" y="302"/>
                        <a:pt x="403" y="303"/>
                      </a:cubicBezTo>
                      <a:cubicBezTo>
                        <a:pt x="403" y="304"/>
                        <a:pt x="415" y="315"/>
                        <a:pt x="419" y="315"/>
                      </a:cubicBezTo>
                      <a:cubicBezTo>
                        <a:pt x="419" y="317"/>
                        <a:pt x="420" y="318"/>
                        <a:pt x="420" y="319"/>
                      </a:cubicBezTo>
                      <a:cubicBezTo>
                        <a:pt x="418" y="321"/>
                        <a:pt x="414" y="319"/>
                        <a:pt x="413" y="322"/>
                      </a:cubicBezTo>
                      <a:cubicBezTo>
                        <a:pt x="412" y="322"/>
                        <a:pt x="412" y="322"/>
                        <a:pt x="412" y="322"/>
                      </a:cubicBezTo>
                      <a:cubicBezTo>
                        <a:pt x="407" y="321"/>
                        <a:pt x="403" y="317"/>
                        <a:pt x="401" y="315"/>
                      </a:cubicBezTo>
                      <a:cubicBezTo>
                        <a:pt x="401" y="319"/>
                        <a:pt x="401" y="319"/>
                        <a:pt x="401" y="319"/>
                      </a:cubicBezTo>
                      <a:cubicBezTo>
                        <a:pt x="402" y="321"/>
                        <a:pt x="403" y="323"/>
                        <a:pt x="403" y="326"/>
                      </a:cubicBezTo>
                      <a:cubicBezTo>
                        <a:pt x="403" y="329"/>
                        <a:pt x="399" y="334"/>
                        <a:pt x="403" y="336"/>
                      </a:cubicBezTo>
                      <a:cubicBezTo>
                        <a:pt x="401" y="336"/>
                        <a:pt x="397" y="336"/>
                        <a:pt x="397" y="336"/>
                      </a:cubicBezTo>
                      <a:cubicBezTo>
                        <a:pt x="390" y="336"/>
                        <a:pt x="384" y="329"/>
                        <a:pt x="384" y="322"/>
                      </a:cubicBezTo>
                      <a:cubicBezTo>
                        <a:pt x="384" y="319"/>
                        <a:pt x="388" y="317"/>
                        <a:pt x="390" y="315"/>
                      </a:cubicBezTo>
                      <a:cubicBezTo>
                        <a:pt x="387" y="315"/>
                        <a:pt x="385" y="315"/>
                        <a:pt x="382" y="315"/>
                      </a:cubicBezTo>
                      <a:cubicBezTo>
                        <a:pt x="380" y="315"/>
                        <a:pt x="379" y="311"/>
                        <a:pt x="379" y="310"/>
                      </a:cubicBezTo>
                      <a:cubicBezTo>
                        <a:pt x="378" y="304"/>
                        <a:pt x="374" y="300"/>
                        <a:pt x="370" y="296"/>
                      </a:cubicBezTo>
                      <a:cubicBezTo>
                        <a:pt x="365" y="291"/>
                        <a:pt x="358" y="287"/>
                        <a:pt x="358" y="278"/>
                      </a:cubicBezTo>
                      <a:cubicBezTo>
                        <a:pt x="358" y="272"/>
                        <a:pt x="358" y="270"/>
                        <a:pt x="358" y="266"/>
                      </a:cubicBezTo>
                      <a:cubicBezTo>
                        <a:pt x="358" y="260"/>
                        <a:pt x="348" y="251"/>
                        <a:pt x="342" y="248"/>
                      </a:cubicBezTo>
                      <a:cubicBezTo>
                        <a:pt x="336" y="245"/>
                        <a:pt x="329" y="244"/>
                        <a:pt x="329" y="238"/>
                      </a:cubicBezTo>
                      <a:cubicBezTo>
                        <a:pt x="326" y="238"/>
                        <a:pt x="325" y="238"/>
                        <a:pt x="323" y="238"/>
                      </a:cubicBezTo>
                      <a:cubicBezTo>
                        <a:pt x="313" y="238"/>
                        <a:pt x="302" y="223"/>
                        <a:pt x="302" y="213"/>
                      </a:cubicBezTo>
                      <a:cubicBezTo>
                        <a:pt x="297" y="213"/>
                        <a:pt x="293" y="213"/>
                        <a:pt x="289" y="213"/>
                      </a:cubicBezTo>
                      <a:cubicBezTo>
                        <a:pt x="283" y="213"/>
                        <a:pt x="285" y="204"/>
                        <a:pt x="283" y="201"/>
                      </a:cubicBezTo>
                      <a:cubicBezTo>
                        <a:pt x="278" y="204"/>
                        <a:pt x="268" y="204"/>
                        <a:pt x="268" y="209"/>
                      </a:cubicBezTo>
                      <a:cubicBezTo>
                        <a:pt x="268" y="210"/>
                        <a:pt x="270" y="212"/>
                        <a:pt x="270" y="212"/>
                      </a:cubicBezTo>
                      <a:cubicBezTo>
                        <a:pt x="270" y="214"/>
                        <a:pt x="269" y="217"/>
                        <a:pt x="269" y="220"/>
                      </a:cubicBezTo>
                      <a:cubicBezTo>
                        <a:pt x="269" y="226"/>
                        <a:pt x="273" y="229"/>
                        <a:pt x="278" y="231"/>
                      </a:cubicBezTo>
                      <a:cubicBezTo>
                        <a:pt x="285" y="233"/>
                        <a:pt x="288" y="240"/>
                        <a:pt x="289" y="244"/>
                      </a:cubicBezTo>
                      <a:cubicBezTo>
                        <a:pt x="291" y="250"/>
                        <a:pt x="294" y="257"/>
                        <a:pt x="298" y="259"/>
                      </a:cubicBezTo>
                      <a:cubicBezTo>
                        <a:pt x="304" y="262"/>
                        <a:pt x="309" y="260"/>
                        <a:pt x="315" y="260"/>
                      </a:cubicBezTo>
                      <a:cubicBezTo>
                        <a:pt x="315" y="261"/>
                        <a:pt x="315" y="263"/>
                        <a:pt x="315" y="264"/>
                      </a:cubicBezTo>
                      <a:cubicBezTo>
                        <a:pt x="313" y="269"/>
                        <a:pt x="323" y="271"/>
                        <a:pt x="326" y="272"/>
                      </a:cubicBezTo>
                      <a:cubicBezTo>
                        <a:pt x="335" y="277"/>
                        <a:pt x="345" y="280"/>
                        <a:pt x="344" y="290"/>
                      </a:cubicBezTo>
                      <a:cubicBezTo>
                        <a:pt x="340" y="289"/>
                        <a:pt x="337" y="283"/>
                        <a:pt x="330" y="283"/>
                      </a:cubicBezTo>
                      <a:cubicBezTo>
                        <a:pt x="325" y="283"/>
                        <a:pt x="320" y="286"/>
                        <a:pt x="320" y="290"/>
                      </a:cubicBezTo>
                      <a:cubicBezTo>
                        <a:pt x="320" y="296"/>
                        <a:pt x="328" y="297"/>
                        <a:pt x="328" y="303"/>
                      </a:cubicBezTo>
                      <a:cubicBezTo>
                        <a:pt x="328" y="305"/>
                        <a:pt x="323" y="305"/>
                        <a:pt x="323" y="305"/>
                      </a:cubicBezTo>
                      <a:cubicBezTo>
                        <a:pt x="319" y="309"/>
                        <a:pt x="319" y="318"/>
                        <a:pt x="313" y="318"/>
                      </a:cubicBezTo>
                      <a:cubicBezTo>
                        <a:pt x="310" y="318"/>
                        <a:pt x="308" y="317"/>
                        <a:pt x="308" y="315"/>
                      </a:cubicBezTo>
                      <a:cubicBezTo>
                        <a:pt x="314" y="315"/>
                        <a:pt x="316" y="309"/>
                        <a:pt x="316" y="303"/>
                      </a:cubicBezTo>
                      <a:cubicBezTo>
                        <a:pt x="316" y="297"/>
                        <a:pt x="312" y="295"/>
                        <a:pt x="311" y="291"/>
                      </a:cubicBezTo>
                      <a:cubicBezTo>
                        <a:pt x="310" y="291"/>
                        <a:pt x="300" y="281"/>
                        <a:pt x="299" y="278"/>
                      </a:cubicBezTo>
                      <a:cubicBezTo>
                        <a:pt x="297" y="278"/>
                        <a:pt x="291" y="276"/>
                        <a:pt x="291" y="273"/>
                      </a:cubicBezTo>
                      <a:cubicBezTo>
                        <a:pt x="277" y="270"/>
                        <a:pt x="274" y="266"/>
                        <a:pt x="266" y="259"/>
                      </a:cubicBezTo>
                      <a:cubicBezTo>
                        <a:pt x="263" y="256"/>
                        <a:pt x="257" y="254"/>
                        <a:pt x="256" y="251"/>
                      </a:cubicBezTo>
                      <a:cubicBezTo>
                        <a:pt x="248" y="241"/>
                        <a:pt x="245" y="223"/>
                        <a:pt x="229" y="223"/>
                      </a:cubicBezTo>
                      <a:cubicBezTo>
                        <a:pt x="221" y="223"/>
                        <a:pt x="220" y="228"/>
                        <a:pt x="216" y="230"/>
                      </a:cubicBezTo>
                      <a:cubicBezTo>
                        <a:pt x="208" y="234"/>
                        <a:pt x="202" y="242"/>
                        <a:pt x="192" y="242"/>
                      </a:cubicBezTo>
                      <a:cubicBezTo>
                        <a:pt x="183" y="242"/>
                        <a:pt x="177" y="237"/>
                        <a:pt x="168" y="237"/>
                      </a:cubicBezTo>
                      <a:cubicBezTo>
                        <a:pt x="161" y="237"/>
                        <a:pt x="154" y="242"/>
                        <a:pt x="154" y="248"/>
                      </a:cubicBezTo>
                      <a:cubicBezTo>
                        <a:pt x="157" y="258"/>
                        <a:pt x="157" y="258"/>
                        <a:pt x="157" y="258"/>
                      </a:cubicBezTo>
                      <a:cubicBezTo>
                        <a:pt x="154" y="267"/>
                        <a:pt x="144" y="270"/>
                        <a:pt x="135" y="272"/>
                      </a:cubicBezTo>
                      <a:cubicBezTo>
                        <a:pt x="127" y="274"/>
                        <a:pt x="114" y="292"/>
                        <a:pt x="114" y="302"/>
                      </a:cubicBezTo>
                      <a:cubicBezTo>
                        <a:pt x="114" y="305"/>
                        <a:pt x="117" y="306"/>
                        <a:pt x="119" y="307"/>
                      </a:cubicBezTo>
                      <a:cubicBezTo>
                        <a:pt x="113" y="316"/>
                        <a:pt x="110" y="321"/>
                        <a:pt x="101" y="326"/>
                      </a:cubicBezTo>
                      <a:cubicBezTo>
                        <a:pt x="96" y="328"/>
                        <a:pt x="95" y="340"/>
                        <a:pt x="86" y="337"/>
                      </a:cubicBezTo>
                      <a:cubicBezTo>
                        <a:pt x="86" y="337"/>
                        <a:pt x="86" y="337"/>
                        <a:pt x="86" y="337"/>
                      </a:cubicBezTo>
                      <a:cubicBezTo>
                        <a:pt x="82" y="336"/>
                        <a:pt x="75" y="338"/>
                        <a:pt x="72" y="338"/>
                      </a:cubicBezTo>
                      <a:cubicBezTo>
                        <a:pt x="62" y="338"/>
                        <a:pt x="56" y="347"/>
                        <a:pt x="46" y="347"/>
                      </a:cubicBezTo>
                      <a:cubicBezTo>
                        <a:pt x="40" y="347"/>
                        <a:pt x="39" y="331"/>
                        <a:pt x="29" y="331"/>
                      </a:cubicBezTo>
                      <a:cubicBezTo>
                        <a:pt x="22" y="331"/>
                        <a:pt x="17" y="334"/>
                        <a:pt x="10" y="334"/>
                      </a:cubicBezTo>
                      <a:cubicBezTo>
                        <a:pt x="8" y="334"/>
                        <a:pt x="7" y="332"/>
                        <a:pt x="7" y="330"/>
                      </a:cubicBezTo>
                      <a:cubicBezTo>
                        <a:pt x="7" y="321"/>
                        <a:pt x="7" y="318"/>
                        <a:pt x="7" y="313"/>
                      </a:cubicBezTo>
                      <a:cubicBezTo>
                        <a:pt x="3" y="313"/>
                        <a:pt x="0" y="310"/>
                        <a:pt x="0" y="306"/>
                      </a:cubicBezTo>
                      <a:cubicBezTo>
                        <a:pt x="0" y="301"/>
                        <a:pt x="4" y="299"/>
                        <a:pt x="4" y="296"/>
                      </a:cubicBezTo>
                      <a:cubicBezTo>
                        <a:pt x="4" y="285"/>
                        <a:pt x="8" y="274"/>
                        <a:pt x="8" y="262"/>
                      </a:cubicBezTo>
                      <a:cubicBezTo>
                        <a:pt x="8" y="256"/>
                        <a:pt x="4" y="250"/>
                        <a:pt x="4" y="246"/>
                      </a:cubicBezTo>
                      <a:cubicBezTo>
                        <a:pt x="4" y="243"/>
                        <a:pt x="19" y="234"/>
                        <a:pt x="21" y="234"/>
                      </a:cubicBezTo>
                      <a:cubicBezTo>
                        <a:pt x="23" y="234"/>
                        <a:pt x="25" y="236"/>
                        <a:pt x="28" y="235"/>
                      </a:cubicBezTo>
                      <a:cubicBezTo>
                        <a:pt x="48" y="235"/>
                        <a:pt x="48" y="235"/>
                        <a:pt x="48" y="235"/>
                      </a:cubicBezTo>
                      <a:cubicBezTo>
                        <a:pt x="49" y="237"/>
                        <a:pt x="53" y="238"/>
                        <a:pt x="55" y="238"/>
                      </a:cubicBezTo>
                      <a:cubicBezTo>
                        <a:pt x="76" y="238"/>
                        <a:pt x="76" y="238"/>
                        <a:pt x="76" y="238"/>
                      </a:cubicBezTo>
                      <a:cubicBezTo>
                        <a:pt x="82" y="237"/>
                        <a:pt x="84" y="240"/>
                        <a:pt x="89" y="240"/>
                      </a:cubicBezTo>
                      <a:cubicBezTo>
                        <a:pt x="92" y="240"/>
                        <a:pt x="98" y="238"/>
                        <a:pt x="100" y="238"/>
                      </a:cubicBezTo>
                      <a:cubicBezTo>
                        <a:pt x="100" y="229"/>
                        <a:pt x="105" y="226"/>
                        <a:pt x="105" y="218"/>
                      </a:cubicBezTo>
                      <a:cubicBezTo>
                        <a:pt x="105" y="216"/>
                        <a:pt x="105" y="208"/>
                        <a:pt x="105" y="206"/>
                      </a:cubicBezTo>
                      <a:cubicBezTo>
                        <a:pt x="104" y="206"/>
                        <a:pt x="104" y="206"/>
                        <a:pt x="104" y="206"/>
                      </a:cubicBezTo>
                      <a:cubicBezTo>
                        <a:pt x="105" y="205"/>
                        <a:pt x="106" y="201"/>
                        <a:pt x="106" y="200"/>
                      </a:cubicBezTo>
                      <a:cubicBezTo>
                        <a:pt x="106" y="196"/>
                        <a:pt x="103" y="197"/>
                        <a:pt x="103" y="193"/>
                      </a:cubicBezTo>
                      <a:cubicBezTo>
                        <a:pt x="94" y="193"/>
                        <a:pt x="92" y="185"/>
                        <a:pt x="92" y="178"/>
                      </a:cubicBezTo>
                      <a:cubicBezTo>
                        <a:pt x="89" y="178"/>
                        <a:pt x="89" y="175"/>
                        <a:pt x="87" y="175"/>
                      </a:cubicBezTo>
                      <a:cubicBezTo>
                        <a:pt x="79" y="173"/>
                        <a:pt x="60" y="169"/>
                        <a:pt x="60" y="163"/>
                      </a:cubicBezTo>
                      <a:cubicBezTo>
                        <a:pt x="60" y="163"/>
                        <a:pt x="60" y="161"/>
                        <a:pt x="60" y="161"/>
                      </a:cubicBezTo>
                      <a:cubicBezTo>
                        <a:pt x="60" y="157"/>
                        <a:pt x="72" y="154"/>
                        <a:pt x="76" y="153"/>
                      </a:cubicBezTo>
                      <a:cubicBezTo>
                        <a:pt x="78" y="156"/>
                        <a:pt x="85" y="157"/>
                        <a:pt x="88" y="157"/>
                      </a:cubicBezTo>
                      <a:cubicBezTo>
                        <a:pt x="92" y="157"/>
                        <a:pt x="97" y="156"/>
                        <a:pt x="98" y="155"/>
                      </a:cubicBezTo>
                      <a:cubicBezTo>
                        <a:pt x="98" y="152"/>
                        <a:pt x="98" y="152"/>
                        <a:pt x="98" y="152"/>
                      </a:cubicBezTo>
                      <a:cubicBezTo>
                        <a:pt x="95" y="151"/>
                        <a:pt x="97" y="145"/>
                        <a:pt x="96" y="143"/>
                      </a:cubicBezTo>
                      <a:cubicBezTo>
                        <a:pt x="96" y="140"/>
                        <a:pt x="96" y="140"/>
                        <a:pt x="96" y="140"/>
                      </a:cubicBezTo>
                      <a:cubicBezTo>
                        <a:pt x="101" y="140"/>
                        <a:pt x="101" y="140"/>
                        <a:pt x="101" y="140"/>
                      </a:cubicBezTo>
                      <a:cubicBezTo>
                        <a:pt x="104" y="143"/>
                        <a:pt x="109" y="145"/>
                        <a:pt x="114" y="145"/>
                      </a:cubicBezTo>
                      <a:cubicBezTo>
                        <a:pt x="117" y="145"/>
                        <a:pt x="120" y="142"/>
                        <a:pt x="121" y="139"/>
                      </a:cubicBezTo>
                      <a:cubicBezTo>
                        <a:pt x="135" y="139"/>
                        <a:pt x="138" y="129"/>
                        <a:pt x="141" y="119"/>
                      </a:cubicBezTo>
                      <a:cubicBezTo>
                        <a:pt x="143" y="119"/>
                        <a:pt x="145" y="118"/>
                        <a:pt x="147" y="118"/>
                      </a:cubicBezTo>
                      <a:cubicBezTo>
                        <a:pt x="150" y="117"/>
                        <a:pt x="167" y="110"/>
                        <a:pt x="169" y="108"/>
                      </a:cubicBezTo>
                      <a:cubicBezTo>
                        <a:pt x="173" y="104"/>
                        <a:pt x="171" y="99"/>
                        <a:pt x="171" y="94"/>
                      </a:cubicBezTo>
                      <a:cubicBezTo>
                        <a:pt x="171" y="92"/>
                        <a:pt x="175" y="89"/>
                        <a:pt x="176" y="89"/>
                      </a:cubicBezTo>
                      <a:cubicBezTo>
                        <a:pt x="182" y="83"/>
                        <a:pt x="188" y="76"/>
                        <a:pt x="198" y="76"/>
                      </a:cubicBezTo>
                      <a:cubicBezTo>
                        <a:pt x="204" y="76"/>
                        <a:pt x="201" y="77"/>
                        <a:pt x="204" y="76"/>
                      </a:cubicBezTo>
                      <a:cubicBezTo>
                        <a:pt x="206" y="77"/>
                        <a:pt x="207" y="74"/>
                        <a:pt x="208" y="73"/>
                      </a:cubicBezTo>
                      <a:cubicBezTo>
                        <a:pt x="211" y="70"/>
                        <a:pt x="215" y="72"/>
                        <a:pt x="219" y="72"/>
                      </a:cubicBezTo>
                      <a:cubicBezTo>
                        <a:pt x="221" y="72"/>
                        <a:pt x="229" y="68"/>
                        <a:pt x="229" y="65"/>
                      </a:cubicBezTo>
                      <a:cubicBezTo>
                        <a:pt x="229" y="63"/>
                        <a:pt x="225" y="54"/>
                        <a:pt x="225" y="54"/>
                      </a:cubicBezTo>
                      <a:cubicBezTo>
                        <a:pt x="224" y="42"/>
                        <a:pt x="217" y="38"/>
                        <a:pt x="217" y="28"/>
                      </a:cubicBezTo>
                      <a:cubicBezTo>
                        <a:pt x="217" y="9"/>
                        <a:pt x="234" y="8"/>
                        <a:pt x="245" y="0"/>
                      </a:cubicBezTo>
                      <a:cubicBezTo>
                        <a:pt x="245" y="5"/>
                        <a:pt x="245" y="5"/>
                        <a:pt x="245" y="5"/>
                      </a:cubicBezTo>
                      <a:cubicBezTo>
                        <a:pt x="243" y="10"/>
                        <a:pt x="242" y="12"/>
                        <a:pt x="242" y="17"/>
                      </a:cubicBezTo>
                      <a:cubicBezTo>
                        <a:pt x="242" y="21"/>
                        <a:pt x="247" y="22"/>
                        <a:pt x="251" y="22"/>
                      </a:cubicBezTo>
                      <a:cubicBezTo>
                        <a:pt x="251" y="23"/>
                        <a:pt x="251" y="24"/>
                        <a:pt x="251" y="25"/>
                      </a:cubicBezTo>
                      <a:cubicBezTo>
                        <a:pt x="251" y="27"/>
                        <a:pt x="247" y="28"/>
                        <a:pt x="245" y="29"/>
                      </a:cubicBezTo>
                      <a:cubicBezTo>
                        <a:pt x="241" y="34"/>
                        <a:pt x="236" y="38"/>
                        <a:pt x="236" y="46"/>
                      </a:cubicBezTo>
                      <a:cubicBezTo>
                        <a:pt x="236" y="50"/>
                        <a:pt x="238" y="53"/>
                        <a:pt x="240" y="54"/>
                      </a:cubicBezTo>
                      <a:cubicBezTo>
                        <a:pt x="240" y="56"/>
                        <a:pt x="241" y="57"/>
                        <a:pt x="240" y="59"/>
                      </a:cubicBezTo>
                      <a:cubicBezTo>
                        <a:pt x="245" y="59"/>
                        <a:pt x="247" y="60"/>
                        <a:pt x="251" y="60"/>
                      </a:cubicBezTo>
                      <a:cubicBezTo>
                        <a:pt x="252" y="63"/>
                        <a:pt x="253" y="66"/>
                        <a:pt x="254" y="66"/>
                      </a:cubicBezTo>
                      <a:cubicBezTo>
                        <a:pt x="266" y="66"/>
                        <a:pt x="274" y="56"/>
                        <a:pt x="285" y="57"/>
                      </a:cubicBezTo>
                      <a:cubicBezTo>
                        <a:pt x="284" y="59"/>
                        <a:pt x="282" y="60"/>
                        <a:pt x="282" y="62"/>
                      </a:cubicBezTo>
                      <a:cubicBezTo>
                        <a:pt x="282" y="63"/>
                        <a:pt x="289" y="68"/>
                        <a:pt x="289" y="68"/>
                      </a:cubicBezTo>
                      <a:cubicBezTo>
                        <a:pt x="294" y="68"/>
                        <a:pt x="295" y="65"/>
                        <a:pt x="297" y="64"/>
                      </a:cubicBezTo>
                      <a:cubicBezTo>
                        <a:pt x="304" y="60"/>
                        <a:pt x="310" y="62"/>
                        <a:pt x="317" y="59"/>
                      </a:cubicBezTo>
                      <a:cubicBezTo>
                        <a:pt x="321" y="57"/>
                        <a:pt x="328" y="50"/>
                        <a:pt x="333" y="50"/>
                      </a:cubicBezTo>
                      <a:cubicBezTo>
                        <a:pt x="339" y="50"/>
                        <a:pt x="345" y="51"/>
                        <a:pt x="348" y="52"/>
                      </a:cubicBezTo>
                      <a:cubicBezTo>
                        <a:pt x="347" y="54"/>
                        <a:pt x="346" y="56"/>
                        <a:pt x="346" y="57"/>
                      </a:cubicBezTo>
                      <a:cubicBezTo>
                        <a:pt x="358" y="57"/>
                        <a:pt x="370" y="55"/>
                        <a:pt x="378" y="55"/>
                      </a:cubicBezTo>
                      <a:cubicBezTo>
                        <a:pt x="386" y="55"/>
                        <a:pt x="392" y="54"/>
                        <a:pt x="401" y="54"/>
                      </a:cubicBezTo>
                      <a:cubicBezTo>
                        <a:pt x="410" y="54"/>
                        <a:pt x="414" y="70"/>
                        <a:pt x="414" y="80"/>
                      </a:cubicBezTo>
                      <a:cubicBezTo>
                        <a:pt x="414" y="86"/>
                        <a:pt x="408" y="89"/>
                        <a:pt x="408" y="95"/>
                      </a:cubicBezTo>
                      <a:cubicBezTo>
                        <a:pt x="408" y="104"/>
                        <a:pt x="416" y="110"/>
                        <a:pt x="416" y="118"/>
                      </a:cubicBezTo>
                      <a:cubicBezTo>
                        <a:pt x="416" y="123"/>
                        <a:pt x="408" y="125"/>
                        <a:pt x="406" y="128"/>
                      </a:cubicBezTo>
                      <a:cubicBezTo>
                        <a:pt x="401" y="136"/>
                        <a:pt x="399" y="143"/>
                        <a:pt x="399" y="153"/>
                      </a:cubicBezTo>
                      <a:cubicBezTo>
                        <a:pt x="399" y="166"/>
                        <a:pt x="408" y="163"/>
                        <a:pt x="418" y="163"/>
                      </a:cubicBezTo>
                      <a:cubicBezTo>
                        <a:pt x="432" y="163"/>
                        <a:pt x="439" y="157"/>
                        <a:pt x="450" y="157"/>
                      </a:cubicBezTo>
                      <a:cubicBezTo>
                        <a:pt x="461" y="157"/>
                        <a:pt x="459" y="180"/>
                        <a:pt x="470" y="180"/>
                      </a:cubicBezTo>
                      <a:cubicBezTo>
                        <a:pt x="470" y="198"/>
                        <a:pt x="470" y="198"/>
                        <a:pt x="470" y="198"/>
                      </a:cubicBezTo>
                      <a:cubicBezTo>
                        <a:pt x="470" y="200"/>
                        <a:pt x="471" y="201"/>
                        <a:pt x="472" y="201"/>
                      </a:cubicBezTo>
                      <a:cubicBezTo>
                        <a:pt x="474" y="204"/>
                        <a:pt x="474" y="204"/>
                        <a:pt x="474" y="204"/>
                      </a:cubicBezTo>
                      <a:cubicBezTo>
                        <a:pt x="476" y="204"/>
                        <a:pt x="482" y="202"/>
                        <a:pt x="485" y="201"/>
                      </a:cubicBezTo>
                      <a:cubicBezTo>
                        <a:pt x="485" y="204"/>
                        <a:pt x="485" y="206"/>
                        <a:pt x="485" y="208"/>
                      </a:cubicBezTo>
                      <a:cubicBezTo>
                        <a:pt x="481" y="209"/>
                        <a:pt x="476" y="211"/>
                        <a:pt x="476" y="2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7" name="Freeform 25">
                  <a:extLst>
                    <a:ext uri="{FF2B5EF4-FFF2-40B4-BE49-F238E27FC236}">
                      <a16:creationId xmlns:a16="http://schemas.microsoft.com/office/drawing/2014/main" id="{C1FF4C1D-C968-2E56-77EA-D8BE897720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70400" y="1416050"/>
                  <a:ext cx="436563" cy="423863"/>
                </a:xfrm>
                <a:custGeom>
                  <a:avLst/>
                  <a:gdLst/>
                  <a:ahLst/>
                  <a:cxnLst>
                    <a:cxn ang="0">
                      <a:pos x="66" y="236"/>
                    </a:cxn>
                    <a:cxn ang="0">
                      <a:pos x="4" y="254"/>
                    </a:cxn>
                    <a:cxn ang="0">
                      <a:pos x="12" y="241"/>
                    </a:cxn>
                    <a:cxn ang="0">
                      <a:pos x="8" y="231"/>
                    </a:cxn>
                    <a:cxn ang="0">
                      <a:pos x="10" y="190"/>
                    </a:cxn>
                    <a:cxn ang="0">
                      <a:pos x="55" y="163"/>
                    </a:cxn>
                    <a:cxn ang="0">
                      <a:pos x="85" y="129"/>
                    </a:cxn>
                    <a:cxn ang="0">
                      <a:pos x="97" y="102"/>
                    </a:cxn>
                    <a:cxn ang="0">
                      <a:pos x="142" y="55"/>
                    </a:cxn>
                    <a:cxn ang="0">
                      <a:pos x="124" y="57"/>
                    </a:cxn>
                    <a:cxn ang="0">
                      <a:pos x="124" y="49"/>
                    </a:cxn>
                    <a:cxn ang="0">
                      <a:pos x="132" y="44"/>
                    </a:cxn>
                    <a:cxn ang="0">
                      <a:pos x="148" y="57"/>
                    </a:cxn>
                    <a:cxn ang="0">
                      <a:pos x="149" y="45"/>
                    </a:cxn>
                    <a:cxn ang="0">
                      <a:pos x="168" y="37"/>
                    </a:cxn>
                    <a:cxn ang="0">
                      <a:pos x="183" y="28"/>
                    </a:cxn>
                    <a:cxn ang="0">
                      <a:pos x="199" y="21"/>
                    </a:cxn>
                    <a:cxn ang="0">
                      <a:pos x="221" y="17"/>
                    </a:cxn>
                    <a:cxn ang="0">
                      <a:pos x="223" y="5"/>
                    </a:cxn>
                    <a:cxn ang="0">
                      <a:pos x="256" y="6"/>
                    </a:cxn>
                    <a:cxn ang="0">
                      <a:pos x="266" y="7"/>
                    </a:cxn>
                    <a:cxn ang="0">
                      <a:pos x="285" y="2"/>
                    </a:cxn>
                    <a:cxn ang="0">
                      <a:pos x="296" y="6"/>
                    </a:cxn>
                    <a:cxn ang="0">
                      <a:pos x="293" y="24"/>
                    </a:cxn>
                    <a:cxn ang="0">
                      <a:pos x="315" y="32"/>
                    </a:cxn>
                    <a:cxn ang="0">
                      <a:pos x="309" y="72"/>
                    </a:cxn>
                    <a:cxn ang="0">
                      <a:pos x="310" y="113"/>
                    </a:cxn>
                    <a:cxn ang="0">
                      <a:pos x="318" y="148"/>
                    </a:cxn>
                    <a:cxn ang="0">
                      <a:pos x="327" y="172"/>
                    </a:cxn>
                    <a:cxn ang="0">
                      <a:pos x="255" y="224"/>
                    </a:cxn>
                    <a:cxn ang="0">
                      <a:pos x="218" y="225"/>
                    </a:cxn>
                    <a:cxn ang="0">
                      <a:pos x="206" y="200"/>
                    </a:cxn>
                    <a:cxn ang="0">
                      <a:pos x="197" y="174"/>
                    </a:cxn>
                    <a:cxn ang="0">
                      <a:pos x="254" y="130"/>
                    </a:cxn>
                    <a:cxn ang="0">
                      <a:pos x="202" y="135"/>
                    </a:cxn>
                    <a:cxn ang="0">
                      <a:pos x="172" y="169"/>
                    </a:cxn>
                    <a:cxn ang="0">
                      <a:pos x="146" y="201"/>
                    </a:cxn>
                    <a:cxn ang="0">
                      <a:pos x="150" y="218"/>
                    </a:cxn>
                    <a:cxn ang="0">
                      <a:pos x="152" y="253"/>
                    </a:cxn>
                    <a:cxn ang="0">
                      <a:pos x="146" y="283"/>
                    </a:cxn>
                    <a:cxn ang="0">
                      <a:pos x="121" y="304"/>
                    </a:cxn>
                    <a:cxn ang="0">
                      <a:pos x="90" y="297"/>
                    </a:cxn>
                    <a:cxn ang="0">
                      <a:pos x="82" y="269"/>
                    </a:cxn>
                    <a:cxn ang="0">
                      <a:pos x="76" y="245"/>
                    </a:cxn>
                  </a:cxnLst>
                  <a:rect l="0" t="0" r="r" b="b"/>
                  <a:pathLst>
                    <a:path w="327" h="318">
                      <a:moveTo>
                        <a:pt x="76" y="247"/>
                      </a:moveTo>
                      <a:cubicBezTo>
                        <a:pt x="70" y="245"/>
                        <a:pt x="69" y="241"/>
                        <a:pt x="66" y="236"/>
                      </a:cubicBezTo>
                      <a:cubicBezTo>
                        <a:pt x="57" y="249"/>
                        <a:pt x="43" y="266"/>
                        <a:pt x="24" y="266"/>
                      </a:cubicBezTo>
                      <a:cubicBezTo>
                        <a:pt x="22" y="266"/>
                        <a:pt x="4" y="256"/>
                        <a:pt x="4" y="254"/>
                      </a:cubicBezTo>
                      <a:cubicBezTo>
                        <a:pt x="4" y="250"/>
                        <a:pt x="10" y="248"/>
                        <a:pt x="12" y="247"/>
                      </a:cubicBezTo>
                      <a:cubicBezTo>
                        <a:pt x="12" y="241"/>
                        <a:pt x="12" y="241"/>
                        <a:pt x="12" y="241"/>
                      </a:cubicBezTo>
                      <a:cubicBezTo>
                        <a:pt x="6" y="241"/>
                        <a:pt x="6" y="241"/>
                        <a:pt x="0" y="243"/>
                      </a:cubicBezTo>
                      <a:cubicBezTo>
                        <a:pt x="0" y="240"/>
                        <a:pt x="5" y="234"/>
                        <a:pt x="8" y="231"/>
                      </a:cubicBezTo>
                      <a:cubicBezTo>
                        <a:pt x="1" y="223"/>
                        <a:pt x="0" y="212"/>
                        <a:pt x="0" y="200"/>
                      </a:cubicBezTo>
                      <a:cubicBezTo>
                        <a:pt x="0" y="193"/>
                        <a:pt x="7" y="194"/>
                        <a:pt x="10" y="190"/>
                      </a:cubicBezTo>
                      <a:cubicBezTo>
                        <a:pt x="15" y="182"/>
                        <a:pt x="20" y="177"/>
                        <a:pt x="30" y="174"/>
                      </a:cubicBezTo>
                      <a:cubicBezTo>
                        <a:pt x="38" y="172"/>
                        <a:pt x="39" y="162"/>
                        <a:pt x="55" y="163"/>
                      </a:cubicBezTo>
                      <a:cubicBezTo>
                        <a:pt x="50" y="162"/>
                        <a:pt x="49" y="161"/>
                        <a:pt x="45" y="160"/>
                      </a:cubicBezTo>
                      <a:cubicBezTo>
                        <a:pt x="64" y="155"/>
                        <a:pt x="71" y="140"/>
                        <a:pt x="85" y="129"/>
                      </a:cubicBezTo>
                      <a:cubicBezTo>
                        <a:pt x="90" y="126"/>
                        <a:pt x="89" y="112"/>
                        <a:pt x="93" y="112"/>
                      </a:cubicBezTo>
                      <a:cubicBezTo>
                        <a:pt x="93" y="112"/>
                        <a:pt x="97" y="102"/>
                        <a:pt x="97" y="102"/>
                      </a:cubicBezTo>
                      <a:cubicBezTo>
                        <a:pt x="102" y="93"/>
                        <a:pt x="109" y="87"/>
                        <a:pt x="118" y="83"/>
                      </a:cubicBezTo>
                      <a:cubicBezTo>
                        <a:pt x="127" y="80"/>
                        <a:pt x="139" y="65"/>
                        <a:pt x="142" y="55"/>
                      </a:cubicBezTo>
                      <a:cubicBezTo>
                        <a:pt x="131" y="58"/>
                        <a:pt x="126" y="63"/>
                        <a:pt x="116" y="63"/>
                      </a:cubicBezTo>
                      <a:cubicBezTo>
                        <a:pt x="118" y="60"/>
                        <a:pt x="123" y="58"/>
                        <a:pt x="124" y="57"/>
                      </a:cubicBezTo>
                      <a:cubicBezTo>
                        <a:pt x="122" y="57"/>
                        <a:pt x="118" y="56"/>
                        <a:pt x="118" y="56"/>
                      </a:cubicBezTo>
                      <a:cubicBezTo>
                        <a:pt x="119" y="51"/>
                        <a:pt x="121" y="49"/>
                        <a:pt x="124" y="49"/>
                      </a:cubicBezTo>
                      <a:cubicBezTo>
                        <a:pt x="126" y="49"/>
                        <a:pt x="127" y="50"/>
                        <a:pt x="128" y="50"/>
                      </a:cubicBezTo>
                      <a:cubicBezTo>
                        <a:pt x="129" y="47"/>
                        <a:pt x="131" y="46"/>
                        <a:pt x="132" y="44"/>
                      </a:cubicBezTo>
                      <a:cubicBezTo>
                        <a:pt x="134" y="47"/>
                        <a:pt x="135" y="49"/>
                        <a:pt x="133" y="52"/>
                      </a:cubicBezTo>
                      <a:cubicBezTo>
                        <a:pt x="140" y="52"/>
                        <a:pt x="142" y="57"/>
                        <a:pt x="148" y="57"/>
                      </a:cubicBezTo>
                      <a:cubicBezTo>
                        <a:pt x="150" y="57"/>
                        <a:pt x="155" y="46"/>
                        <a:pt x="156" y="46"/>
                      </a:cubicBezTo>
                      <a:cubicBezTo>
                        <a:pt x="153" y="45"/>
                        <a:pt x="153" y="44"/>
                        <a:pt x="149" y="45"/>
                      </a:cubicBezTo>
                      <a:cubicBezTo>
                        <a:pt x="151" y="41"/>
                        <a:pt x="154" y="38"/>
                        <a:pt x="159" y="38"/>
                      </a:cubicBezTo>
                      <a:cubicBezTo>
                        <a:pt x="162" y="38"/>
                        <a:pt x="165" y="39"/>
                        <a:pt x="168" y="37"/>
                      </a:cubicBezTo>
                      <a:cubicBezTo>
                        <a:pt x="165" y="35"/>
                        <a:pt x="166" y="35"/>
                        <a:pt x="164" y="33"/>
                      </a:cubicBezTo>
                      <a:cubicBezTo>
                        <a:pt x="169" y="29"/>
                        <a:pt x="176" y="29"/>
                        <a:pt x="183" y="28"/>
                      </a:cubicBezTo>
                      <a:cubicBezTo>
                        <a:pt x="183" y="33"/>
                        <a:pt x="183" y="33"/>
                        <a:pt x="183" y="33"/>
                      </a:cubicBezTo>
                      <a:cubicBezTo>
                        <a:pt x="189" y="32"/>
                        <a:pt x="190" y="22"/>
                        <a:pt x="199" y="21"/>
                      </a:cubicBezTo>
                      <a:cubicBezTo>
                        <a:pt x="199" y="29"/>
                        <a:pt x="199" y="29"/>
                        <a:pt x="199" y="29"/>
                      </a:cubicBezTo>
                      <a:cubicBezTo>
                        <a:pt x="205" y="18"/>
                        <a:pt x="213" y="21"/>
                        <a:pt x="221" y="17"/>
                      </a:cubicBezTo>
                      <a:cubicBezTo>
                        <a:pt x="217" y="15"/>
                        <a:pt x="214" y="14"/>
                        <a:pt x="214" y="11"/>
                      </a:cubicBezTo>
                      <a:cubicBezTo>
                        <a:pt x="214" y="9"/>
                        <a:pt x="222" y="7"/>
                        <a:pt x="223" y="5"/>
                      </a:cubicBezTo>
                      <a:cubicBezTo>
                        <a:pt x="226" y="8"/>
                        <a:pt x="228" y="11"/>
                        <a:pt x="232" y="11"/>
                      </a:cubicBezTo>
                      <a:cubicBezTo>
                        <a:pt x="239" y="11"/>
                        <a:pt x="256" y="0"/>
                        <a:pt x="256" y="6"/>
                      </a:cubicBezTo>
                      <a:cubicBezTo>
                        <a:pt x="256" y="12"/>
                        <a:pt x="248" y="14"/>
                        <a:pt x="247" y="20"/>
                      </a:cubicBezTo>
                      <a:cubicBezTo>
                        <a:pt x="255" y="21"/>
                        <a:pt x="258" y="11"/>
                        <a:pt x="266" y="7"/>
                      </a:cubicBezTo>
                      <a:cubicBezTo>
                        <a:pt x="267" y="10"/>
                        <a:pt x="267" y="12"/>
                        <a:pt x="268" y="15"/>
                      </a:cubicBezTo>
                      <a:cubicBezTo>
                        <a:pt x="274" y="9"/>
                        <a:pt x="277" y="7"/>
                        <a:pt x="285" y="2"/>
                      </a:cubicBezTo>
                      <a:cubicBezTo>
                        <a:pt x="285" y="8"/>
                        <a:pt x="284" y="12"/>
                        <a:pt x="289" y="13"/>
                      </a:cubicBezTo>
                      <a:cubicBezTo>
                        <a:pt x="290" y="9"/>
                        <a:pt x="292" y="6"/>
                        <a:pt x="296" y="6"/>
                      </a:cubicBezTo>
                      <a:cubicBezTo>
                        <a:pt x="298" y="6"/>
                        <a:pt x="307" y="11"/>
                        <a:pt x="311" y="13"/>
                      </a:cubicBezTo>
                      <a:cubicBezTo>
                        <a:pt x="307" y="24"/>
                        <a:pt x="303" y="20"/>
                        <a:pt x="293" y="24"/>
                      </a:cubicBezTo>
                      <a:cubicBezTo>
                        <a:pt x="298" y="27"/>
                        <a:pt x="301" y="28"/>
                        <a:pt x="301" y="30"/>
                      </a:cubicBezTo>
                      <a:cubicBezTo>
                        <a:pt x="305" y="31"/>
                        <a:pt x="314" y="32"/>
                        <a:pt x="315" y="32"/>
                      </a:cubicBezTo>
                      <a:cubicBezTo>
                        <a:pt x="309" y="36"/>
                        <a:pt x="293" y="44"/>
                        <a:pt x="293" y="55"/>
                      </a:cubicBezTo>
                      <a:cubicBezTo>
                        <a:pt x="293" y="63"/>
                        <a:pt x="309" y="62"/>
                        <a:pt x="309" y="72"/>
                      </a:cubicBezTo>
                      <a:cubicBezTo>
                        <a:pt x="309" y="80"/>
                        <a:pt x="301" y="83"/>
                        <a:pt x="301" y="91"/>
                      </a:cubicBezTo>
                      <a:cubicBezTo>
                        <a:pt x="301" y="99"/>
                        <a:pt x="310" y="104"/>
                        <a:pt x="310" y="113"/>
                      </a:cubicBezTo>
                      <a:cubicBezTo>
                        <a:pt x="310" y="118"/>
                        <a:pt x="305" y="121"/>
                        <a:pt x="305" y="126"/>
                      </a:cubicBezTo>
                      <a:cubicBezTo>
                        <a:pt x="305" y="136"/>
                        <a:pt x="318" y="138"/>
                        <a:pt x="318" y="148"/>
                      </a:cubicBezTo>
                      <a:cubicBezTo>
                        <a:pt x="318" y="151"/>
                        <a:pt x="314" y="153"/>
                        <a:pt x="313" y="154"/>
                      </a:cubicBezTo>
                      <a:cubicBezTo>
                        <a:pt x="317" y="161"/>
                        <a:pt x="327" y="163"/>
                        <a:pt x="327" y="172"/>
                      </a:cubicBezTo>
                      <a:cubicBezTo>
                        <a:pt x="327" y="187"/>
                        <a:pt x="297" y="203"/>
                        <a:pt x="288" y="215"/>
                      </a:cubicBezTo>
                      <a:cubicBezTo>
                        <a:pt x="283" y="224"/>
                        <a:pt x="263" y="226"/>
                        <a:pt x="255" y="224"/>
                      </a:cubicBezTo>
                      <a:cubicBezTo>
                        <a:pt x="246" y="227"/>
                        <a:pt x="236" y="231"/>
                        <a:pt x="228" y="231"/>
                      </a:cubicBezTo>
                      <a:cubicBezTo>
                        <a:pt x="222" y="231"/>
                        <a:pt x="218" y="230"/>
                        <a:pt x="218" y="225"/>
                      </a:cubicBezTo>
                      <a:cubicBezTo>
                        <a:pt x="209" y="225"/>
                        <a:pt x="199" y="219"/>
                        <a:pt x="199" y="210"/>
                      </a:cubicBezTo>
                      <a:cubicBezTo>
                        <a:pt x="199" y="205"/>
                        <a:pt x="204" y="202"/>
                        <a:pt x="206" y="200"/>
                      </a:cubicBezTo>
                      <a:cubicBezTo>
                        <a:pt x="201" y="198"/>
                        <a:pt x="197" y="188"/>
                        <a:pt x="197" y="183"/>
                      </a:cubicBezTo>
                      <a:cubicBezTo>
                        <a:pt x="197" y="180"/>
                        <a:pt x="198" y="178"/>
                        <a:pt x="197" y="174"/>
                      </a:cubicBezTo>
                      <a:cubicBezTo>
                        <a:pt x="216" y="174"/>
                        <a:pt x="225" y="150"/>
                        <a:pt x="237" y="144"/>
                      </a:cubicBezTo>
                      <a:cubicBezTo>
                        <a:pt x="243" y="140"/>
                        <a:pt x="254" y="138"/>
                        <a:pt x="254" y="130"/>
                      </a:cubicBezTo>
                      <a:cubicBezTo>
                        <a:pt x="254" y="119"/>
                        <a:pt x="239" y="117"/>
                        <a:pt x="228" y="117"/>
                      </a:cubicBezTo>
                      <a:cubicBezTo>
                        <a:pt x="213" y="117"/>
                        <a:pt x="202" y="122"/>
                        <a:pt x="202" y="135"/>
                      </a:cubicBezTo>
                      <a:cubicBezTo>
                        <a:pt x="202" y="140"/>
                        <a:pt x="203" y="142"/>
                        <a:pt x="202" y="145"/>
                      </a:cubicBezTo>
                      <a:cubicBezTo>
                        <a:pt x="202" y="155"/>
                        <a:pt x="181" y="164"/>
                        <a:pt x="172" y="169"/>
                      </a:cubicBezTo>
                      <a:cubicBezTo>
                        <a:pt x="165" y="174"/>
                        <a:pt x="157" y="175"/>
                        <a:pt x="152" y="183"/>
                      </a:cubicBezTo>
                      <a:cubicBezTo>
                        <a:pt x="149" y="189"/>
                        <a:pt x="153" y="198"/>
                        <a:pt x="146" y="201"/>
                      </a:cubicBezTo>
                      <a:cubicBezTo>
                        <a:pt x="146" y="210"/>
                        <a:pt x="146" y="210"/>
                        <a:pt x="146" y="210"/>
                      </a:cubicBezTo>
                      <a:cubicBezTo>
                        <a:pt x="149" y="212"/>
                        <a:pt x="150" y="215"/>
                        <a:pt x="150" y="218"/>
                      </a:cubicBezTo>
                      <a:cubicBezTo>
                        <a:pt x="158" y="219"/>
                        <a:pt x="170" y="227"/>
                        <a:pt x="170" y="235"/>
                      </a:cubicBezTo>
                      <a:cubicBezTo>
                        <a:pt x="170" y="242"/>
                        <a:pt x="157" y="253"/>
                        <a:pt x="152" y="253"/>
                      </a:cubicBezTo>
                      <a:cubicBezTo>
                        <a:pt x="143" y="253"/>
                        <a:pt x="140" y="266"/>
                        <a:pt x="140" y="275"/>
                      </a:cubicBezTo>
                      <a:cubicBezTo>
                        <a:pt x="140" y="280"/>
                        <a:pt x="144" y="282"/>
                        <a:pt x="146" y="283"/>
                      </a:cubicBezTo>
                      <a:cubicBezTo>
                        <a:pt x="145" y="294"/>
                        <a:pt x="135" y="295"/>
                        <a:pt x="133" y="304"/>
                      </a:cubicBezTo>
                      <a:cubicBezTo>
                        <a:pt x="127" y="304"/>
                        <a:pt x="125" y="304"/>
                        <a:pt x="121" y="304"/>
                      </a:cubicBezTo>
                      <a:cubicBezTo>
                        <a:pt x="114" y="304"/>
                        <a:pt x="111" y="318"/>
                        <a:pt x="100" y="318"/>
                      </a:cubicBezTo>
                      <a:cubicBezTo>
                        <a:pt x="97" y="318"/>
                        <a:pt x="90" y="299"/>
                        <a:pt x="90" y="297"/>
                      </a:cubicBezTo>
                      <a:cubicBezTo>
                        <a:pt x="90" y="296"/>
                        <a:pt x="91" y="294"/>
                        <a:pt x="91" y="293"/>
                      </a:cubicBezTo>
                      <a:cubicBezTo>
                        <a:pt x="84" y="285"/>
                        <a:pt x="85" y="279"/>
                        <a:pt x="82" y="269"/>
                      </a:cubicBezTo>
                      <a:cubicBezTo>
                        <a:pt x="79" y="263"/>
                        <a:pt x="73" y="261"/>
                        <a:pt x="73" y="253"/>
                      </a:cubicBezTo>
                      <a:cubicBezTo>
                        <a:pt x="73" y="250"/>
                        <a:pt x="75" y="246"/>
                        <a:pt x="76" y="245"/>
                      </a:cubicBezTo>
                      <a:lnTo>
                        <a:pt x="76" y="24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8" name="Freeform 26">
                  <a:extLst>
                    <a:ext uri="{FF2B5EF4-FFF2-40B4-BE49-F238E27FC236}">
                      <a16:creationId xmlns:a16="http://schemas.microsoft.com/office/drawing/2014/main" id="{F9EBBD90-45ED-2C22-C310-458CC5F640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9300" y="1109663"/>
                  <a:ext cx="234950" cy="128588"/>
                </a:xfrm>
                <a:custGeom>
                  <a:avLst/>
                  <a:gdLst/>
                  <a:ahLst/>
                  <a:cxnLst>
                    <a:cxn ang="0">
                      <a:pos x="148" y="79"/>
                    </a:cxn>
                    <a:cxn ang="0">
                      <a:pos x="148" y="71"/>
                    </a:cxn>
                    <a:cxn ang="0">
                      <a:pos x="128" y="71"/>
                    </a:cxn>
                    <a:cxn ang="0">
                      <a:pos x="135" y="58"/>
                    </a:cxn>
                    <a:cxn ang="0">
                      <a:pos x="126" y="46"/>
                    </a:cxn>
                    <a:cxn ang="0">
                      <a:pos x="132" y="45"/>
                    </a:cxn>
                    <a:cxn ang="0">
                      <a:pos x="121" y="38"/>
                    </a:cxn>
                    <a:cxn ang="0">
                      <a:pos x="97" y="69"/>
                    </a:cxn>
                    <a:cxn ang="0">
                      <a:pos x="90" y="73"/>
                    </a:cxn>
                    <a:cxn ang="0">
                      <a:pos x="78" y="97"/>
                    </a:cxn>
                    <a:cxn ang="0">
                      <a:pos x="43" y="69"/>
                    </a:cxn>
                    <a:cxn ang="0">
                      <a:pos x="60" y="70"/>
                    </a:cxn>
                    <a:cxn ang="0">
                      <a:pos x="74" y="66"/>
                    </a:cxn>
                    <a:cxn ang="0">
                      <a:pos x="54" y="64"/>
                    </a:cxn>
                    <a:cxn ang="0">
                      <a:pos x="38" y="58"/>
                    </a:cxn>
                    <a:cxn ang="0">
                      <a:pos x="50" y="54"/>
                    </a:cxn>
                    <a:cxn ang="0">
                      <a:pos x="72" y="43"/>
                    </a:cxn>
                    <a:cxn ang="0">
                      <a:pos x="61" y="43"/>
                    </a:cxn>
                    <a:cxn ang="0">
                      <a:pos x="54" y="39"/>
                    </a:cxn>
                    <a:cxn ang="0">
                      <a:pos x="51" y="39"/>
                    </a:cxn>
                    <a:cxn ang="0">
                      <a:pos x="38" y="51"/>
                    </a:cxn>
                    <a:cxn ang="0">
                      <a:pos x="23" y="44"/>
                    </a:cxn>
                    <a:cxn ang="0">
                      <a:pos x="27" y="43"/>
                    </a:cxn>
                    <a:cxn ang="0">
                      <a:pos x="15" y="28"/>
                    </a:cxn>
                    <a:cxn ang="0">
                      <a:pos x="11" y="26"/>
                    </a:cxn>
                    <a:cxn ang="0">
                      <a:pos x="0" y="16"/>
                    </a:cxn>
                    <a:cxn ang="0">
                      <a:pos x="16" y="5"/>
                    </a:cxn>
                    <a:cxn ang="0">
                      <a:pos x="38" y="7"/>
                    </a:cxn>
                    <a:cxn ang="0">
                      <a:pos x="32" y="13"/>
                    </a:cxn>
                    <a:cxn ang="0">
                      <a:pos x="44" y="20"/>
                    </a:cxn>
                    <a:cxn ang="0">
                      <a:pos x="41" y="14"/>
                    </a:cxn>
                    <a:cxn ang="0">
                      <a:pos x="49" y="7"/>
                    </a:cxn>
                    <a:cxn ang="0">
                      <a:pos x="68" y="26"/>
                    </a:cxn>
                    <a:cxn ang="0">
                      <a:pos x="63" y="7"/>
                    </a:cxn>
                    <a:cxn ang="0">
                      <a:pos x="72" y="0"/>
                    </a:cxn>
                    <a:cxn ang="0">
                      <a:pos x="90" y="9"/>
                    </a:cxn>
                    <a:cxn ang="0">
                      <a:pos x="88" y="18"/>
                    </a:cxn>
                    <a:cxn ang="0">
                      <a:pos x="96" y="12"/>
                    </a:cxn>
                    <a:cxn ang="0">
                      <a:pos x="102" y="23"/>
                    </a:cxn>
                    <a:cxn ang="0">
                      <a:pos x="106" y="23"/>
                    </a:cxn>
                    <a:cxn ang="0">
                      <a:pos x="141" y="41"/>
                    </a:cxn>
                    <a:cxn ang="0">
                      <a:pos x="137" y="42"/>
                    </a:cxn>
                    <a:cxn ang="0">
                      <a:pos x="145" y="42"/>
                    </a:cxn>
                    <a:cxn ang="0">
                      <a:pos x="145" y="49"/>
                    </a:cxn>
                    <a:cxn ang="0">
                      <a:pos x="159" y="49"/>
                    </a:cxn>
                    <a:cxn ang="0">
                      <a:pos x="176" y="64"/>
                    </a:cxn>
                    <a:cxn ang="0">
                      <a:pos x="148" y="79"/>
                    </a:cxn>
                  </a:cxnLst>
                  <a:rect l="0" t="0" r="r" b="b"/>
                  <a:pathLst>
                    <a:path w="176" h="97">
                      <a:moveTo>
                        <a:pt x="148" y="79"/>
                      </a:moveTo>
                      <a:cubicBezTo>
                        <a:pt x="147" y="76"/>
                        <a:pt x="147" y="74"/>
                        <a:pt x="148" y="71"/>
                      </a:cubicBezTo>
                      <a:cubicBezTo>
                        <a:pt x="143" y="71"/>
                        <a:pt x="134" y="71"/>
                        <a:pt x="128" y="71"/>
                      </a:cubicBezTo>
                      <a:cubicBezTo>
                        <a:pt x="129" y="63"/>
                        <a:pt x="134" y="65"/>
                        <a:pt x="135" y="58"/>
                      </a:cubicBezTo>
                      <a:cubicBezTo>
                        <a:pt x="132" y="57"/>
                        <a:pt x="128" y="49"/>
                        <a:pt x="126" y="46"/>
                      </a:cubicBezTo>
                      <a:cubicBezTo>
                        <a:pt x="128" y="45"/>
                        <a:pt x="130" y="45"/>
                        <a:pt x="132" y="45"/>
                      </a:cubicBezTo>
                      <a:cubicBezTo>
                        <a:pt x="125" y="44"/>
                        <a:pt x="121" y="38"/>
                        <a:pt x="121" y="38"/>
                      </a:cubicBezTo>
                      <a:cubicBezTo>
                        <a:pt x="106" y="38"/>
                        <a:pt x="102" y="58"/>
                        <a:pt x="97" y="69"/>
                      </a:cubicBezTo>
                      <a:cubicBezTo>
                        <a:pt x="96" y="72"/>
                        <a:pt x="93" y="71"/>
                        <a:pt x="90" y="73"/>
                      </a:cubicBezTo>
                      <a:cubicBezTo>
                        <a:pt x="83" y="79"/>
                        <a:pt x="84" y="91"/>
                        <a:pt x="78" y="97"/>
                      </a:cubicBezTo>
                      <a:cubicBezTo>
                        <a:pt x="67" y="90"/>
                        <a:pt x="43" y="84"/>
                        <a:pt x="43" y="69"/>
                      </a:cubicBezTo>
                      <a:cubicBezTo>
                        <a:pt x="49" y="68"/>
                        <a:pt x="60" y="70"/>
                        <a:pt x="60" y="70"/>
                      </a:cubicBezTo>
                      <a:cubicBezTo>
                        <a:pt x="64" y="66"/>
                        <a:pt x="69" y="67"/>
                        <a:pt x="74" y="66"/>
                      </a:cubicBezTo>
                      <a:cubicBezTo>
                        <a:pt x="72" y="64"/>
                        <a:pt x="57" y="64"/>
                        <a:pt x="54" y="64"/>
                      </a:cubicBezTo>
                      <a:cubicBezTo>
                        <a:pt x="49" y="64"/>
                        <a:pt x="38" y="69"/>
                        <a:pt x="38" y="58"/>
                      </a:cubicBezTo>
                      <a:cubicBezTo>
                        <a:pt x="38" y="54"/>
                        <a:pt x="48" y="54"/>
                        <a:pt x="50" y="54"/>
                      </a:cubicBezTo>
                      <a:cubicBezTo>
                        <a:pt x="56" y="52"/>
                        <a:pt x="68" y="47"/>
                        <a:pt x="72" y="43"/>
                      </a:cubicBezTo>
                      <a:cubicBezTo>
                        <a:pt x="66" y="43"/>
                        <a:pt x="63" y="43"/>
                        <a:pt x="61" y="43"/>
                      </a:cubicBezTo>
                      <a:cubicBezTo>
                        <a:pt x="60" y="43"/>
                        <a:pt x="56" y="40"/>
                        <a:pt x="54" y="39"/>
                      </a:cubicBezTo>
                      <a:cubicBezTo>
                        <a:pt x="53" y="39"/>
                        <a:pt x="52" y="39"/>
                        <a:pt x="51" y="39"/>
                      </a:cubicBezTo>
                      <a:cubicBezTo>
                        <a:pt x="47" y="41"/>
                        <a:pt x="47" y="51"/>
                        <a:pt x="38" y="51"/>
                      </a:cubicBezTo>
                      <a:cubicBezTo>
                        <a:pt x="31" y="51"/>
                        <a:pt x="26" y="48"/>
                        <a:pt x="23" y="44"/>
                      </a:cubicBezTo>
                      <a:cubicBezTo>
                        <a:pt x="25" y="43"/>
                        <a:pt x="26" y="43"/>
                        <a:pt x="27" y="43"/>
                      </a:cubicBezTo>
                      <a:cubicBezTo>
                        <a:pt x="19" y="39"/>
                        <a:pt x="13" y="35"/>
                        <a:pt x="15" y="28"/>
                      </a:cubicBezTo>
                      <a:cubicBezTo>
                        <a:pt x="13" y="28"/>
                        <a:pt x="12" y="26"/>
                        <a:pt x="11" y="26"/>
                      </a:cubicBezTo>
                      <a:cubicBezTo>
                        <a:pt x="8" y="26"/>
                        <a:pt x="3" y="19"/>
                        <a:pt x="0" y="16"/>
                      </a:cubicBezTo>
                      <a:cubicBezTo>
                        <a:pt x="2" y="14"/>
                        <a:pt x="11" y="5"/>
                        <a:pt x="16" y="5"/>
                      </a:cubicBezTo>
                      <a:cubicBezTo>
                        <a:pt x="23" y="5"/>
                        <a:pt x="27" y="5"/>
                        <a:pt x="38" y="7"/>
                      </a:cubicBezTo>
                      <a:cubicBezTo>
                        <a:pt x="35" y="10"/>
                        <a:pt x="34" y="11"/>
                        <a:pt x="32" y="13"/>
                      </a:cubicBezTo>
                      <a:cubicBezTo>
                        <a:pt x="37" y="17"/>
                        <a:pt x="41" y="17"/>
                        <a:pt x="44" y="20"/>
                      </a:cubicBezTo>
                      <a:cubicBezTo>
                        <a:pt x="42" y="19"/>
                        <a:pt x="41" y="17"/>
                        <a:pt x="41" y="14"/>
                      </a:cubicBezTo>
                      <a:cubicBezTo>
                        <a:pt x="41" y="10"/>
                        <a:pt x="45" y="7"/>
                        <a:pt x="49" y="7"/>
                      </a:cubicBezTo>
                      <a:cubicBezTo>
                        <a:pt x="60" y="7"/>
                        <a:pt x="57" y="22"/>
                        <a:pt x="68" y="26"/>
                      </a:cubicBezTo>
                      <a:cubicBezTo>
                        <a:pt x="66" y="19"/>
                        <a:pt x="63" y="15"/>
                        <a:pt x="63" y="7"/>
                      </a:cubicBezTo>
                      <a:cubicBezTo>
                        <a:pt x="63" y="0"/>
                        <a:pt x="66" y="0"/>
                        <a:pt x="72" y="0"/>
                      </a:cubicBezTo>
                      <a:cubicBezTo>
                        <a:pt x="78" y="0"/>
                        <a:pt x="90" y="4"/>
                        <a:pt x="90" y="9"/>
                      </a:cubicBezTo>
                      <a:cubicBezTo>
                        <a:pt x="90" y="12"/>
                        <a:pt x="88" y="15"/>
                        <a:pt x="88" y="18"/>
                      </a:cubicBezTo>
                      <a:cubicBezTo>
                        <a:pt x="92" y="16"/>
                        <a:pt x="93" y="12"/>
                        <a:pt x="96" y="12"/>
                      </a:cubicBezTo>
                      <a:cubicBezTo>
                        <a:pt x="103" y="12"/>
                        <a:pt x="102" y="19"/>
                        <a:pt x="102" y="23"/>
                      </a:cubicBezTo>
                      <a:cubicBezTo>
                        <a:pt x="103" y="23"/>
                        <a:pt x="105" y="23"/>
                        <a:pt x="106" y="23"/>
                      </a:cubicBezTo>
                      <a:cubicBezTo>
                        <a:pt x="113" y="23"/>
                        <a:pt x="137" y="36"/>
                        <a:pt x="141" y="41"/>
                      </a:cubicBezTo>
                      <a:cubicBezTo>
                        <a:pt x="140" y="42"/>
                        <a:pt x="138" y="42"/>
                        <a:pt x="137" y="42"/>
                      </a:cubicBezTo>
                      <a:cubicBezTo>
                        <a:pt x="140" y="43"/>
                        <a:pt x="142" y="42"/>
                        <a:pt x="145" y="42"/>
                      </a:cubicBezTo>
                      <a:cubicBezTo>
                        <a:pt x="146" y="44"/>
                        <a:pt x="146" y="47"/>
                        <a:pt x="145" y="49"/>
                      </a:cubicBezTo>
                      <a:cubicBezTo>
                        <a:pt x="151" y="49"/>
                        <a:pt x="154" y="49"/>
                        <a:pt x="159" y="49"/>
                      </a:cubicBezTo>
                      <a:cubicBezTo>
                        <a:pt x="159" y="62"/>
                        <a:pt x="172" y="59"/>
                        <a:pt x="176" y="64"/>
                      </a:cubicBezTo>
                      <a:cubicBezTo>
                        <a:pt x="164" y="68"/>
                        <a:pt x="159" y="76"/>
                        <a:pt x="148" y="7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9" name="Freeform 27">
                  <a:extLst>
                    <a:ext uri="{FF2B5EF4-FFF2-40B4-BE49-F238E27FC236}">
                      <a16:creationId xmlns:a16="http://schemas.microsoft.com/office/drawing/2014/main" id="{AFFB42A6-A77E-75B8-1CDF-DD8249EEBE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3125" y="1089025"/>
                  <a:ext cx="150813" cy="55563"/>
                </a:xfrm>
                <a:custGeom>
                  <a:avLst/>
                  <a:gdLst/>
                  <a:ahLst/>
                  <a:cxnLst>
                    <a:cxn ang="0">
                      <a:pos x="114" y="19"/>
                    </a:cxn>
                    <a:cxn ang="0">
                      <a:pos x="69" y="41"/>
                    </a:cxn>
                    <a:cxn ang="0">
                      <a:pos x="54" y="34"/>
                    </a:cxn>
                    <a:cxn ang="0">
                      <a:pos x="28" y="34"/>
                    </a:cxn>
                    <a:cxn ang="0">
                      <a:pos x="23" y="26"/>
                    </a:cxn>
                    <a:cxn ang="0">
                      <a:pos x="32" y="26"/>
                    </a:cxn>
                    <a:cxn ang="0">
                      <a:pos x="43" y="24"/>
                    </a:cxn>
                    <a:cxn ang="0">
                      <a:pos x="22" y="23"/>
                    </a:cxn>
                    <a:cxn ang="0">
                      <a:pos x="6" y="18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5" y="8"/>
                    </a:cxn>
                    <a:cxn ang="0">
                      <a:pos x="15" y="6"/>
                    </a:cxn>
                    <a:cxn ang="0">
                      <a:pos x="23" y="6"/>
                    </a:cxn>
                    <a:cxn ang="0">
                      <a:pos x="21" y="2"/>
                    </a:cxn>
                    <a:cxn ang="0">
                      <a:pos x="33" y="2"/>
                    </a:cxn>
                    <a:cxn ang="0">
                      <a:pos x="51" y="11"/>
                    </a:cxn>
                    <a:cxn ang="0">
                      <a:pos x="62" y="0"/>
                    </a:cxn>
                    <a:cxn ang="0">
                      <a:pos x="67" y="0"/>
                    </a:cxn>
                    <a:cxn ang="0">
                      <a:pos x="67" y="12"/>
                    </a:cxn>
                    <a:cxn ang="0">
                      <a:pos x="80" y="7"/>
                    </a:cxn>
                    <a:cxn ang="0">
                      <a:pos x="95" y="7"/>
                    </a:cxn>
                    <a:cxn ang="0">
                      <a:pos x="114" y="19"/>
                    </a:cxn>
                  </a:cxnLst>
                  <a:rect l="0" t="0" r="r" b="b"/>
                  <a:pathLst>
                    <a:path w="114" h="41">
                      <a:moveTo>
                        <a:pt x="114" y="19"/>
                      </a:moveTo>
                      <a:cubicBezTo>
                        <a:pt x="104" y="26"/>
                        <a:pt x="82" y="41"/>
                        <a:pt x="69" y="41"/>
                      </a:cubicBezTo>
                      <a:cubicBezTo>
                        <a:pt x="61" y="41"/>
                        <a:pt x="57" y="39"/>
                        <a:pt x="54" y="34"/>
                      </a:cubicBezTo>
                      <a:cubicBezTo>
                        <a:pt x="28" y="34"/>
                        <a:pt x="28" y="34"/>
                        <a:pt x="28" y="34"/>
                      </a:cubicBezTo>
                      <a:cubicBezTo>
                        <a:pt x="25" y="32"/>
                        <a:pt x="23" y="30"/>
                        <a:pt x="23" y="26"/>
                      </a:cubicBezTo>
                      <a:cubicBezTo>
                        <a:pt x="26" y="26"/>
                        <a:pt x="31" y="26"/>
                        <a:pt x="32" y="26"/>
                      </a:cubicBezTo>
                      <a:cubicBezTo>
                        <a:pt x="36" y="25"/>
                        <a:pt x="40" y="25"/>
                        <a:pt x="43" y="24"/>
                      </a:cubicBezTo>
                      <a:cubicBezTo>
                        <a:pt x="41" y="24"/>
                        <a:pt x="23" y="23"/>
                        <a:pt x="22" y="23"/>
                      </a:cubicBezTo>
                      <a:cubicBezTo>
                        <a:pt x="14" y="23"/>
                        <a:pt x="6" y="28"/>
                        <a:pt x="6" y="18"/>
                      </a:cubicBezTo>
                      <a:cubicBezTo>
                        <a:pt x="3" y="15"/>
                        <a:pt x="0" y="12"/>
                        <a:pt x="0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9" y="9"/>
                        <a:pt x="13" y="10"/>
                        <a:pt x="15" y="8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6" y="4"/>
                        <a:pt x="48" y="11"/>
                        <a:pt x="51" y="11"/>
                      </a:cubicBezTo>
                      <a:cubicBezTo>
                        <a:pt x="56" y="11"/>
                        <a:pt x="59" y="2"/>
                        <a:pt x="62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6"/>
                        <a:pt x="66" y="8"/>
                        <a:pt x="67" y="12"/>
                      </a:cubicBezTo>
                      <a:cubicBezTo>
                        <a:pt x="71" y="12"/>
                        <a:pt x="73" y="7"/>
                        <a:pt x="80" y="7"/>
                      </a:cubicBezTo>
                      <a:cubicBezTo>
                        <a:pt x="91" y="7"/>
                        <a:pt x="88" y="7"/>
                        <a:pt x="95" y="7"/>
                      </a:cubicBezTo>
                      <a:cubicBezTo>
                        <a:pt x="103" y="7"/>
                        <a:pt x="112" y="14"/>
                        <a:pt x="114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0" name="Freeform 28">
                  <a:extLst>
                    <a:ext uri="{FF2B5EF4-FFF2-40B4-BE49-F238E27FC236}">
                      <a16:creationId xmlns:a16="http://schemas.microsoft.com/office/drawing/2014/main" id="{91C22C05-8BD0-A287-DA0F-ED5187BAD0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9575" y="1841500"/>
                  <a:ext cx="73025" cy="87313"/>
                </a:xfrm>
                <a:custGeom>
                  <a:avLst/>
                  <a:gdLst/>
                  <a:ahLst/>
                  <a:cxnLst>
                    <a:cxn ang="0">
                      <a:pos x="9" y="19"/>
                    </a:cxn>
                    <a:cxn ang="0">
                      <a:pos x="22" y="14"/>
                    </a:cxn>
                    <a:cxn ang="0">
                      <a:pos x="19" y="8"/>
                    </a:cxn>
                    <a:cxn ang="0">
                      <a:pos x="32" y="0"/>
                    </a:cxn>
                    <a:cxn ang="0">
                      <a:pos x="40" y="0"/>
                    </a:cxn>
                    <a:cxn ang="0">
                      <a:pos x="55" y="18"/>
                    </a:cxn>
                    <a:cxn ang="0">
                      <a:pos x="47" y="24"/>
                    </a:cxn>
                    <a:cxn ang="0">
                      <a:pos x="47" y="39"/>
                    </a:cxn>
                    <a:cxn ang="0">
                      <a:pos x="47" y="52"/>
                    </a:cxn>
                    <a:cxn ang="0">
                      <a:pos x="35" y="54"/>
                    </a:cxn>
                    <a:cxn ang="0">
                      <a:pos x="19" y="64"/>
                    </a:cxn>
                    <a:cxn ang="0">
                      <a:pos x="11" y="65"/>
                    </a:cxn>
                    <a:cxn ang="0">
                      <a:pos x="0" y="55"/>
                    </a:cxn>
                    <a:cxn ang="0">
                      <a:pos x="13" y="33"/>
                    </a:cxn>
                    <a:cxn ang="0">
                      <a:pos x="4" y="23"/>
                    </a:cxn>
                    <a:cxn ang="0">
                      <a:pos x="9" y="19"/>
                    </a:cxn>
                  </a:cxnLst>
                  <a:rect l="0" t="0" r="r" b="b"/>
                  <a:pathLst>
                    <a:path w="55" h="65">
                      <a:moveTo>
                        <a:pt x="9" y="19"/>
                      </a:moveTo>
                      <a:cubicBezTo>
                        <a:pt x="12" y="19"/>
                        <a:pt x="19" y="16"/>
                        <a:pt x="22" y="14"/>
                      </a:cubicBezTo>
                      <a:cubicBezTo>
                        <a:pt x="20" y="11"/>
                        <a:pt x="19" y="10"/>
                        <a:pt x="19" y="8"/>
                      </a:cubicBezTo>
                      <a:cubicBezTo>
                        <a:pt x="19" y="5"/>
                        <a:pt x="28" y="0"/>
                        <a:pt x="32" y="0"/>
                      </a:cubicBezTo>
                      <a:cubicBezTo>
                        <a:pt x="35" y="0"/>
                        <a:pt x="37" y="0"/>
                        <a:pt x="40" y="0"/>
                      </a:cubicBezTo>
                      <a:cubicBezTo>
                        <a:pt x="50" y="0"/>
                        <a:pt x="55" y="10"/>
                        <a:pt x="55" y="18"/>
                      </a:cubicBezTo>
                      <a:cubicBezTo>
                        <a:pt x="55" y="21"/>
                        <a:pt x="47" y="21"/>
                        <a:pt x="47" y="24"/>
                      </a:cubicBezTo>
                      <a:cubicBezTo>
                        <a:pt x="47" y="27"/>
                        <a:pt x="47" y="39"/>
                        <a:pt x="47" y="39"/>
                      </a:cubicBezTo>
                      <a:cubicBezTo>
                        <a:pt x="47" y="43"/>
                        <a:pt x="50" y="48"/>
                        <a:pt x="47" y="52"/>
                      </a:cubicBezTo>
                      <a:cubicBezTo>
                        <a:pt x="44" y="54"/>
                        <a:pt x="40" y="54"/>
                        <a:pt x="35" y="54"/>
                      </a:cubicBezTo>
                      <a:cubicBezTo>
                        <a:pt x="28" y="54"/>
                        <a:pt x="23" y="61"/>
                        <a:pt x="19" y="64"/>
                      </a:cubicBezTo>
                      <a:cubicBezTo>
                        <a:pt x="17" y="65"/>
                        <a:pt x="13" y="65"/>
                        <a:pt x="11" y="65"/>
                      </a:cubicBezTo>
                      <a:cubicBezTo>
                        <a:pt x="6" y="65"/>
                        <a:pt x="0" y="60"/>
                        <a:pt x="0" y="55"/>
                      </a:cubicBezTo>
                      <a:cubicBezTo>
                        <a:pt x="0" y="44"/>
                        <a:pt x="11" y="43"/>
                        <a:pt x="13" y="33"/>
                      </a:cubicBezTo>
                      <a:cubicBezTo>
                        <a:pt x="8" y="30"/>
                        <a:pt x="4" y="28"/>
                        <a:pt x="4" y="23"/>
                      </a:cubicBezTo>
                      <a:cubicBezTo>
                        <a:pt x="4" y="18"/>
                        <a:pt x="8" y="19"/>
                        <a:pt x="9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1" name="Freeform 29">
                  <a:extLst>
                    <a:ext uri="{FF2B5EF4-FFF2-40B4-BE49-F238E27FC236}">
                      <a16:creationId xmlns:a16="http://schemas.microsoft.com/office/drawing/2014/main" id="{D3F47E42-B83B-CC3E-6B74-3B14A650AD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76725" y="1758950"/>
                  <a:ext cx="139700" cy="203200"/>
                </a:xfrm>
                <a:custGeom>
                  <a:avLst/>
                  <a:gdLst/>
                  <a:ahLst/>
                  <a:cxnLst>
                    <a:cxn ang="0">
                      <a:pos x="96" y="102"/>
                    </a:cxn>
                    <a:cxn ang="0">
                      <a:pos x="91" y="128"/>
                    </a:cxn>
                    <a:cxn ang="0">
                      <a:pos x="100" y="133"/>
                    </a:cxn>
                    <a:cxn ang="0">
                      <a:pos x="70" y="139"/>
                    </a:cxn>
                    <a:cxn ang="0">
                      <a:pos x="39" y="141"/>
                    </a:cxn>
                    <a:cxn ang="0">
                      <a:pos x="26" y="148"/>
                    </a:cxn>
                    <a:cxn ang="0">
                      <a:pos x="16" y="152"/>
                    </a:cxn>
                    <a:cxn ang="0">
                      <a:pos x="32" y="133"/>
                    </a:cxn>
                    <a:cxn ang="0">
                      <a:pos x="46" y="124"/>
                    </a:cxn>
                    <a:cxn ang="0">
                      <a:pos x="26" y="123"/>
                    </a:cxn>
                    <a:cxn ang="0">
                      <a:pos x="19" y="123"/>
                    </a:cxn>
                    <a:cxn ang="0">
                      <a:pos x="28" y="96"/>
                    </a:cxn>
                    <a:cxn ang="0">
                      <a:pos x="48" y="81"/>
                    </a:cxn>
                    <a:cxn ang="0">
                      <a:pos x="40" y="70"/>
                    </a:cxn>
                    <a:cxn ang="0">
                      <a:pos x="26" y="72"/>
                    </a:cxn>
                    <a:cxn ang="0">
                      <a:pos x="23" y="59"/>
                    </a:cxn>
                    <a:cxn ang="0">
                      <a:pos x="16" y="49"/>
                    </a:cxn>
                    <a:cxn ang="0">
                      <a:pos x="12" y="55"/>
                    </a:cxn>
                    <a:cxn ang="0">
                      <a:pos x="14" y="45"/>
                    </a:cxn>
                    <a:cxn ang="0">
                      <a:pos x="8" y="38"/>
                    </a:cxn>
                    <a:cxn ang="0">
                      <a:pos x="11" y="29"/>
                    </a:cxn>
                    <a:cxn ang="0">
                      <a:pos x="8" y="20"/>
                    </a:cxn>
                    <a:cxn ang="0">
                      <a:pos x="12" y="21"/>
                    </a:cxn>
                    <a:cxn ang="0">
                      <a:pos x="16" y="14"/>
                    </a:cxn>
                    <a:cxn ang="0">
                      <a:pos x="25" y="0"/>
                    </a:cxn>
                    <a:cxn ang="0">
                      <a:pos x="42" y="4"/>
                    </a:cxn>
                    <a:cxn ang="0">
                      <a:pos x="33" y="19"/>
                    </a:cxn>
                    <a:cxn ang="0">
                      <a:pos x="47" y="46"/>
                    </a:cxn>
                    <a:cxn ang="0">
                      <a:pos x="53" y="50"/>
                    </a:cxn>
                    <a:cxn ang="0">
                      <a:pos x="84" y="89"/>
                    </a:cxn>
                    <a:cxn ang="0">
                      <a:pos x="87" y="102"/>
                    </a:cxn>
                    <a:cxn ang="0">
                      <a:pos x="92" y="102"/>
                    </a:cxn>
                  </a:cxnLst>
                  <a:rect l="0" t="0" r="r" b="b"/>
                  <a:pathLst>
                    <a:path w="105" h="152">
                      <a:moveTo>
                        <a:pt x="90" y="103"/>
                      </a:moveTo>
                      <a:cubicBezTo>
                        <a:pt x="93" y="101"/>
                        <a:pt x="92" y="102"/>
                        <a:pt x="96" y="102"/>
                      </a:cubicBezTo>
                      <a:cubicBezTo>
                        <a:pt x="101" y="102"/>
                        <a:pt x="105" y="106"/>
                        <a:pt x="105" y="110"/>
                      </a:cubicBezTo>
                      <a:cubicBezTo>
                        <a:pt x="105" y="118"/>
                        <a:pt x="94" y="122"/>
                        <a:pt x="91" y="128"/>
                      </a:cubicBezTo>
                      <a:cubicBezTo>
                        <a:pt x="95" y="129"/>
                        <a:pt x="97" y="130"/>
                        <a:pt x="100" y="130"/>
                      </a:cubicBezTo>
                      <a:cubicBezTo>
                        <a:pt x="100" y="133"/>
                        <a:pt x="100" y="133"/>
                        <a:pt x="100" y="133"/>
                      </a:cubicBezTo>
                      <a:cubicBezTo>
                        <a:pt x="96" y="137"/>
                        <a:pt x="93" y="139"/>
                        <a:pt x="87" y="139"/>
                      </a:cubicBezTo>
                      <a:cubicBezTo>
                        <a:pt x="82" y="139"/>
                        <a:pt x="72" y="139"/>
                        <a:pt x="70" y="139"/>
                      </a:cubicBezTo>
                      <a:cubicBezTo>
                        <a:pt x="65" y="139"/>
                        <a:pt x="53" y="143"/>
                        <a:pt x="47" y="143"/>
                      </a:cubicBezTo>
                      <a:cubicBezTo>
                        <a:pt x="44" y="143"/>
                        <a:pt x="42" y="141"/>
                        <a:pt x="39" y="141"/>
                      </a:cubicBezTo>
                      <a:cubicBezTo>
                        <a:pt x="34" y="141"/>
                        <a:pt x="32" y="144"/>
                        <a:pt x="32" y="148"/>
                      </a:cubicBezTo>
                      <a:cubicBezTo>
                        <a:pt x="26" y="148"/>
                        <a:pt x="26" y="148"/>
                        <a:pt x="26" y="148"/>
                      </a:cubicBezTo>
                      <a:cubicBezTo>
                        <a:pt x="23" y="148"/>
                        <a:pt x="21" y="150"/>
                        <a:pt x="19" y="152"/>
                      </a:cubicBezTo>
                      <a:cubicBezTo>
                        <a:pt x="16" y="152"/>
                        <a:pt x="16" y="152"/>
                        <a:pt x="16" y="152"/>
                      </a:cubicBezTo>
                      <a:cubicBezTo>
                        <a:pt x="16" y="149"/>
                        <a:pt x="16" y="149"/>
                        <a:pt x="16" y="149"/>
                      </a:cubicBezTo>
                      <a:cubicBezTo>
                        <a:pt x="17" y="147"/>
                        <a:pt x="30" y="133"/>
                        <a:pt x="32" y="133"/>
                      </a:cubicBezTo>
                      <a:cubicBezTo>
                        <a:pt x="38" y="131"/>
                        <a:pt x="47" y="133"/>
                        <a:pt x="47" y="127"/>
                      </a:cubicBezTo>
                      <a:cubicBezTo>
                        <a:pt x="47" y="126"/>
                        <a:pt x="46" y="125"/>
                        <a:pt x="46" y="124"/>
                      </a:cubicBezTo>
                      <a:cubicBezTo>
                        <a:pt x="44" y="126"/>
                        <a:pt x="41" y="128"/>
                        <a:pt x="38" y="128"/>
                      </a:cubicBezTo>
                      <a:cubicBezTo>
                        <a:pt x="32" y="128"/>
                        <a:pt x="30" y="123"/>
                        <a:pt x="26" y="123"/>
                      </a:cubicBezTo>
                      <a:cubicBezTo>
                        <a:pt x="23" y="123"/>
                        <a:pt x="23" y="125"/>
                        <a:pt x="21" y="125"/>
                      </a:cubicBezTo>
                      <a:cubicBezTo>
                        <a:pt x="20" y="125"/>
                        <a:pt x="19" y="124"/>
                        <a:pt x="19" y="123"/>
                      </a:cubicBezTo>
                      <a:cubicBezTo>
                        <a:pt x="19" y="116"/>
                        <a:pt x="31" y="116"/>
                        <a:pt x="31" y="109"/>
                      </a:cubicBezTo>
                      <a:cubicBezTo>
                        <a:pt x="31" y="103"/>
                        <a:pt x="28" y="101"/>
                        <a:pt x="28" y="96"/>
                      </a:cubicBezTo>
                      <a:cubicBezTo>
                        <a:pt x="36" y="96"/>
                        <a:pt x="45" y="92"/>
                        <a:pt x="48" y="88"/>
                      </a:cubicBezTo>
                      <a:cubicBezTo>
                        <a:pt x="48" y="81"/>
                        <a:pt x="48" y="81"/>
                        <a:pt x="48" y="81"/>
                      </a:cubicBezTo>
                      <a:cubicBezTo>
                        <a:pt x="43" y="82"/>
                        <a:pt x="37" y="81"/>
                        <a:pt x="37" y="77"/>
                      </a:cubicBezTo>
                      <a:cubicBezTo>
                        <a:pt x="37" y="73"/>
                        <a:pt x="39" y="72"/>
                        <a:pt x="40" y="70"/>
                      </a:cubicBezTo>
                      <a:cubicBezTo>
                        <a:pt x="39" y="70"/>
                        <a:pt x="38" y="70"/>
                        <a:pt x="36" y="70"/>
                      </a:cubicBezTo>
                      <a:cubicBezTo>
                        <a:pt x="32" y="70"/>
                        <a:pt x="30" y="72"/>
                        <a:pt x="26" y="72"/>
                      </a:cubicBezTo>
                      <a:cubicBezTo>
                        <a:pt x="22" y="72"/>
                        <a:pt x="19" y="72"/>
                        <a:pt x="19" y="69"/>
                      </a:cubicBezTo>
                      <a:cubicBezTo>
                        <a:pt x="19" y="65"/>
                        <a:pt x="23" y="63"/>
                        <a:pt x="23" y="59"/>
                      </a:cubicBezTo>
                      <a:cubicBezTo>
                        <a:pt x="23" y="55"/>
                        <a:pt x="22" y="55"/>
                        <a:pt x="23" y="51"/>
                      </a:cubicBezTo>
                      <a:cubicBezTo>
                        <a:pt x="20" y="51"/>
                        <a:pt x="17" y="50"/>
                        <a:pt x="16" y="49"/>
                      </a:cubicBezTo>
                      <a:cubicBezTo>
                        <a:pt x="14" y="52"/>
                        <a:pt x="15" y="54"/>
                        <a:pt x="16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2" y="52"/>
                        <a:pt x="12" y="51"/>
                        <a:pt x="12" y="48"/>
                      </a:cubicBezTo>
                      <a:cubicBezTo>
                        <a:pt x="12" y="47"/>
                        <a:pt x="13" y="46"/>
                        <a:pt x="14" y="45"/>
                      </a:cubicBezTo>
                      <a:cubicBezTo>
                        <a:pt x="14" y="41"/>
                        <a:pt x="14" y="41"/>
                        <a:pt x="14" y="41"/>
                      </a:cubicBezTo>
                      <a:cubicBezTo>
                        <a:pt x="12" y="41"/>
                        <a:pt x="8" y="40"/>
                        <a:pt x="8" y="38"/>
                      </a:cubicBezTo>
                      <a:cubicBezTo>
                        <a:pt x="8" y="36"/>
                        <a:pt x="11" y="32"/>
                        <a:pt x="11" y="32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4" y="27"/>
                        <a:pt x="0" y="26"/>
                        <a:pt x="0" y="20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23"/>
                        <a:pt x="10" y="24"/>
                        <a:pt x="11" y="24"/>
                      </a:cubicBezTo>
                      <a:cubicBezTo>
                        <a:pt x="12" y="24"/>
                        <a:pt x="12" y="22"/>
                        <a:pt x="12" y="21"/>
                      </a:cubicBezTo>
                      <a:cubicBezTo>
                        <a:pt x="12" y="21"/>
                        <a:pt x="10" y="20"/>
                        <a:pt x="10" y="19"/>
                      </a:cubicBezTo>
                      <a:cubicBezTo>
                        <a:pt x="10" y="15"/>
                        <a:pt x="13" y="14"/>
                        <a:pt x="16" y="14"/>
                      </a:cubicBezTo>
                      <a:cubicBezTo>
                        <a:pt x="16" y="10"/>
                        <a:pt x="18" y="8"/>
                        <a:pt x="18" y="6"/>
                      </a:cubicBezTo>
                      <a:cubicBezTo>
                        <a:pt x="18" y="4"/>
                        <a:pt x="23" y="0"/>
                        <a:pt x="25" y="0"/>
                      </a:cubicBezTo>
                      <a:cubicBezTo>
                        <a:pt x="30" y="0"/>
                        <a:pt x="35" y="0"/>
                        <a:pt x="38" y="0"/>
                      </a:cubicBezTo>
                      <a:cubicBezTo>
                        <a:pt x="40" y="0"/>
                        <a:pt x="42" y="3"/>
                        <a:pt x="42" y="4"/>
                      </a:cubicBezTo>
                      <a:cubicBezTo>
                        <a:pt x="42" y="10"/>
                        <a:pt x="33" y="10"/>
                        <a:pt x="31" y="16"/>
                      </a:cubicBezTo>
                      <a:cubicBezTo>
                        <a:pt x="31" y="17"/>
                        <a:pt x="32" y="18"/>
                        <a:pt x="33" y="19"/>
                      </a:cubicBezTo>
                      <a:cubicBezTo>
                        <a:pt x="59" y="19"/>
                        <a:pt x="59" y="19"/>
                        <a:pt x="59" y="19"/>
                      </a:cubicBezTo>
                      <a:cubicBezTo>
                        <a:pt x="60" y="32"/>
                        <a:pt x="47" y="37"/>
                        <a:pt x="47" y="46"/>
                      </a:cubicBezTo>
                      <a:cubicBezTo>
                        <a:pt x="45" y="47"/>
                        <a:pt x="44" y="48"/>
                        <a:pt x="43" y="50"/>
                      </a:cubicBezTo>
                      <a:cubicBezTo>
                        <a:pt x="48" y="51"/>
                        <a:pt x="50" y="49"/>
                        <a:pt x="53" y="50"/>
                      </a:cubicBezTo>
                      <a:cubicBezTo>
                        <a:pt x="62" y="53"/>
                        <a:pt x="60" y="63"/>
                        <a:pt x="66" y="69"/>
                      </a:cubicBezTo>
                      <a:cubicBezTo>
                        <a:pt x="73" y="76"/>
                        <a:pt x="84" y="79"/>
                        <a:pt x="84" y="89"/>
                      </a:cubicBezTo>
                      <a:cubicBezTo>
                        <a:pt x="84" y="93"/>
                        <a:pt x="89" y="95"/>
                        <a:pt x="89" y="99"/>
                      </a:cubicBezTo>
                      <a:cubicBezTo>
                        <a:pt x="89" y="100"/>
                        <a:pt x="88" y="101"/>
                        <a:pt x="87" y="102"/>
                      </a:cubicBezTo>
                      <a:cubicBezTo>
                        <a:pt x="87" y="105"/>
                        <a:pt x="87" y="105"/>
                        <a:pt x="87" y="105"/>
                      </a:cubicBezTo>
                      <a:cubicBezTo>
                        <a:pt x="90" y="104"/>
                        <a:pt x="90" y="103"/>
                        <a:pt x="92" y="102"/>
                      </a:cubicBezTo>
                      <a:lnTo>
                        <a:pt x="90" y="10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2" name="Freeform 31">
                  <a:extLst>
                    <a:ext uri="{FF2B5EF4-FFF2-40B4-BE49-F238E27FC236}">
                      <a16:creationId xmlns:a16="http://schemas.microsoft.com/office/drawing/2014/main" id="{8F11B060-A41E-E07D-8DC7-54F9C122B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2638" y="2203450"/>
                  <a:ext cx="46038" cy="30163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8"/>
                    </a:cxn>
                    <a:cxn ang="0">
                      <a:pos x="7" y="10"/>
                    </a:cxn>
                    <a:cxn ang="0">
                      <a:pos x="27" y="21"/>
                    </a:cxn>
                    <a:cxn ang="0">
                      <a:pos x="30" y="23"/>
                    </a:cxn>
                    <a:cxn ang="0">
                      <a:pos x="33" y="20"/>
                    </a:cxn>
                    <a:cxn ang="0">
                      <a:pos x="31" y="13"/>
                    </a:cxn>
                    <a:cxn ang="0">
                      <a:pos x="33" y="8"/>
                    </a:cxn>
                    <a:cxn ang="0">
                      <a:pos x="35" y="3"/>
                    </a:cxn>
                    <a:cxn ang="0">
                      <a:pos x="20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35" h="23">
                      <a:moveTo>
                        <a:pt x="0" y="5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10"/>
                        <a:pt x="5" y="10"/>
                        <a:pt x="7" y="10"/>
                      </a:cubicBezTo>
                      <a:cubicBezTo>
                        <a:pt x="14" y="12"/>
                        <a:pt x="19" y="20"/>
                        <a:pt x="27" y="21"/>
                      </a:cubicBezTo>
                      <a:cubicBezTo>
                        <a:pt x="27" y="23"/>
                        <a:pt x="29" y="23"/>
                        <a:pt x="30" y="23"/>
                      </a:cubicBezTo>
                      <a:cubicBezTo>
                        <a:pt x="32" y="23"/>
                        <a:pt x="33" y="21"/>
                        <a:pt x="33" y="20"/>
                      </a:cubicBezTo>
                      <a:cubicBezTo>
                        <a:pt x="33" y="17"/>
                        <a:pt x="31" y="16"/>
                        <a:pt x="31" y="13"/>
                      </a:cubicBezTo>
                      <a:cubicBezTo>
                        <a:pt x="31" y="11"/>
                        <a:pt x="33" y="8"/>
                        <a:pt x="33" y="8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28" y="2"/>
                        <a:pt x="25" y="6"/>
                        <a:pt x="20" y="6"/>
                      </a:cubicBezTo>
                      <a:cubicBezTo>
                        <a:pt x="14" y="6"/>
                        <a:pt x="10" y="0"/>
                        <a:pt x="0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3" name="Freeform 32">
                  <a:extLst>
                    <a:ext uri="{FF2B5EF4-FFF2-40B4-BE49-F238E27FC236}">
                      <a16:creationId xmlns:a16="http://schemas.microsoft.com/office/drawing/2014/main" id="{89B6E687-7A74-F92A-0292-E229AFFB9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7550" y="2111375"/>
                  <a:ext cx="15875" cy="30163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10" y="0"/>
                    </a:cxn>
                    <a:cxn ang="0">
                      <a:pos x="12" y="5"/>
                    </a:cxn>
                    <a:cxn ang="0">
                      <a:pos x="8" y="23"/>
                    </a:cxn>
                    <a:cxn ang="0">
                      <a:pos x="0" y="6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12" h="23">
                      <a:moveTo>
                        <a:pt x="3" y="5"/>
                      </a:moveTo>
                      <a:cubicBezTo>
                        <a:pt x="6" y="5"/>
                        <a:pt x="8" y="1"/>
                        <a:pt x="10" y="0"/>
                      </a:cubicBezTo>
                      <a:cubicBezTo>
                        <a:pt x="10" y="3"/>
                        <a:pt x="11" y="5"/>
                        <a:pt x="12" y="5"/>
                      </a:cubicBezTo>
                      <a:cubicBezTo>
                        <a:pt x="11" y="11"/>
                        <a:pt x="10" y="20"/>
                        <a:pt x="8" y="23"/>
                      </a:cubicBezTo>
                      <a:cubicBezTo>
                        <a:pt x="4" y="22"/>
                        <a:pt x="2" y="9"/>
                        <a:pt x="0" y="6"/>
                      </a:cubicBezTo>
                      <a:cubicBezTo>
                        <a:pt x="1" y="6"/>
                        <a:pt x="2" y="5"/>
                        <a:pt x="3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4" name="Freeform 33">
                  <a:extLst>
                    <a:ext uri="{FF2B5EF4-FFF2-40B4-BE49-F238E27FC236}">
                      <a16:creationId xmlns:a16="http://schemas.microsoft.com/office/drawing/2014/main" id="{B5CAA556-E156-635C-E96D-6495A73CB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4375" y="2144713"/>
                  <a:ext cx="25400" cy="44450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15" y="3"/>
                    </a:cxn>
                    <a:cxn ang="0">
                      <a:pos x="18" y="21"/>
                    </a:cxn>
                    <a:cxn ang="0">
                      <a:pos x="6" y="33"/>
                    </a:cxn>
                    <a:cxn ang="0">
                      <a:pos x="2" y="24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19" h="33">
                      <a:moveTo>
                        <a:pt x="5" y="15"/>
                      </a:moveTo>
                      <a:cubicBezTo>
                        <a:pt x="5" y="12"/>
                        <a:pt x="1" y="9"/>
                        <a:pt x="0" y="6"/>
                      </a:cubicBezTo>
                      <a:cubicBezTo>
                        <a:pt x="5" y="4"/>
                        <a:pt x="5" y="0"/>
                        <a:pt x="9" y="0"/>
                      </a:cubicBezTo>
                      <a:cubicBezTo>
                        <a:pt x="13" y="0"/>
                        <a:pt x="14" y="3"/>
                        <a:pt x="15" y="3"/>
                      </a:cubicBezTo>
                      <a:cubicBezTo>
                        <a:pt x="19" y="10"/>
                        <a:pt x="18" y="14"/>
                        <a:pt x="18" y="21"/>
                      </a:cubicBezTo>
                      <a:cubicBezTo>
                        <a:pt x="18" y="27"/>
                        <a:pt x="10" y="33"/>
                        <a:pt x="6" y="33"/>
                      </a:cubicBezTo>
                      <a:cubicBezTo>
                        <a:pt x="2" y="33"/>
                        <a:pt x="2" y="27"/>
                        <a:pt x="2" y="24"/>
                      </a:cubicBezTo>
                      <a:cubicBezTo>
                        <a:pt x="2" y="20"/>
                        <a:pt x="5" y="18"/>
                        <a:pt x="5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5" name="Freeform 34">
                  <a:extLst>
                    <a:ext uri="{FF2B5EF4-FFF2-40B4-BE49-F238E27FC236}">
                      <a16:creationId xmlns:a16="http://schemas.microsoft.com/office/drawing/2014/main" id="{A9AC987F-B5CB-FF2F-AA56-C53134F55F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29125" y="2171700"/>
                  <a:ext cx="12700" cy="9525"/>
                </a:xfrm>
                <a:custGeom>
                  <a:avLst/>
                  <a:gdLst/>
                  <a:ahLst/>
                  <a:cxnLst>
                    <a:cxn ang="0">
                      <a:pos x="9" y="5"/>
                    </a:cxn>
                    <a:cxn ang="0">
                      <a:pos x="6" y="7"/>
                    </a:cxn>
                    <a:cxn ang="0">
                      <a:pos x="0" y="3"/>
                    </a:cxn>
                    <a:cxn ang="0">
                      <a:pos x="7" y="0"/>
                    </a:cxn>
                    <a:cxn ang="0">
                      <a:pos x="9" y="5"/>
                    </a:cxn>
                  </a:cxnLst>
                  <a:rect l="0" t="0" r="r" b="b"/>
                  <a:pathLst>
                    <a:path w="9" h="7">
                      <a:moveTo>
                        <a:pt x="9" y="5"/>
                      </a:moveTo>
                      <a:cubicBezTo>
                        <a:pt x="9" y="6"/>
                        <a:pt x="7" y="7"/>
                        <a:pt x="6" y="7"/>
                      </a:cubicBezTo>
                      <a:cubicBezTo>
                        <a:pt x="4" y="7"/>
                        <a:pt x="1" y="3"/>
                        <a:pt x="0" y="3"/>
                      </a:cubicBezTo>
                      <a:cubicBezTo>
                        <a:pt x="3" y="2"/>
                        <a:pt x="5" y="0"/>
                        <a:pt x="7" y="0"/>
                      </a:cubicBezTo>
                      <a:cubicBezTo>
                        <a:pt x="7" y="1"/>
                        <a:pt x="9" y="3"/>
                        <a:pt x="9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6" name="Freeform 35">
                  <a:extLst>
                    <a:ext uri="{FF2B5EF4-FFF2-40B4-BE49-F238E27FC236}">
                      <a16:creationId xmlns:a16="http://schemas.microsoft.com/office/drawing/2014/main" id="{2FDA25E5-B2FE-24AB-B860-023A412530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1363" y="1833563"/>
                  <a:ext cx="15875" cy="19050"/>
                </a:xfrm>
                <a:custGeom>
                  <a:avLst/>
                  <a:gdLst/>
                  <a:ahLst/>
                  <a:cxnLst>
                    <a:cxn ang="0">
                      <a:pos x="11" y="10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9" y="0"/>
                    </a:cxn>
                    <a:cxn ang="0">
                      <a:pos x="12" y="9"/>
                    </a:cxn>
                    <a:cxn ang="0">
                      <a:pos x="11" y="14"/>
                    </a:cxn>
                    <a:cxn ang="0">
                      <a:pos x="11" y="10"/>
                    </a:cxn>
                  </a:cxnLst>
                  <a:rect l="0" t="0" r="r" b="b"/>
                  <a:pathLst>
                    <a:path w="12" h="14">
                      <a:moveTo>
                        <a:pt x="11" y="10"/>
                      </a:moveTo>
                      <a:cubicBezTo>
                        <a:pt x="5" y="10"/>
                        <a:pt x="0" y="9"/>
                        <a:pt x="0" y="5"/>
                      </a:cubicBezTo>
                      <a:cubicBezTo>
                        <a:pt x="0" y="3"/>
                        <a:pt x="0" y="2"/>
                        <a:pt x="0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6"/>
                        <a:pt x="12" y="5"/>
                        <a:pt x="12" y="9"/>
                      </a:cubicBezTo>
                      <a:cubicBezTo>
                        <a:pt x="12" y="13"/>
                        <a:pt x="11" y="12"/>
                        <a:pt x="11" y="14"/>
                      </a:cubicBezTo>
                      <a:cubicBezTo>
                        <a:pt x="11" y="13"/>
                        <a:pt x="11" y="12"/>
                        <a:pt x="11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7" name="Freeform 37">
                  <a:extLst>
                    <a:ext uri="{FF2B5EF4-FFF2-40B4-BE49-F238E27FC236}">
                      <a16:creationId xmlns:a16="http://schemas.microsoft.com/office/drawing/2014/main" id="{BE182652-E381-F3B1-08CA-16185992A0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4713" y="1773238"/>
                  <a:ext cx="15875" cy="23813"/>
                </a:xfrm>
                <a:custGeom>
                  <a:avLst/>
                  <a:gdLst/>
                  <a:ahLst/>
                  <a:cxnLst>
                    <a:cxn ang="0">
                      <a:pos x="8" y="6"/>
                    </a:cxn>
                    <a:cxn ang="0">
                      <a:pos x="1" y="17"/>
                    </a:cxn>
                    <a:cxn ang="0">
                      <a:pos x="1" y="11"/>
                    </a:cxn>
                    <a:cxn ang="0">
                      <a:pos x="11" y="0"/>
                    </a:cxn>
                    <a:cxn ang="0">
                      <a:pos x="8" y="6"/>
                    </a:cxn>
                  </a:cxnLst>
                  <a:rect l="0" t="0" r="r" b="b"/>
                  <a:pathLst>
                    <a:path w="11" h="17">
                      <a:moveTo>
                        <a:pt x="8" y="6"/>
                      </a:moveTo>
                      <a:cubicBezTo>
                        <a:pt x="8" y="11"/>
                        <a:pt x="4" y="13"/>
                        <a:pt x="1" y="17"/>
                      </a:cubicBezTo>
                      <a:cubicBezTo>
                        <a:pt x="0" y="15"/>
                        <a:pt x="1" y="14"/>
                        <a:pt x="1" y="11"/>
                      </a:cubicBezTo>
                      <a:cubicBezTo>
                        <a:pt x="1" y="9"/>
                        <a:pt x="3" y="1"/>
                        <a:pt x="11" y="0"/>
                      </a:cubicBezTo>
                      <a:cubicBezTo>
                        <a:pt x="10" y="2"/>
                        <a:pt x="8" y="4"/>
                        <a:pt x="8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8" name="Freeform 38">
                  <a:extLst>
                    <a:ext uri="{FF2B5EF4-FFF2-40B4-BE49-F238E27FC236}">
                      <a16:creationId xmlns:a16="http://schemas.microsoft.com/office/drawing/2014/main" id="{5657AE17-347B-BAC5-939A-FE15D6807E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6625" y="1744663"/>
                  <a:ext cx="20638" cy="26988"/>
                </a:xfrm>
                <a:custGeom>
                  <a:avLst/>
                  <a:gdLst/>
                  <a:ahLst/>
                  <a:cxnLst>
                    <a:cxn ang="0">
                      <a:pos x="12" y="10"/>
                    </a:cxn>
                    <a:cxn ang="0">
                      <a:pos x="12" y="16"/>
                    </a:cxn>
                    <a:cxn ang="0">
                      <a:pos x="5" y="20"/>
                    </a:cxn>
                    <a:cxn ang="0">
                      <a:pos x="0" y="13"/>
                    </a:cxn>
                    <a:cxn ang="0">
                      <a:pos x="10" y="10"/>
                    </a:cxn>
                    <a:cxn ang="0">
                      <a:pos x="7" y="5"/>
                    </a:cxn>
                    <a:cxn ang="0">
                      <a:pos x="11" y="0"/>
                    </a:cxn>
                    <a:cxn ang="0">
                      <a:pos x="16" y="5"/>
                    </a:cxn>
                    <a:cxn ang="0">
                      <a:pos x="12" y="10"/>
                    </a:cxn>
                  </a:cxnLst>
                  <a:rect l="0" t="0" r="r" b="b"/>
                  <a:pathLst>
                    <a:path w="16" h="20">
                      <a:moveTo>
                        <a:pt x="12" y="10"/>
                      </a:moveTo>
                      <a:cubicBezTo>
                        <a:pt x="12" y="12"/>
                        <a:pt x="12" y="14"/>
                        <a:pt x="12" y="16"/>
                      </a:cubicBezTo>
                      <a:cubicBezTo>
                        <a:pt x="12" y="17"/>
                        <a:pt x="6" y="20"/>
                        <a:pt x="5" y="20"/>
                      </a:cubicBezTo>
                      <a:cubicBezTo>
                        <a:pt x="1" y="20"/>
                        <a:pt x="0" y="16"/>
                        <a:pt x="0" y="13"/>
                      </a:cubicBezTo>
                      <a:cubicBezTo>
                        <a:pt x="4" y="13"/>
                        <a:pt x="6" y="10"/>
                        <a:pt x="10" y="10"/>
                      </a:cubicBezTo>
                      <a:cubicBezTo>
                        <a:pt x="9" y="8"/>
                        <a:pt x="7" y="7"/>
                        <a:pt x="7" y="5"/>
                      </a:cubicBezTo>
                      <a:cubicBezTo>
                        <a:pt x="7" y="2"/>
                        <a:pt x="11" y="0"/>
                        <a:pt x="11" y="0"/>
                      </a:cubicBezTo>
                      <a:cubicBezTo>
                        <a:pt x="13" y="3"/>
                        <a:pt x="14" y="4"/>
                        <a:pt x="16" y="5"/>
                      </a:cubicBezTo>
                      <a:cubicBezTo>
                        <a:pt x="15" y="7"/>
                        <a:pt x="13" y="10"/>
                        <a:pt x="12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</p:grpSp>
        <p:grpSp>
          <p:nvGrpSpPr>
            <p:cNvPr id="230" name="Group 363">
              <a:extLst>
                <a:ext uri="{FF2B5EF4-FFF2-40B4-BE49-F238E27FC236}">
                  <a16:creationId xmlns:a16="http://schemas.microsoft.com/office/drawing/2014/main" id="{0B475EDB-A501-0B5D-E97E-60DF47473237}"/>
                </a:ext>
              </a:extLst>
            </p:cNvPr>
            <p:cNvGrpSpPr/>
            <p:nvPr/>
          </p:nvGrpSpPr>
          <p:grpSpPr>
            <a:xfrm>
              <a:off x="6496636" y="3065951"/>
              <a:ext cx="1093381" cy="955139"/>
              <a:chOff x="6275388" y="2879725"/>
              <a:chExt cx="966788" cy="844551"/>
            </a:xfrm>
            <a:grpFill/>
          </p:grpSpPr>
          <p:sp>
            <p:nvSpPr>
              <p:cNvPr id="336" name="Freeform 9">
                <a:extLst>
                  <a:ext uri="{FF2B5EF4-FFF2-40B4-BE49-F238E27FC236}">
                    <a16:creationId xmlns:a16="http://schemas.microsoft.com/office/drawing/2014/main" id="{1EF7925E-0631-0FF0-FFB6-CCEFFED34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7488" y="2879725"/>
                <a:ext cx="339725" cy="176213"/>
              </a:xfrm>
              <a:custGeom>
                <a:avLst/>
                <a:gdLst/>
                <a:ahLst/>
                <a:cxnLst>
                  <a:cxn ang="0">
                    <a:pos x="128" y="28"/>
                  </a:cxn>
                  <a:cxn ang="0">
                    <a:pos x="160" y="39"/>
                  </a:cxn>
                  <a:cxn ang="0">
                    <a:pos x="173" y="45"/>
                  </a:cxn>
                  <a:cxn ang="0">
                    <a:pos x="179" y="49"/>
                  </a:cxn>
                  <a:cxn ang="0">
                    <a:pos x="203" y="71"/>
                  </a:cxn>
                  <a:cxn ang="0">
                    <a:pos x="217" y="78"/>
                  </a:cxn>
                  <a:cxn ang="0">
                    <a:pos x="208" y="85"/>
                  </a:cxn>
                  <a:cxn ang="0">
                    <a:pos x="217" y="96"/>
                  </a:cxn>
                  <a:cxn ang="0">
                    <a:pos x="224" y="108"/>
                  </a:cxn>
                  <a:cxn ang="0">
                    <a:pos x="233" y="113"/>
                  </a:cxn>
                  <a:cxn ang="0">
                    <a:pos x="237" y="118"/>
                  </a:cxn>
                  <a:cxn ang="0">
                    <a:pos x="242" y="119"/>
                  </a:cxn>
                  <a:cxn ang="0">
                    <a:pos x="247" y="124"/>
                  </a:cxn>
                  <a:cxn ang="0">
                    <a:pos x="255" y="126"/>
                  </a:cxn>
                  <a:cxn ang="0">
                    <a:pos x="250" y="133"/>
                  </a:cxn>
                  <a:cxn ang="0">
                    <a:pos x="247" y="133"/>
                  </a:cxn>
                  <a:cxn ang="0">
                    <a:pos x="239" y="127"/>
                  </a:cxn>
                  <a:cxn ang="0">
                    <a:pos x="227" y="127"/>
                  </a:cxn>
                  <a:cxn ang="0">
                    <a:pos x="210" y="116"/>
                  </a:cxn>
                  <a:cxn ang="0">
                    <a:pos x="206" y="113"/>
                  </a:cxn>
                  <a:cxn ang="0">
                    <a:pos x="175" y="92"/>
                  </a:cxn>
                  <a:cxn ang="0">
                    <a:pos x="158" y="103"/>
                  </a:cxn>
                  <a:cxn ang="0">
                    <a:pos x="156" y="113"/>
                  </a:cxn>
                  <a:cxn ang="0">
                    <a:pos x="139" y="113"/>
                  </a:cxn>
                  <a:cxn ang="0">
                    <a:pos x="113" y="100"/>
                  </a:cxn>
                  <a:cxn ang="0">
                    <a:pos x="107" y="102"/>
                  </a:cxn>
                  <a:cxn ang="0">
                    <a:pos x="98" y="102"/>
                  </a:cxn>
                  <a:cxn ang="0">
                    <a:pos x="90" y="99"/>
                  </a:cxn>
                  <a:cxn ang="0">
                    <a:pos x="101" y="90"/>
                  </a:cxn>
                  <a:cxn ang="0">
                    <a:pos x="96" y="71"/>
                  </a:cxn>
                  <a:cxn ang="0">
                    <a:pos x="77" y="59"/>
                  </a:cxn>
                  <a:cxn ang="0">
                    <a:pos x="53" y="54"/>
                  </a:cxn>
                  <a:cxn ang="0">
                    <a:pos x="37" y="45"/>
                  </a:cxn>
                  <a:cxn ang="0">
                    <a:pos x="37" y="41"/>
                  </a:cxn>
                  <a:cxn ang="0">
                    <a:pos x="30" y="49"/>
                  </a:cxn>
                  <a:cxn ang="0">
                    <a:pos x="26" y="48"/>
                  </a:cxn>
                  <a:cxn ang="0">
                    <a:pos x="24" y="38"/>
                  </a:cxn>
                  <a:cxn ang="0">
                    <a:pos x="16" y="33"/>
                  </a:cxn>
                  <a:cxn ang="0">
                    <a:pos x="38" y="25"/>
                  </a:cxn>
                  <a:cxn ang="0">
                    <a:pos x="35" y="25"/>
                  </a:cxn>
                  <a:cxn ang="0">
                    <a:pos x="23" y="27"/>
                  </a:cxn>
                  <a:cxn ang="0">
                    <a:pos x="16" y="26"/>
                  </a:cxn>
                  <a:cxn ang="0">
                    <a:pos x="14" y="22"/>
                  </a:cxn>
                  <a:cxn ang="0">
                    <a:pos x="0" y="12"/>
                  </a:cxn>
                  <a:cxn ang="0">
                    <a:pos x="6" y="8"/>
                  </a:cxn>
                  <a:cxn ang="0">
                    <a:pos x="23" y="0"/>
                  </a:cxn>
                  <a:cxn ang="0">
                    <a:pos x="44" y="9"/>
                  </a:cxn>
                  <a:cxn ang="0">
                    <a:pos x="44" y="25"/>
                  </a:cxn>
                  <a:cxn ang="0">
                    <a:pos x="50" y="29"/>
                  </a:cxn>
                  <a:cxn ang="0">
                    <a:pos x="59" y="38"/>
                  </a:cxn>
                  <a:cxn ang="0">
                    <a:pos x="67" y="30"/>
                  </a:cxn>
                  <a:cxn ang="0">
                    <a:pos x="78" y="25"/>
                  </a:cxn>
                  <a:cxn ang="0">
                    <a:pos x="92" y="14"/>
                  </a:cxn>
                  <a:cxn ang="0">
                    <a:pos x="98" y="17"/>
                  </a:cxn>
                  <a:cxn ang="0">
                    <a:pos x="109" y="25"/>
                  </a:cxn>
                  <a:cxn ang="0">
                    <a:pos x="121" y="25"/>
                  </a:cxn>
                  <a:cxn ang="0">
                    <a:pos x="130" y="29"/>
                  </a:cxn>
                  <a:cxn ang="0">
                    <a:pos x="130" y="30"/>
                  </a:cxn>
                  <a:cxn ang="0">
                    <a:pos x="128" y="28"/>
                  </a:cxn>
                </a:cxnLst>
                <a:rect l="0" t="0" r="r" b="b"/>
                <a:pathLst>
                  <a:path w="255" h="133">
                    <a:moveTo>
                      <a:pt x="128" y="28"/>
                    </a:moveTo>
                    <a:cubicBezTo>
                      <a:pt x="133" y="33"/>
                      <a:pt x="149" y="39"/>
                      <a:pt x="160" y="39"/>
                    </a:cubicBezTo>
                    <a:cubicBezTo>
                      <a:pt x="165" y="39"/>
                      <a:pt x="168" y="45"/>
                      <a:pt x="173" y="45"/>
                    </a:cubicBezTo>
                    <a:cubicBezTo>
                      <a:pt x="173" y="48"/>
                      <a:pt x="176" y="49"/>
                      <a:pt x="179" y="49"/>
                    </a:cubicBezTo>
                    <a:cubicBezTo>
                      <a:pt x="193" y="54"/>
                      <a:pt x="192" y="66"/>
                      <a:pt x="203" y="71"/>
                    </a:cubicBezTo>
                    <a:cubicBezTo>
                      <a:pt x="207" y="73"/>
                      <a:pt x="217" y="68"/>
                      <a:pt x="217" y="78"/>
                    </a:cubicBezTo>
                    <a:cubicBezTo>
                      <a:pt x="217" y="83"/>
                      <a:pt x="208" y="81"/>
                      <a:pt x="208" y="85"/>
                    </a:cubicBezTo>
                    <a:cubicBezTo>
                      <a:pt x="208" y="87"/>
                      <a:pt x="216" y="95"/>
                      <a:pt x="217" y="96"/>
                    </a:cubicBezTo>
                    <a:cubicBezTo>
                      <a:pt x="221" y="100"/>
                      <a:pt x="220" y="103"/>
                      <a:pt x="224" y="108"/>
                    </a:cubicBezTo>
                    <a:cubicBezTo>
                      <a:pt x="225" y="111"/>
                      <a:pt x="230" y="113"/>
                      <a:pt x="233" y="113"/>
                    </a:cubicBezTo>
                    <a:cubicBezTo>
                      <a:pt x="235" y="113"/>
                      <a:pt x="236" y="116"/>
                      <a:pt x="237" y="118"/>
                    </a:cubicBezTo>
                    <a:cubicBezTo>
                      <a:pt x="238" y="120"/>
                      <a:pt x="240" y="118"/>
                      <a:pt x="242" y="119"/>
                    </a:cubicBezTo>
                    <a:cubicBezTo>
                      <a:pt x="245" y="119"/>
                      <a:pt x="246" y="122"/>
                      <a:pt x="247" y="124"/>
                    </a:cubicBezTo>
                    <a:cubicBezTo>
                      <a:pt x="247" y="126"/>
                      <a:pt x="254" y="125"/>
                      <a:pt x="255" y="126"/>
                    </a:cubicBezTo>
                    <a:cubicBezTo>
                      <a:pt x="253" y="127"/>
                      <a:pt x="250" y="130"/>
                      <a:pt x="250" y="133"/>
                    </a:cubicBezTo>
                    <a:cubicBezTo>
                      <a:pt x="249" y="133"/>
                      <a:pt x="248" y="133"/>
                      <a:pt x="247" y="133"/>
                    </a:cubicBezTo>
                    <a:cubicBezTo>
                      <a:pt x="246" y="133"/>
                      <a:pt x="240" y="128"/>
                      <a:pt x="239" y="127"/>
                    </a:cubicBezTo>
                    <a:cubicBezTo>
                      <a:pt x="227" y="127"/>
                      <a:pt x="227" y="127"/>
                      <a:pt x="227" y="127"/>
                    </a:cubicBezTo>
                    <a:cubicBezTo>
                      <a:pt x="221" y="126"/>
                      <a:pt x="210" y="121"/>
                      <a:pt x="210" y="116"/>
                    </a:cubicBezTo>
                    <a:cubicBezTo>
                      <a:pt x="210" y="115"/>
                      <a:pt x="207" y="114"/>
                      <a:pt x="206" y="113"/>
                    </a:cubicBezTo>
                    <a:cubicBezTo>
                      <a:pt x="197" y="104"/>
                      <a:pt x="189" y="92"/>
                      <a:pt x="175" y="92"/>
                    </a:cubicBezTo>
                    <a:cubicBezTo>
                      <a:pt x="164" y="92"/>
                      <a:pt x="165" y="100"/>
                      <a:pt x="158" y="103"/>
                    </a:cubicBezTo>
                    <a:cubicBezTo>
                      <a:pt x="160" y="108"/>
                      <a:pt x="156" y="110"/>
                      <a:pt x="156" y="113"/>
                    </a:cubicBezTo>
                    <a:cubicBezTo>
                      <a:pt x="146" y="113"/>
                      <a:pt x="144" y="113"/>
                      <a:pt x="139" y="113"/>
                    </a:cubicBezTo>
                    <a:cubicBezTo>
                      <a:pt x="128" y="113"/>
                      <a:pt x="125" y="100"/>
                      <a:pt x="113" y="100"/>
                    </a:cubicBezTo>
                    <a:cubicBezTo>
                      <a:pt x="112" y="100"/>
                      <a:pt x="107" y="100"/>
                      <a:pt x="107" y="102"/>
                    </a:cubicBezTo>
                    <a:cubicBezTo>
                      <a:pt x="98" y="102"/>
                      <a:pt x="98" y="102"/>
                      <a:pt x="98" y="102"/>
                    </a:cubicBezTo>
                    <a:cubicBezTo>
                      <a:pt x="94" y="102"/>
                      <a:pt x="90" y="102"/>
                      <a:pt x="90" y="99"/>
                    </a:cubicBezTo>
                    <a:cubicBezTo>
                      <a:pt x="90" y="93"/>
                      <a:pt x="99" y="91"/>
                      <a:pt x="101" y="90"/>
                    </a:cubicBezTo>
                    <a:cubicBezTo>
                      <a:pt x="95" y="84"/>
                      <a:pt x="98" y="78"/>
                      <a:pt x="96" y="71"/>
                    </a:cubicBezTo>
                    <a:cubicBezTo>
                      <a:pt x="94" y="66"/>
                      <a:pt x="82" y="61"/>
                      <a:pt x="77" y="59"/>
                    </a:cubicBezTo>
                    <a:cubicBezTo>
                      <a:pt x="72" y="56"/>
                      <a:pt x="60" y="54"/>
                      <a:pt x="53" y="54"/>
                    </a:cubicBezTo>
                    <a:cubicBezTo>
                      <a:pt x="47" y="54"/>
                      <a:pt x="44" y="43"/>
                      <a:pt x="37" y="45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6" y="44"/>
                      <a:pt x="34" y="49"/>
                      <a:pt x="30" y="49"/>
                    </a:cubicBezTo>
                    <a:cubicBezTo>
                      <a:pt x="29" y="49"/>
                      <a:pt x="26" y="49"/>
                      <a:pt x="26" y="48"/>
                    </a:cubicBezTo>
                    <a:cubicBezTo>
                      <a:pt x="24" y="43"/>
                      <a:pt x="26" y="41"/>
                      <a:pt x="24" y="38"/>
                    </a:cubicBezTo>
                    <a:cubicBezTo>
                      <a:pt x="22" y="34"/>
                      <a:pt x="17" y="36"/>
                      <a:pt x="16" y="33"/>
                    </a:cubicBezTo>
                    <a:cubicBezTo>
                      <a:pt x="22" y="29"/>
                      <a:pt x="35" y="30"/>
                      <a:pt x="38" y="25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0" y="26"/>
                      <a:pt x="27" y="27"/>
                      <a:pt x="23" y="27"/>
                    </a:cubicBezTo>
                    <a:cubicBezTo>
                      <a:pt x="20" y="27"/>
                      <a:pt x="19" y="26"/>
                      <a:pt x="16" y="26"/>
                    </a:cubicBezTo>
                    <a:cubicBezTo>
                      <a:pt x="15" y="25"/>
                      <a:pt x="14" y="23"/>
                      <a:pt x="14" y="22"/>
                    </a:cubicBezTo>
                    <a:cubicBezTo>
                      <a:pt x="11" y="15"/>
                      <a:pt x="0" y="18"/>
                      <a:pt x="0" y="12"/>
                    </a:cubicBezTo>
                    <a:cubicBezTo>
                      <a:pt x="0" y="9"/>
                      <a:pt x="4" y="8"/>
                      <a:pt x="6" y="8"/>
                    </a:cubicBezTo>
                    <a:cubicBezTo>
                      <a:pt x="12" y="8"/>
                      <a:pt x="15" y="0"/>
                      <a:pt x="23" y="0"/>
                    </a:cubicBezTo>
                    <a:cubicBezTo>
                      <a:pt x="30" y="0"/>
                      <a:pt x="36" y="7"/>
                      <a:pt x="44" y="9"/>
                    </a:cubicBezTo>
                    <a:cubicBezTo>
                      <a:pt x="44" y="15"/>
                      <a:pt x="44" y="22"/>
                      <a:pt x="44" y="25"/>
                    </a:cubicBezTo>
                    <a:cubicBezTo>
                      <a:pt x="44" y="27"/>
                      <a:pt x="46" y="29"/>
                      <a:pt x="50" y="29"/>
                    </a:cubicBezTo>
                    <a:cubicBezTo>
                      <a:pt x="50" y="31"/>
                      <a:pt x="56" y="38"/>
                      <a:pt x="59" y="38"/>
                    </a:cubicBezTo>
                    <a:cubicBezTo>
                      <a:pt x="62" y="38"/>
                      <a:pt x="66" y="31"/>
                      <a:pt x="67" y="30"/>
                    </a:cubicBezTo>
                    <a:cubicBezTo>
                      <a:pt x="71" y="27"/>
                      <a:pt x="71" y="26"/>
                      <a:pt x="78" y="25"/>
                    </a:cubicBezTo>
                    <a:cubicBezTo>
                      <a:pt x="82" y="23"/>
                      <a:pt x="87" y="15"/>
                      <a:pt x="92" y="14"/>
                    </a:cubicBezTo>
                    <a:cubicBezTo>
                      <a:pt x="93" y="17"/>
                      <a:pt x="96" y="16"/>
                      <a:pt x="98" y="17"/>
                    </a:cubicBezTo>
                    <a:cubicBezTo>
                      <a:pt x="103" y="18"/>
                      <a:pt x="106" y="24"/>
                      <a:pt x="109" y="25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23" y="27"/>
                      <a:pt x="128" y="29"/>
                      <a:pt x="130" y="29"/>
                    </a:cubicBezTo>
                    <a:cubicBezTo>
                      <a:pt x="130" y="30"/>
                      <a:pt x="130" y="30"/>
                      <a:pt x="130" y="30"/>
                    </a:cubicBezTo>
                    <a:lnTo>
                      <a:pt x="128" y="2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grpSp>
            <p:nvGrpSpPr>
              <p:cNvPr id="337" name="Group 361">
                <a:extLst>
                  <a:ext uri="{FF2B5EF4-FFF2-40B4-BE49-F238E27FC236}">
                    <a16:creationId xmlns:a16="http://schemas.microsoft.com/office/drawing/2014/main" id="{D35F81BC-1C90-CB50-8D40-7DDD7958427C}"/>
                  </a:ext>
                </a:extLst>
              </p:cNvPr>
              <p:cNvGrpSpPr/>
              <p:nvPr/>
            </p:nvGrpSpPr>
            <p:grpSpPr>
              <a:xfrm>
                <a:off x="6275388" y="2917825"/>
                <a:ext cx="966788" cy="806451"/>
                <a:chOff x="6275388" y="2917825"/>
                <a:chExt cx="966788" cy="806451"/>
              </a:xfrm>
              <a:grpFill/>
            </p:grpSpPr>
            <p:sp>
              <p:nvSpPr>
                <p:cNvPr id="338" name="Freeform 7">
                  <a:extLst>
                    <a:ext uri="{FF2B5EF4-FFF2-40B4-BE49-F238E27FC236}">
                      <a16:creationId xmlns:a16="http://schemas.microsoft.com/office/drawing/2014/main" id="{C541971D-6A3C-A45A-FEBD-2A7DA0A90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3050" y="2968625"/>
                  <a:ext cx="11113" cy="2540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5"/>
                    </a:cxn>
                    <a:cxn ang="0">
                      <a:pos x="5" y="9"/>
                    </a:cxn>
                    <a:cxn ang="0">
                      <a:pos x="2" y="19"/>
                    </a:cxn>
                    <a:cxn ang="0">
                      <a:pos x="0" y="15"/>
                    </a:cxn>
                    <a:cxn ang="0">
                      <a:pos x="4" y="8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19">
                      <a:moveTo>
                        <a:pt x="7" y="0"/>
                      </a:moveTo>
                      <a:cubicBezTo>
                        <a:pt x="7" y="4"/>
                        <a:pt x="8" y="2"/>
                        <a:pt x="8" y="5"/>
                      </a:cubicBezTo>
                      <a:cubicBezTo>
                        <a:pt x="8" y="8"/>
                        <a:pt x="7" y="9"/>
                        <a:pt x="5" y="9"/>
                      </a:cubicBezTo>
                      <a:cubicBezTo>
                        <a:pt x="5" y="14"/>
                        <a:pt x="6" y="19"/>
                        <a:pt x="2" y="19"/>
                      </a:cubicBezTo>
                      <a:cubicBezTo>
                        <a:pt x="1" y="19"/>
                        <a:pt x="0" y="16"/>
                        <a:pt x="0" y="15"/>
                      </a:cubicBezTo>
                      <a:cubicBezTo>
                        <a:pt x="0" y="11"/>
                        <a:pt x="4" y="10"/>
                        <a:pt x="4" y="8"/>
                      </a:cubicBezTo>
                      <a:cubicBezTo>
                        <a:pt x="4" y="4"/>
                        <a:pt x="3" y="0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39" name="Freeform 8">
                  <a:extLst>
                    <a:ext uri="{FF2B5EF4-FFF2-40B4-BE49-F238E27FC236}">
                      <a16:creationId xmlns:a16="http://schemas.microsoft.com/office/drawing/2014/main" id="{C9C03A54-B8DF-8D36-1E12-BC336A872C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67525" y="2944813"/>
                  <a:ext cx="65088" cy="38100"/>
                </a:xfrm>
                <a:custGeom>
                  <a:avLst/>
                  <a:gdLst/>
                  <a:ahLst/>
                  <a:cxnLst>
                    <a:cxn ang="0">
                      <a:pos x="13" y="27"/>
                    </a:cxn>
                    <a:cxn ang="0">
                      <a:pos x="0" y="18"/>
                    </a:cxn>
                    <a:cxn ang="0">
                      <a:pos x="13" y="18"/>
                    </a:cxn>
                    <a:cxn ang="0">
                      <a:pos x="18" y="17"/>
                    </a:cxn>
                    <a:cxn ang="0">
                      <a:pos x="35" y="13"/>
                    </a:cxn>
                    <a:cxn ang="0">
                      <a:pos x="45" y="0"/>
                    </a:cxn>
                    <a:cxn ang="0">
                      <a:pos x="49" y="7"/>
                    </a:cxn>
                    <a:cxn ang="0">
                      <a:pos x="40" y="22"/>
                    </a:cxn>
                    <a:cxn ang="0">
                      <a:pos x="19" y="29"/>
                    </a:cxn>
                    <a:cxn ang="0">
                      <a:pos x="11" y="25"/>
                    </a:cxn>
                    <a:cxn ang="0">
                      <a:pos x="13" y="27"/>
                    </a:cxn>
                  </a:cxnLst>
                  <a:rect l="0" t="0" r="r" b="b"/>
                  <a:pathLst>
                    <a:path w="49" h="29">
                      <a:moveTo>
                        <a:pt x="13" y="27"/>
                      </a:moveTo>
                      <a:cubicBezTo>
                        <a:pt x="9" y="22"/>
                        <a:pt x="1" y="24"/>
                        <a:pt x="0" y="18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14" y="18"/>
                        <a:pt x="18" y="17"/>
                        <a:pt x="18" y="17"/>
                      </a:cubicBezTo>
                      <a:cubicBezTo>
                        <a:pt x="25" y="14"/>
                        <a:pt x="31" y="15"/>
                        <a:pt x="35" y="13"/>
                      </a:cubicBezTo>
                      <a:cubicBezTo>
                        <a:pt x="41" y="10"/>
                        <a:pt x="39" y="0"/>
                        <a:pt x="45" y="0"/>
                      </a:cubicBezTo>
                      <a:cubicBezTo>
                        <a:pt x="48" y="0"/>
                        <a:pt x="49" y="4"/>
                        <a:pt x="49" y="7"/>
                      </a:cubicBezTo>
                      <a:cubicBezTo>
                        <a:pt x="49" y="16"/>
                        <a:pt x="40" y="14"/>
                        <a:pt x="40" y="22"/>
                      </a:cubicBezTo>
                      <a:cubicBezTo>
                        <a:pt x="32" y="24"/>
                        <a:pt x="28" y="29"/>
                        <a:pt x="19" y="29"/>
                      </a:cubicBezTo>
                      <a:cubicBezTo>
                        <a:pt x="17" y="29"/>
                        <a:pt x="11" y="26"/>
                        <a:pt x="11" y="25"/>
                      </a:cubicBez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0" name="Freeform 10">
                  <a:extLst>
                    <a:ext uri="{FF2B5EF4-FFF2-40B4-BE49-F238E27FC236}">
                      <a16:creationId xmlns:a16="http://schemas.microsoft.com/office/drawing/2014/main" id="{D87EBB39-7E3F-B5D8-7957-3AF7EB2CE0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1975" y="2917825"/>
                  <a:ext cx="34925" cy="34925"/>
                </a:xfrm>
                <a:custGeom>
                  <a:avLst/>
                  <a:gdLst/>
                  <a:ahLst/>
                  <a:cxnLst>
                    <a:cxn ang="0">
                      <a:pos x="23" y="25"/>
                    </a:cxn>
                    <a:cxn ang="0">
                      <a:pos x="19" y="17"/>
                    </a:cxn>
                    <a:cxn ang="0">
                      <a:pos x="8" y="6"/>
                    </a:cxn>
                    <a:cxn ang="0">
                      <a:pos x="0" y="0"/>
                    </a:cxn>
                    <a:cxn ang="0">
                      <a:pos x="18" y="13"/>
                    </a:cxn>
                    <a:cxn ang="0">
                      <a:pos x="26" y="22"/>
                    </a:cxn>
                    <a:cxn ang="0">
                      <a:pos x="26" y="25"/>
                    </a:cxn>
                    <a:cxn ang="0">
                      <a:pos x="23" y="25"/>
                    </a:cxn>
                  </a:cxnLst>
                  <a:rect l="0" t="0" r="r" b="b"/>
                  <a:pathLst>
                    <a:path w="26" h="26">
                      <a:moveTo>
                        <a:pt x="23" y="25"/>
                      </a:moveTo>
                      <a:cubicBezTo>
                        <a:pt x="18" y="24"/>
                        <a:pt x="18" y="21"/>
                        <a:pt x="19" y="17"/>
                      </a:cubicBezTo>
                      <a:cubicBezTo>
                        <a:pt x="13" y="14"/>
                        <a:pt x="14" y="9"/>
                        <a:pt x="8" y="6"/>
                      </a:cubicBezTo>
                      <a:cubicBezTo>
                        <a:pt x="5" y="4"/>
                        <a:pt x="2" y="4"/>
                        <a:pt x="0" y="0"/>
                      </a:cubicBezTo>
                      <a:cubicBezTo>
                        <a:pt x="9" y="3"/>
                        <a:pt x="13" y="8"/>
                        <a:pt x="18" y="13"/>
                      </a:cubicBezTo>
                      <a:cubicBezTo>
                        <a:pt x="21" y="17"/>
                        <a:pt x="26" y="16"/>
                        <a:pt x="26" y="22"/>
                      </a:cubicBezTo>
                      <a:cubicBezTo>
                        <a:pt x="26" y="23"/>
                        <a:pt x="26" y="24"/>
                        <a:pt x="26" y="25"/>
                      </a:cubicBezTo>
                      <a:cubicBezTo>
                        <a:pt x="25" y="25"/>
                        <a:pt x="24" y="26"/>
                        <a:pt x="23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1" name="Freeform 11">
                  <a:extLst>
                    <a:ext uri="{FF2B5EF4-FFF2-40B4-BE49-F238E27FC236}">
                      <a16:creationId xmlns:a16="http://schemas.microsoft.com/office/drawing/2014/main" id="{8935DB4A-7829-78FE-FCFF-095FC04BC1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2300" y="2967038"/>
                  <a:ext cx="17463" cy="20638"/>
                </a:xfrm>
                <a:custGeom>
                  <a:avLst/>
                  <a:gdLst/>
                  <a:ahLst/>
                  <a:cxnLst>
                    <a:cxn ang="0">
                      <a:pos x="7" y="9"/>
                    </a:cxn>
                    <a:cxn ang="0">
                      <a:pos x="1" y="0"/>
                    </a:cxn>
                    <a:cxn ang="0">
                      <a:pos x="13" y="12"/>
                    </a:cxn>
                    <a:cxn ang="0">
                      <a:pos x="10" y="16"/>
                    </a:cxn>
                    <a:cxn ang="0">
                      <a:pos x="7" y="13"/>
                    </a:cxn>
                    <a:cxn ang="0">
                      <a:pos x="7" y="9"/>
                    </a:cxn>
                  </a:cxnLst>
                  <a:rect l="0" t="0" r="r" b="b"/>
                  <a:pathLst>
                    <a:path w="13" h="16">
                      <a:moveTo>
                        <a:pt x="7" y="9"/>
                      </a:moveTo>
                      <a:cubicBezTo>
                        <a:pt x="2" y="9"/>
                        <a:pt x="0" y="4"/>
                        <a:pt x="1" y="0"/>
                      </a:cubicBezTo>
                      <a:cubicBezTo>
                        <a:pt x="4" y="1"/>
                        <a:pt x="13" y="11"/>
                        <a:pt x="13" y="12"/>
                      </a:cubicBezTo>
                      <a:cubicBezTo>
                        <a:pt x="13" y="14"/>
                        <a:pt x="11" y="16"/>
                        <a:pt x="10" y="16"/>
                      </a:cubicBezTo>
                      <a:cubicBezTo>
                        <a:pt x="9" y="16"/>
                        <a:pt x="7" y="14"/>
                        <a:pt x="7" y="13"/>
                      </a:cubicBezTo>
                      <a:cubicBezTo>
                        <a:pt x="7" y="12"/>
                        <a:pt x="7" y="11"/>
                        <a:pt x="7" y="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2" name="Freeform 12">
                  <a:extLst>
                    <a:ext uri="{FF2B5EF4-FFF2-40B4-BE49-F238E27FC236}">
                      <a16:creationId xmlns:a16="http://schemas.microsoft.com/office/drawing/2014/main" id="{FA298786-18CC-C0F1-D19F-64044D4884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86600" y="3046413"/>
                  <a:ext cx="9525" cy="11113"/>
                </a:xfrm>
                <a:custGeom>
                  <a:avLst/>
                  <a:gdLst/>
                  <a:ahLst/>
                  <a:cxnLst>
                    <a:cxn ang="0">
                      <a:pos x="7" y="6"/>
                    </a:cxn>
                    <a:cxn ang="0">
                      <a:pos x="7" y="9"/>
                    </a:cxn>
                    <a:cxn ang="0">
                      <a:pos x="0" y="0"/>
                    </a:cxn>
                    <a:cxn ang="0">
                      <a:pos x="7" y="6"/>
                    </a:cxn>
                  </a:cxnLst>
                  <a:rect l="0" t="0" r="r" b="b"/>
                  <a:pathLst>
                    <a:path w="7" h="9">
                      <a:moveTo>
                        <a:pt x="7" y="6"/>
                      </a:moveTo>
                      <a:cubicBezTo>
                        <a:pt x="7" y="7"/>
                        <a:pt x="7" y="8"/>
                        <a:pt x="7" y="9"/>
                      </a:cubicBezTo>
                      <a:cubicBezTo>
                        <a:pt x="3" y="9"/>
                        <a:pt x="0" y="2"/>
                        <a:pt x="0" y="0"/>
                      </a:cubicBezTo>
                      <a:cubicBezTo>
                        <a:pt x="4" y="2"/>
                        <a:pt x="7" y="3"/>
                        <a:pt x="7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3" name="Freeform 13">
                  <a:extLst>
                    <a:ext uri="{FF2B5EF4-FFF2-40B4-BE49-F238E27FC236}">
                      <a16:creationId xmlns:a16="http://schemas.microsoft.com/office/drawing/2014/main" id="{4ABD1C19-E660-14AD-3C95-D886B9836E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1200" y="3036888"/>
                  <a:ext cx="20638" cy="9525"/>
                </a:xfrm>
                <a:custGeom>
                  <a:avLst/>
                  <a:gdLst/>
                  <a:ahLst/>
                  <a:cxnLst>
                    <a:cxn ang="0">
                      <a:pos x="15" y="6"/>
                    </a:cxn>
                    <a:cxn ang="0">
                      <a:pos x="12" y="7"/>
                    </a:cxn>
                    <a:cxn ang="0">
                      <a:pos x="0" y="0"/>
                    </a:cxn>
                    <a:cxn ang="0">
                      <a:pos x="15" y="6"/>
                    </a:cxn>
                  </a:cxnLst>
                  <a:rect l="0" t="0" r="r" b="b"/>
                  <a:pathLst>
                    <a:path w="15" h="7">
                      <a:moveTo>
                        <a:pt x="15" y="6"/>
                      </a:moveTo>
                      <a:cubicBezTo>
                        <a:pt x="14" y="6"/>
                        <a:pt x="13" y="7"/>
                        <a:pt x="12" y="7"/>
                      </a:cubicBezTo>
                      <a:cubicBezTo>
                        <a:pt x="7" y="7"/>
                        <a:pt x="0" y="5"/>
                        <a:pt x="0" y="0"/>
                      </a:cubicBezTo>
                      <a:cubicBezTo>
                        <a:pt x="7" y="0"/>
                        <a:pt x="11" y="1"/>
                        <a:pt x="15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4" name="Freeform 14">
                  <a:extLst>
                    <a:ext uri="{FF2B5EF4-FFF2-40B4-BE49-F238E27FC236}">
                      <a16:creationId xmlns:a16="http://schemas.microsoft.com/office/drawing/2014/main" id="{62C8F703-3328-B3DE-9BE0-E852DE99D1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4375" y="3013075"/>
                  <a:ext cx="17463" cy="19050"/>
                </a:xfrm>
                <a:custGeom>
                  <a:avLst/>
                  <a:gdLst/>
                  <a:ahLst/>
                  <a:cxnLst>
                    <a:cxn ang="0">
                      <a:pos x="13" y="14"/>
                    </a:cxn>
                    <a:cxn ang="0">
                      <a:pos x="0" y="0"/>
                    </a:cxn>
                    <a:cxn ang="0">
                      <a:pos x="13" y="14"/>
                    </a:cxn>
                  </a:cxnLst>
                  <a:rect l="0" t="0" r="r" b="b"/>
                  <a:pathLst>
                    <a:path w="13" h="14">
                      <a:moveTo>
                        <a:pt x="13" y="14"/>
                      </a:moveTo>
                      <a:cubicBezTo>
                        <a:pt x="9" y="14"/>
                        <a:pt x="1" y="3"/>
                        <a:pt x="0" y="0"/>
                      </a:cubicBezTo>
                      <a:cubicBezTo>
                        <a:pt x="6" y="3"/>
                        <a:pt x="11" y="7"/>
                        <a:pt x="13" y="1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5" name="Freeform 15">
                  <a:extLst>
                    <a:ext uri="{FF2B5EF4-FFF2-40B4-BE49-F238E27FC236}">
                      <a16:creationId xmlns:a16="http://schemas.microsoft.com/office/drawing/2014/main" id="{144A97B3-72A4-AEF2-F621-0D1C3B97B5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7863" y="2998788"/>
                  <a:ext cx="23813" cy="142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7" y="9"/>
                    </a:cxn>
                    <a:cxn ang="0">
                      <a:pos x="14" y="1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7" h="10">
                      <a:moveTo>
                        <a:pt x="2" y="0"/>
                      </a:moveTo>
                      <a:cubicBezTo>
                        <a:pt x="6" y="2"/>
                        <a:pt x="15" y="5"/>
                        <a:pt x="17" y="9"/>
                      </a:cubicBezTo>
                      <a:cubicBezTo>
                        <a:pt x="17" y="9"/>
                        <a:pt x="15" y="10"/>
                        <a:pt x="14" y="10"/>
                      </a:cubicBezTo>
                      <a:cubicBezTo>
                        <a:pt x="10" y="10"/>
                        <a:pt x="0" y="6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6" name="Freeform 16">
                  <a:extLst>
                    <a:ext uri="{FF2B5EF4-FFF2-40B4-BE49-F238E27FC236}">
                      <a16:creationId xmlns:a16="http://schemas.microsoft.com/office/drawing/2014/main" id="{38819747-9AD1-B2CB-87F3-513696636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02463" y="2984500"/>
                  <a:ext cx="14288" cy="79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" y="6"/>
                    </a:cxn>
                    <a:cxn ang="0">
                      <a:pos x="7" y="6"/>
                    </a:cxn>
                    <a:cxn ang="0">
                      <a:pos x="0" y="2"/>
                    </a:cxn>
                    <a:cxn ang="0">
                      <a:pos x="3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" h="6">
                      <a:moveTo>
                        <a:pt x="0" y="0"/>
                      </a:moveTo>
                      <a:cubicBezTo>
                        <a:pt x="5" y="3"/>
                        <a:pt x="8" y="2"/>
                        <a:pt x="11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3" y="2"/>
                        <a:pt x="3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7" name="Freeform 17">
                  <a:extLst>
                    <a:ext uri="{FF2B5EF4-FFF2-40B4-BE49-F238E27FC236}">
                      <a16:creationId xmlns:a16="http://schemas.microsoft.com/office/drawing/2014/main" id="{96CBAD5E-B485-DBAD-A1C6-E3F7D46E90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0850" y="3594100"/>
                  <a:ext cx="63500" cy="65088"/>
                </a:xfrm>
                <a:custGeom>
                  <a:avLst/>
                  <a:gdLst/>
                  <a:ahLst/>
                  <a:cxnLst>
                    <a:cxn ang="0">
                      <a:pos x="24" y="7"/>
                    </a:cxn>
                    <a:cxn ang="0">
                      <a:pos x="43" y="3"/>
                    </a:cxn>
                    <a:cxn ang="0">
                      <a:pos x="48" y="16"/>
                    </a:cxn>
                    <a:cxn ang="0">
                      <a:pos x="27" y="49"/>
                    </a:cxn>
                    <a:cxn ang="0">
                      <a:pos x="0" y="7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48" h="49">
                      <a:moveTo>
                        <a:pt x="24" y="7"/>
                      </a:moveTo>
                      <a:cubicBezTo>
                        <a:pt x="30" y="7"/>
                        <a:pt x="37" y="5"/>
                        <a:pt x="43" y="3"/>
                      </a:cubicBezTo>
                      <a:cubicBezTo>
                        <a:pt x="45" y="8"/>
                        <a:pt x="48" y="11"/>
                        <a:pt x="48" y="16"/>
                      </a:cubicBezTo>
                      <a:cubicBezTo>
                        <a:pt x="48" y="26"/>
                        <a:pt x="36" y="49"/>
                        <a:pt x="27" y="49"/>
                      </a:cubicBezTo>
                      <a:cubicBezTo>
                        <a:pt x="14" y="49"/>
                        <a:pt x="0" y="16"/>
                        <a:pt x="0" y="7"/>
                      </a:cubicBezTo>
                      <a:cubicBezTo>
                        <a:pt x="0" y="0"/>
                        <a:pt x="24" y="7"/>
                        <a:pt x="24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8" name="Freeform 18">
                  <a:extLst>
                    <a:ext uri="{FF2B5EF4-FFF2-40B4-BE49-F238E27FC236}">
                      <a16:creationId xmlns:a16="http://schemas.microsoft.com/office/drawing/2014/main" id="{5C6F3598-476F-3D1D-27D6-F0518F33C0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75388" y="3057525"/>
                  <a:ext cx="676275" cy="509588"/>
                </a:xfrm>
                <a:custGeom>
                  <a:avLst/>
                  <a:gdLst/>
                  <a:ahLst/>
                  <a:cxnLst>
                    <a:cxn ang="0">
                      <a:pos x="508" y="232"/>
                    </a:cxn>
                    <a:cxn ang="0">
                      <a:pos x="501" y="272"/>
                    </a:cxn>
                    <a:cxn ang="0">
                      <a:pos x="478" y="312"/>
                    </a:cxn>
                    <a:cxn ang="0">
                      <a:pos x="465" y="351"/>
                    </a:cxn>
                    <a:cxn ang="0">
                      <a:pos x="398" y="370"/>
                    </a:cxn>
                    <a:cxn ang="0">
                      <a:pos x="335" y="350"/>
                    </a:cxn>
                    <a:cxn ang="0">
                      <a:pos x="329" y="330"/>
                    </a:cxn>
                    <a:cxn ang="0">
                      <a:pos x="314" y="333"/>
                    </a:cxn>
                    <a:cxn ang="0">
                      <a:pos x="313" y="315"/>
                    </a:cxn>
                    <a:cxn ang="0">
                      <a:pos x="301" y="329"/>
                    </a:cxn>
                    <a:cxn ang="0">
                      <a:pos x="310" y="292"/>
                    </a:cxn>
                    <a:cxn ang="0">
                      <a:pos x="278" y="315"/>
                    </a:cxn>
                    <a:cxn ang="0">
                      <a:pos x="214" y="276"/>
                    </a:cxn>
                    <a:cxn ang="0">
                      <a:pos x="131" y="308"/>
                    </a:cxn>
                    <a:cxn ang="0">
                      <a:pos x="93" y="311"/>
                    </a:cxn>
                    <a:cxn ang="0">
                      <a:pos x="22" y="310"/>
                    </a:cxn>
                    <a:cxn ang="0">
                      <a:pos x="23" y="262"/>
                    </a:cxn>
                    <a:cxn ang="0">
                      <a:pos x="2" y="204"/>
                    </a:cxn>
                    <a:cxn ang="0">
                      <a:pos x="9" y="204"/>
                    </a:cxn>
                    <a:cxn ang="0">
                      <a:pos x="3" y="176"/>
                    </a:cxn>
                    <a:cxn ang="0">
                      <a:pos x="8" y="145"/>
                    </a:cxn>
                    <a:cxn ang="0">
                      <a:pos x="32" y="132"/>
                    </a:cxn>
                    <a:cxn ang="0">
                      <a:pos x="114" y="95"/>
                    </a:cxn>
                    <a:cxn ang="0">
                      <a:pos x="119" y="76"/>
                    </a:cxn>
                    <a:cxn ang="0">
                      <a:pos x="131" y="71"/>
                    </a:cxn>
                    <a:cxn ang="0">
                      <a:pos x="150" y="50"/>
                    </a:cxn>
                    <a:cxn ang="0">
                      <a:pos x="187" y="58"/>
                    </a:cxn>
                    <a:cxn ang="0">
                      <a:pos x="203" y="56"/>
                    </a:cxn>
                    <a:cxn ang="0">
                      <a:pos x="211" y="30"/>
                    </a:cxn>
                    <a:cxn ang="0">
                      <a:pos x="244" y="17"/>
                    </a:cxn>
                    <a:cxn ang="0">
                      <a:pos x="276" y="19"/>
                    </a:cxn>
                    <a:cxn ang="0">
                      <a:pos x="297" y="23"/>
                    </a:cxn>
                    <a:cxn ang="0">
                      <a:pos x="281" y="54"/>
                    </a:cxn>
                    <a:cxn ang="0">
                      <a:pos x="295" y="68"/>
                    </a:cxn>
                    <a:cxn ang="0">
                      <a:pos x="341" y="90"/>
                    </a:cxn>
                    <a:cxn ang="0">
                      <a:pos x="359" y="15"/>
                    </a:cxn>
                    <a:cxn ang="0">
                      <a:pos x="381" y="28"/>
                    </a:cxn>
                    <a:cxn ang="0">
                      <a:pos x="400" y="50"/>
                    </a:cxn>
                    <a:cxn ang="0">
                      <a:pos x="419" y="104"/>
                    </a:cxn>
                    <a:cxn ang="0">
                      <a:pos x="457" y="146"/>
                    </a:cxn>
                    <a:cxn ang="0">
                      <a:pos x="497" y="185"/>
                    </a:cxn>
                  </a:cxnLst>
                  <a:rect l="0" t="0" r="r" b="b"/>
                  <a:pathLst>
                    <a:path w="508" h="383">
                      <a:moveTo>
                        <a:pt x="496" y="186"/>
                      </a:moveTo>
                      <a:cubicBezTo>
                        <a:pt x="503" y="195"/>
                        <a:pt x="508" y="219"/>
                        <a:pt x="508" y="232"/>
                      </a:cubicBezTo>
                      <a:cubicBezTo>
                        <a:pt x="508" y="242"/>
                        <a:pt x="505" y="256"/>
                        <a:pt x="501" y="260"/>
                      </a:cubicBezTo>
                      <a:cubicBezTo>
                        <a:pt x="501" y="272"/>
                        <a:pt x="501" y="272"/>
                        <a:pt x="501" y="272"/>
                      </a:cubicBezTo>
                      <a:cubicBezTo>
                        <a:pt x="499" y="276"/>
                        <a:pt x="500" y="277"/>
                        <a:pt x="498" y="281"/>
                      </a:cubicBezTo>
                      <a:cubicBezTo>
                        <a:pt x="490" y="293"/>
                        <a:pt x="482" y="298"/>
                        <a:pt x="478" y="312"/>
                      </a:cubicBezTo>
                      <a:cubicBezTo>
                        <a:pt x="474" y="322"/>
                        <a:pt x="465" y="336"/>
                        <a:pt x="465" y="352"/>
                      </a:cubicBezTo>
                      <a:cubicBezTo>
                        <a:pt x="465" y="351"/>
                        <a:pt x="465" y="351"/>
                        <a:pt x="465" y="351"/>
                      </a:cubicBezTo>
                      <a:cubicBezTo>
                        <a:pt x="460" y="371"/>
                        <a:pt x="424" y="362"/>
                        <a:pt x="420" y="383"/>
                      </a:cubicBezTo>
                      <a:cubicBezTo>
                        <a:pt x="417" y="382"/>
                        <a:pt x="399" y="372"/>
                        <a:pt x="398" y="370"/>
                      </a:cubicBezTo>
                      <a:cubicBezTo>
                        <a:pt x="388" y="371"/>
                        <a:pt x="392" y="379"/>
                        <a:pt x="381" y="379"/>
                      </a:cubicBezTo>
                      <a:cubicBezTo>
                        <a:pt x="363" y="379"/>
                        <a:pt x="335" y="368"/>
                        <a:pt x="335" y="350"/>
                      </a:cubicBezTo>
                      <a:cubicBezTo>
                        <a:pt x="335" y="343"/>
                        <a:pt x="329" y="338"/>
                        <a:pt x="329" y="332"/>
                      </a:cubicBezTo>
                      <a:cubicBezTo>
                        <a:pt x="329" y="332"/>
                        <a:pt x="329" y="330"/>
                        <a:pt x="329" y="330"/>
                      </a:cubicBezTo>
                      <a:cubicBezTo>
                        <a:pt x="325" y="332"/>
                        <a:pt x="323" y="332"/>
                        <a:pt x="320" y="333"/>
                      </a:cubicBezTo>
                      <a:cubicBezTo>
                        <a:pt x="314" y="333"/>
                        <a:pt x="314" y="333"/>
                        <a:pt x="314" y="333"/>
                      </a:cubicBezTo>
                      <a:cubicBezTo>
                        <a:pt x="316" y="330"/>
                        <a:pt x="318" y="328"/>
                        <a:pt x="318" y="323"/>
                      </a:cubicBezTo>
                      <a:cubicBezTo>
                        <a:pt x="318" y="318"/>
                        <a:pt x="315" y="316"/>
                        <a:pt x="313" y="315"/>
                      </a:cubicBezTo>
                      <a:cubicBezTo>
                        <a:pt x="313" y="316"/>
                        <a:pt x="312" y="318"/>
                        <a:pt x="312" y="319"/>
                      </a:cubicBezTo>
                      <a:cubicBezTo>
                        <a:pt x="308" y="321"/>
                        <a:pt x="308" y="329"/>
                        <a:pt x="301" y="329"/>
                      </a:cubicBezTo>
                      <a:cubicBezTo>
                        <a:pt x="299" y="329"/>
                        <a:pt x="297" y="326"/>
                        <a:pt x="297" y="324"/>
                      </a:cubicBezTo>
                      <a:cubicBezTo>
                        <a:pt x="308" y="322"/>
                        <a:pt x="310" y="299"/>
                        <a:pt x="310" y="292"/>
                      </a:cubicBezTo>
                      <a:cubicBezTo>
                        <a:pt x="302" y="300"/>
                        <a:pt x="291" y="323"/>
                        <a:pt x="281" y="323"/>
                      </a:cubicBezTo>
                      <a:cubicBezTo>
                        <a:pt x="276" y="323"/>
                        <a:pt x="278" y="315"/>
                        <a:pt x="278" y="315"/>
                      </a:cubicBezTo>
                      <a:cubicBezTo>
                        <a:pt x="275" y="315"/>
                        <a:pt x="265" y="294"/>
                        <a:pt x="262" y="289"/>
                      </a:cubicBezTo>
                      <a:cubicBezTo>
                        <a:pt x="254" y="280"/>
                        <a:pt x="228" y="276"/>
                        <a:pt x="214" y="276"/>
                      </a:cubicBezTo>
                      <a:cubicBezTo>
                        <a:pt x="198" y="276"/>
                        <a:pt x="195" y="283"/>
                        <a:pt x="185" y="286"/>
                      </a:cubicBezTo>
                      <a:cubicBezTo>
                        <a:pt x="163" y="293"/>
                        <a:pt x="135" y="285"/>
                        <a:pt x="131" y="308"/>
                      </a:cubicBezTo>
                      <a:cubicBezTo>
                        <a:pt x="122" y="309"/>
                        <a:pt x="115" y="311"/>
                        <a:pt x="105" y="311"/>
                      </a:cubicBezTo>
                      <a:cubicBezTo>
                        <a:pt x="98" y="307"/>
                        <a:pt x="98" y="311"/>
                        <a:pt x="93" y="311"/>
                      </a:cubicBezTo>
                      <a:cubicBezTo>
                        <a:pt x="77" y="311"/>
                        <a:pt x="71" y="326"/>
                        <a:pt x="51" y="326"/>
                      </a:cubicBezTo>
                      <a:cubicBezTo>
                        <a:pt x="43" y="326"/>
                        <a:pt x="22" y="316"/>
                        <a:pt x="22" y="310"/>
                      </a:cubicBezTo>
                      <a:cubicBezTo>
                        <a:pt x="22" y="303"/>
                        <a:pt x="32" y="300"/>
                        <a:pt x="32" y="290"/>
                      </a:cubicBezTo>
                      <a:cubicBezTo>
                        <a:pt x="32" y="277"/>
                        <a:pt x="26" y="270"/>
                        <a:pt x="23" y="262"/>
                      </a:cubicBezTo>
                      <a:cubicBezTo>
                        <a:pt x="18" y="243"/>
                        <a:pt x="17" y="237"/>
                        <a:pt x="11" y="220"/>
                      </a:cubicBezTo>
                      <a:cubicBezTo>
                        <a:pt x="9" y="213"/>
                        <a:pt x="0" y="211"/>
                        <a:pt x="2" y="204"/>
                      </a:cubicBezTo>
                      <a:cubicBezTo>
                        <a:pt x="3" y="202"/>
                        <a:pt x="3" y="201"/>
                        <a:pt x="5" y="198"/>
                      </a:cubicBezTo>
                      <a:cubicBezTo>
                        <a:pt x="6" y="201"/>
                        <a:pt x="7" y="203"/>
                        <a:pt x="9" y="204"/>
                      </a:cubicBezTo>
                      <a:cubicBezTo>
                        <a:pt x="10" y="202"/>
                        <a:pt x="9" y="201"/>
                        <a:pt x="9" y="198"/>
                      </a:cubicBezTo>
                      <a:cubicBezTo>
                        <a:pt x="9" y="192"/>
                        <a:pt x="3" y="187"/>
                        <a:pt x="3" y="176"/>
                      </a:cubicBezTo>
                      <a:cubicBezTo>
                        <a:pt x="3" y="162"/>
                        <a:pt x="3" y="161"/>
                        <a:pt x="3" y="150"/>
                      </a:cubicBezTo>
                      <a:cubicBezTo>
                        <a:pt x="3" y="146"/>
                        <a:pt x="7" y="146"/>
                        <a:pt x="8" y="145"/>
                      </a:cubicBezTo>
                      <a:cubicBezTo>
                        <a:pt x="9" y="146"/>
                        <a:pt x="9" y="148"/>
                        <a:pt x="9" y="149"/>
                      </a:cubicBezTo>
                      <a:cubicBezTo>
                        <a:pt x="17" y="148"/>
                        <a:pt x="27" y="137"/>
                        <a:pt x="32" y="132"/>
                      </a:cubicBezTo>
                      <a:cubicBezTo>
                        <a:pt x="37" y="127"/>
                        <a:pt x="53" y="126"/>
                        <a:pt x="62" y="125"/>
                      </a:cubicBezTo>
                      <a:cubicBezTo>
                        <a:pt x="78" y="122"/>
                        <a:pt x="114" y="110"/>
                        <a:pt x="114" y="95"/>
                      </a:cubicBezTo>
                      <a:cubicBezTo>
                        <a:pt x="114" y="92"/>
                        <a:pt x="114" y="90"/>
                        <a:pt x="114" y="87"/>
                      </a:cubicBezTo>
                      <a:cubicBezTo>
                        <a:pt x="114" y="83"/>
                        <a:pt x="115" y="79"/>
                        <a:pt x="119" y="76"/>
                      </a:cubicBezTo>
                      <a:cubicBezTo>
                        <a:pt x="122" y="80"/>
                        <a:pt x="124" y="82"/>
                        <a:pt x="126" y="85"/>
                      </a:cubicBezTo>
                      <a:cubicBezTo>
                        <a:pt x="131" y="82"/>
                        <a:pt x="129" y="75"/>
                        <a:pt x="131" y="71"/>
                      </a:cubicBezTo>
                      <a:cubicBezTo>
                        <a:pt x="134" y="72"/>
                        <a:pt x="137" y="74"/>
                        <a:pt x="140" y="74"/>
                      </a:cubicBezTo>
                      <a:cubicBezTo>
                        <a:pt x="140" y="62"/>
                        <a:pt x="149" y="60"/>
                        <a:pt x="150" y="50"/>
                      </a:cubicBezTo>
                      <a:cubicBezTo>
                        <a:pt x="162" y="50"/>
                        <a:pt x="164" y="41"/>
                        <a:pt x="173" y="41"/>
                      </a:cubicBezTo>
                      <a:cubicBezTo>
                        <a:pt x="181" y="41"/>
                        <a:pt x="186" y="50"/>
                        <a:pt x="187" y="58"/>
                      </a:cubicBezTo>
                      <a:cubicBezTo>
                        <a:pt x="189" y="55"/>
                        <a:pt x="192" y="53"/>
                        <a:pt x="196" y="53"/>
                      </a:cubicBezTo>
                      <a:cubicBezTo>
                        <a:pt x="198" y="53"/>
                        <a:pt x="202" y="56"/>
                        <a:pt x="203" y="56"/>
                      </a:cubicBezTo>
                      <a:cubicBezTo>
                        <a:pt x="205" y="52"/>
                        <a:pt x="204" y="49"/>
                        <a:pt x="204" y="45"/>
                      </a:cubicBezTo>
                      <a:cubicBezTo>
                        <a:pt x="204" y="39"/>
                        <a:pt x="211" y="36"/>
                        <a:pt x="211" y="30"/>
                      </a:cubicBezTo>
                      <a:cubicBezTo>
                        <a:pt x="211" y="24"/>
                        <a:pt x="228" y="20"/>
                        <a:pt x="236" y="20"/>
                      </a:cubicBezTo>
                      <a:cubicBezTo>
                        <a:pt x="239" y="20"/>
                        <a:pt x="243" y="17"/>
                        <a:pt x="244" y="17"/>
                      </a:cubicBezTo>
                      <a:cubicBezTo>
                        <a:pt x="241" y="13"/>
                        <a:pt x="237" y="11"/>
                        <a:pt x="236" y="7"/>
                      </a:cubicBezTo>
                      <a:cubicBezTo>
                        <a:pt x="251" y="13"/>
                        <a:pt x="260" y="19"/>
                        <a:pt x="276" y="19"/>
                      </a:cubicBezTo>
                      <a:cubicBezTo>
                        <a:pt x="281" y="19"/>
                        <a:pt x="283" y="15"/>
                        <a:pt x="288" y="15"/>
                      </a:cubicBezTo>
                      <a:cubicBezTo>
                        <a:pt x="291" y="15"/>
                        <a:pt x="297" y="20"/>
                        <a:pt x="297" y="23"/>
                      </a:cubicBezTo>
                      <a:cubicBezTo>
                        <a:pt x="297" y="29"/>
                        <a:pt x="290" y="30"/>
                        <a:pt x="287" y="32"/>
                      </a:cubicBezTo>
                      <a:cubicBezTo>
                        <a:pt x="281" y="54"/>
                        <a:pt x="281" y="54"/>
                        <a:pt x="281" y="54"/>
                      </a:cubicBezTo>
                      <a:cubicBezTo>
                        <a:pt x="281" y="58"/>
                        <a:pt x="288" y="57"/>
                        <a:pt x="290" y="59"/>
                      </a:cubicBezTo>
                      <a:cubicBezTo>
                        <a:pt x="293" y="60"/>
                        <a:pt x="293" y="67"/>
                        <a:pt x="295" y="68"/>
                      </a:cubicBezTo>
                      <a:cubicBezTo>
                        <a:pt x="306" y="72"/>
                        <a:pt x="313" y="74"/>
                        <a:pt x="324" y="79"/>
                      </a:cubicBezTo>
                      <a:cubicBezTo>
                        <a:pt x="330" y="81"/>
                        <a:pt x="333" y="90"/>
                        <a:pt x="341" y="90"/>
                      </a:cubicBezTo>
                      <a:cubicBezTo>
                        <a:pt x="355" y="90"/>
                        <a:pt x="357" y="64"/>
                        <a:pt x="359" y="54"/>
                      </a:cubicBezTo>
                      <a:cubicBezTo>
                        <a:pt x="359" y="15"/>
                        <a:pt x="359" y="15"/>
                        <a:pt x="359" y="15"/>
                      </a:cubicBezTo>
                      <a:cubicBezTo>
                        <a:pt x="366" y="9"/>
                        <a:pt x="364" y="4"/>
                        <a:pt x="372" y="0"/>
                      </a:cubicBezTo>
                      <a:cubicBezTo>
                        <a:pt x="373" y="11"/>
                        <a:pt x="379" y="19"/>
                        <a:pt x="381" y="28"/>
                      </a:cubicBezTo>
                      <a:cubicBezTo>
                        <a:pt x="383" y="34"/>
                        <a:pt x="381" y="42"/>
                        <a:pt x="386" y="45"/>
                      </a:cubicBezTo>
                      <a:cubicBezTo>
                        <a:pt x="390" y="47"/>
                        <a:pt x="399" y="49"/>
                        <a:pt x="400" y="50"/>
                      </a:cubicBezTo>
                      <a:cubicBezTo>
                        <a:pt x="406" y="54"/>
                        <a:pt x="406" y="68"/>
                        <a:pt x="408" y="75"/>
                      </a:cubicBezTo>
                      <a:cubicBezTo>
                        <a:pt x="412" y="87"/>
                        <a:pt x="415" y="93"/>
                        <a:pt x="419" y="104"/>
                      </a:cubicBezTo>
                      <a:cubicBezTo>
                        <a:pt x="422" y="114"/>
                        <a:pt x="441" y="118"/>
                        <a:pt x="449" y="126"/>
                      </a:cubicBezTo>
                      <a:cubicBezTo>
                        <a:pt x="454" y="131"/>
                        <a:pt x="455" y="139"/>
                        <a:pt x="457" y="146"/>
                      </a:cubicBezTo>
                      <a:cubicBezTo>
                        <a:pt x="459" y="151"/>
                        <a:pt x="466" y="151"/>
                        <a:pt x="471" y="151"/>
                      </a:cubicBezTo>
                      <a:cubicBezTo>
                        <a:pt x="471" y="169"/>
                        <a:pt x="488" y="176"/>
                        <a:pt x="497" y="185"/>
                      </a:cubicBezTo>
                      <a:lnTo>
                        <a:pt x="496" y="18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9" name="Freeform 19">
                  <a:extLst>
                    <a:ext uri="{FF2B5EF4-FFF2-40B4-BE49-F238E27FC236}">
                      <a16:creationId xmlns:a16="http://schemas.microsoft.com/office/drawing/2014/main" id="{44573FBE-D581-94D2-7D1A-042BD5F2E8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3738" y="3598863"/>
                  <a:ext cx="127000" cy="125413"/>
                </a:xfrm>
                <a:custGeom>
                  <a:avLst/>
                  <a:gdLst/>
                  <a:ahLst/>
                  <a:cxnLst>
                    <a:cxn ang="0">
                      <a:pos x="58" y="26"/>
                    </a:cxn>
                    <a:cxn ang="0">
                      <a:pos x="59" y="22"/>
                    </a:cxn>
                    <a:cxn ang="0">
                      <a:pos x="67" y="17"/>
                    </a:cxn>
                    <a:cxn ang="0">
                      <a:pos x="67" y="14"/>
                    </a:cxn>
                    <a:cxn ang="0">
                      <a:pos x="78" y="0"/>
                    </a:cxn>
                    <a:cxn ang="0">
                      <a:pos x="81" y="4"/>
                    </a:cxn>
                    <a:cxn ang="0">
                      <a:pos x="83" y="10"/>
                    </a:cxn>
                    <a:cxn ang="0">
                      <a:pos x="90" y="6"/>
                    </a:cxn>
                    <a:cxn ang="0">
                      <a:pos x="94" y="8"/>
                    </a:cxn>
                    <a:cxn ang="0">
                      <a:pos x="96" y="15"/>
                    </a:cxn>
                    <a:cxn ang="0">
                      <a:pos x="79" y="37"/>
                    </a:cxn>
                    <a:cxn ang="0">
                      <a:pos x="79" y="50"/>
                    </a:cxn>
                    <a:cxn ang="0">
                      <a:pos x="63" y="53"/>
                    </a:cxn>
                    <a:cxn ang="0">
                      <a:pos x="49" y="84"/>
                    </a:cxn>
                    <a:cxn ang="0">
                      <a:pos x="32" y="94"/>
                    </a:cxn>
                    <a:cxn ang="0">
                      <a:pos x="23" y="92"/>
                    </a:cxn>
                    <a:cxn ang="0">
                      <a:pos x="3" y="83"/>
                    </a:cxn>
                    <a:cxn ang="0">
                      <a:pos x="0" y="81"/>
                    </a:cxn>
                    <a:cxn ang="0">
                      <a:pos x="18" y="57"/>
                    </a:cxn>
                    <a:cxn ang="0">
                      <a:pos x="25" y="51"/>
                    </a:cxn>
                    <a:cxn ang="0">
                      <a:pos x="50" y="37"/>
                    </a:cxn>
                    <a:cxn ang="0">
                      <a:pos x="58" y="26"/>
                    </a:cxn>
                  </a:cxnLst>
                  <a:rect l="0" t="0" r="r" b="b"/>
                  <a:pathLst>
                    <a:path w="96" h="94">
                      <a:moveTo>
                        <a:pt x="58" y="26"/>
                      </a:moveTo>
                      <a:cubicBezTo>
                        <a:pt x="58" y="26"/>
                        <a:pt x="58" y="23"/>
                        <a:pt x="59" y="22"/>
                      </a:cubicBezTo>
                      <a:cubicBezTo>
                        <a:pt x="60" y="18"/>
                        <a:pt x="63" y="17"/>
                        <a:pt x="67" y="17"/>
                      </a:cubicBezTo>
                      <a:cubicBezTo>
                        <a:pt x="67" y="16"/>
                        <a:pt x="67" y="15"/>
                        <a:pt x="67" y="14"/>
                      </a:cubicBezTo>
                      <a:cubicBezTo>
                        <a:pt x="67" y="8"/>
                        <a:pt x="74" y="2"/>
                        <a:pt x="78" y="0"/>
                      </a:cubicBezTo>
                      <a:cubicBezTo>
                        <a:pt x="78" y="3"/>
                        <a:pt x="79" y="4"/>
                        <a:pt x="81" y="4"/>
                      </a:cubicBezTo>
                      <a:cubicBezTo>
                        <a:pt x="81" y="7"/>
                        <a:pt x="80" y="10"/>
                        <a:pt x="83" y="10"/>
                      </a:cubicBezTo>
                      <a:cubicBezTo>
                        <a:pt x="86" y="10"/>
                        <a:pt x="88" y="7"/>
                        <a:pt x="90" y="6"/>
                      </a:cubicBezTo>
                      <a:cubicBezTo>
                        <a:pt x="91" y="8"/>
                        <a:pt x="92" y="8"/>
                        <a:pt x="94" y="8"/>
                      </a:cubicBezTo>
                      <a:cubicBezTo>
                        <a:pt x="94" y="12"/>
                        <a:pt x="94" y="14"/>
                        <a:pt x="96" y="15"/>
                      </a:cubicBezTo>
                      <a:cubicBezTo>
                        <a:pt x="95" y="21"/>
                        <a:pt x="86" y="37"/>
                        <a:pt x="79" y="37"/>
                      </a:cubicBezTo>
                      <a:cubicBezTo>
                        <a:pt x="78" y="43"/>
                        <a:pt x="80" y="45"/>
                        <a:pt x="79" y="50"/>
                      </a:cubicBezTo>
                      <a:cubicBezTo>
                        <a:pt x="77" y="50"/>
                        <a:pt x="66" y="53"/>
                        <a:pt x="63" y="53"/>
                      </a:cubicBezTo>
                      <a:cubicBezTo>
                        <a:pt x="61" y="58"/>
                        <a:pt x="49" y="84"/>
                        <a:pt x="49" y="84"/>
                      </a:cubicBezTo>
                      <a:cubicBezTo>
                        <a:pt x="45" y="88"/>
                        <a:pt x="37" y="94"/>
                        <a:pt x="32" y="94"/>
                      </a:cubicBezTo>
                      <a:cubicBezTo>
                        <a:pt x="30" y="94"/>
                        <a:pt x="25" y="92"/>
                        <a:pt x="23" y="92"/>
                      </a:cubicBezTo>
                      <a:cubicBezTo>
                        <a:pt x="20" y="92"/>
                        <a:pt x="3" y="85"/>
                        <a:pt x="3" y="83"/>
                      </a:cubicBezTo>
                      <a:cubicBezTo>
                        <a:pt x="2" y="83"/>
                        <a:pt x="0" y="82"/>
                        <a:pt x="0" y="81"/>
                      </a:cubicBezTo>
                      <a:cubicBezTo>
                        <a:pt x="0" y="70"/>
                        <a:pt x="14" y="64"/>
                        <a:pt x="18" y="57"/>
                      </a:cubicBezTo>
                      <a:cubicBezTo>
                        <a:pt x="20" y="54"/>
                        <a:pt x="22" y="51"/>
                        <a:pt x="25" y="51"/>
                      </a:cubicBezTo>
                      <a:cubicBezTo>
                        <a:pt x="36" y="51"/>
                        <a:pt x="42" y="40"/>
                        <a:pt x="50" y="37"/>
                      </a:cubicBezTo>
                      <a:cubicBezTo>
                        <a:pt x="52" y="36"/>
                        <a:pt x="58" y="26"/>
                        <a:pt x="58" y="2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0" name="Freeform 20">
                  <a:extLst>
                    <a:ext uri="{FF2B5EF4-FFF2-40B4-BE49-F238E27FC236}">
                      <a16:creationId xmlns:a16="http://schemas.microsoft.com/office/drawing/2014/main" id="{0B38244D-3B00-D3ED-2FA3-1067EBE379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8513" y="3476625"/>
                  <a:ext cx="93663" cy="139700"/>
                </a:xfrm>
                <a:custGeom>
                  <a:avLst/>
                  <a:gdLst/>
                  <a:ahLst/>
                  <a:cxnLst>
                    <a:cxn ang="0">
                      <a:pos x="22" y="40"/>
                    </a:cxn>
                    <a:cxn ang="0">
                      <a:pos x="17" y="31"/>
                    </a:cxn>
                    <a:cxn ang="0">
                      <a:pos x="19" y="27"/>
                    </a:cxn>
                    <a:cxn ang="0">
                      <a:pos x="0" y="0"/>
                    </a:cxn>
                    <a:cxn ang="0">
                      <a:pos x="16" y="12"/>
                    </a:cxn>
                    <a:cxn ang="0">
                      <a:pos x="22" y="19"/>
                    </a:cxn>
                    <a:cxn ang="0">
                      <a:pos x="20" y="22"/>
                    </a:cxn>
                    <a:cxn ang="0">
                      <a:pos x="27" y="37"/>
                    </a:cxn>
                    <a:cxn ang="0">
                      <a:pos x="30" y="37"/>
                    </a:cxn>
                    <a:cxn ang="0">
                      <a:pos x="34" y="32"/>
                    </a:cxn>
                    <a:cxn ang="0">
                      <a:pos x="37" y="32"/>
                    </a:cxn>
                    <a:cxn ang="0">
                      <a:pos x="53" y="50"/>
                    </a:cxn>
                    <a:cxn ang="0">
                      <a:pos x="68" y="46"/>
                    </a:cxn>
                    <a:cxn ang="0">
                      <a:pos x="71" y="48"/>
                    </a:cxn>
                    <a:cxn ang="0">
                      <a:pos x="63" y="71"/>
                    </a:cxn>
                    <a:cxn ang="0">
                      <a:pos x="61" y="68"/>
                    </a:cxn>
                    <a:cxn ang="0">
                      <a:pos x="60" y="70"/>
                    </a:cxn>
                    <a:cxn ang="0">
                      <a:pos x="51" y="75"/>
                    </a:cxn>
                    <a:cxn ang="0">
                      <a:pos x="52" y="80"/>
                    </a:cxn>
                    <a:cxn ang="0">
                      <a:pos x="46" y="89"/>
                    </a:cxn>
                    <a:cxn ang="0">
                      <a:pos x="30" y="104"/>
                    </a:cxn>
                    <a:cxn ang="0">
                      <a:pos x="23" y="98"/>
                    </a:cxn>
                    <a:cxn ang="0">
                      <a:pos x="29" y="86"/>
                    </a:cxn>
                    <a:cxn ang="0">
                      <a:pos x="12" y="72"/>
                    </a:cxn>
                    <a:cxn ang="0">
                      <a:pos x="19" y="65"/>
                    </a:cxn>
                    <a:cxn ang="0">
                      <a:pos x="24" y="48"/>
                    </a:cxn>
                    <a:cxn ang="0">
                      <a:pos x="22" y="38"/>
                    </a:cxn>
                    <a:cxn ang="0">
                      <a:pos x="22" y="38"/>
                    </a:cxn>
                    <a:cxn ang="0">
                      <a:pos x="22" y="40"/>
                    </a:cxn>
                  </a:cxnLst>
                  <a:rect l="0" t="0" r="r" b="b"/>
                  <a:pathLst>
                    <a:path w="71" h="104">
                      <a:moveTo>
                        <a:pt x="22" y="40"/>
                      </a:moveTo>
                      <a:cubicBezTo>
                        <a:pt x="21" y="36"/>
                        <a:pt x="17" y="35"/>
                        <a:pt x="17" y="31"/>
                      </a:cubicBezTo>
                      <a:cubicBezTo>
                        <a:pt x="17" y="30"/>
                        <a:pt x="18" y="28"/>
                        <a:pt x="19" y="27"/>
                      </a:cubicBezTo>
                      <a:cubicBezTo>
                        <a:pt x="8" y="25"/>
                        <a:pt x="2" y="11"/>
                        <a:pt x="0" y="0"/>
                      </a:cubicBezTo>
                      <a:cubicBezTo>
                        <a:pt x="4" y="7"/>
                        <a:pt x="12" y="8"/>
                        <a:pt x="16" y="12"/>
                      </a:cubicBezTo>
                      <a:cubicBezTo>
                        <a:pt x="19" y="15"/>
                        <a:pt x="19" y="18"/>
                        <a:pt x="22" y="19"/>
                      </a:cubicBezTo>
                      <a:cubicBezTo>
                        <a:pt x="21" y="21"/>
                        <a:pt x="20" y="21"/>
                        <a:pt x="20" y="22"/>
                      </a:cubicBezTo>
                      <a:cubicBezTo>
                        <a:pt x="20" y="25"/>
                        <a:pt x="25" y="34"/>
                        <a:pt x="27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30" y="34"/>
                        <a:pt x="32" y="32"/>
                        <a:pt x="34" y="32"/>
                      </a:cubicBezTo>
                      <a:cubicBezTo>
                        <a:pt x="35" y="32"/>
                        <a:pt x="36" y="32"/>
                        <a:pt x="37" y="32"/>
                      </a:cubicBezTo>
                      <a:cubicBezTo>
                        <a:pt x="37" y="44"/>
                        <a:pt x="42" y="50"/>
                        <a:pt x="53" y="50"/>
                      </a:cubicBezTo>
                      <a:cubicBezTo>
                        <a:pt x="61" y="50"/>
                        <a:pt x="61" y="46"/>
                        <a:pt x="68" y="46"/>
                      </a:cubicBezTo>
                      <a:cubicBezTo>
                        <a:pt x="69" y="46"/>
                        <a:pt x="71" y="47"/>
                        <a:pt x="71" y="48"/>
                      </a:cubicBezTo>
                      <a:cubicBezTo>
                        <a:pt x="65" y="55"/>
                        <a:pt x="67" y="64"/>
                        <a:pt x="63" y="71"/>
                      </a:cubicBezTo>
                      <a:cubicBezTo>
                        <a:pt x="61" y="68"/>
                        <a:pt x="61" y="68"/>
                        <a:pt x="61" y="68"/>
                      </a:cubicBezTo>
                      <a:cubicBezTo>
                        <a:pt x="60" y="68"/>
                        <a:pt x="60" y="70"/>
                        <a:pt x="60" y="70"/>
                      </a:cubicBezTo>
                      <a:cubicBezTo>
                        <a:pt x="55" y="71"/>
                        <a:pt x="51" y="72"/>
                        <a:pt x="51" y="75"/>
                      </a:cubicBezTo>
                      <a:cubicBezTo>
                        <a:pt x="51" y="77"/>
                        <a:pt x="52" y="78"/>
                        <a:pt x="52" y="80"/>
                      </a:cubicBezTo>
                      <a:cubicBezTo>
                        <a:pt x="52" y="83"/>
                        <a:pt x="47" y="87"/>
                        <a:pt x="46" y="89"/>
                      </a:cubicBezTo>
                      <a:cubicBezTo>
                        <a:pt x="42" y="95"/>
                        <a:pt x="39" y="104"/>
                        <a:pt x="30" y="104"/>
                      </a:cubicBezTo>
                      <a:cubicBezTo>
                        <a:pt x="26" y="104"/>
                        <a:pt x="23" y="102"/>
                        <a:pt x="23" y="98"/>
                      </a:cubicBezTo>
                      <a:cubicBezTo>
                        <a:pt x="23" y="93"/>
                        <a:pt x="29" y="91"/>
                        <a:pt x="29" y="86"/>
                      </a:cubicBezTo>
                      <a:cubicBezTo>
                        <a:pt x="29" y="77"/>
                        <a:pt x="12" y="80"/>
                        <a:pt x="12" y="72"/>
                      </a:cubicBezTo>
                      <a:cubicBezTo>
                        <a:pt x="12" y="68"/>
                        <a:pt x="16" y="67"/>
                        <a:pt x="19" y="65"/>
                      </a:cubicBezTo>
                      <a:cubicBezTo>
                        <a:pt x="23" y="61"/>
                        <a:pt x="24" y="55"/>
                        <a:pt x="24" y="48"/>
                      </a:cubicBezTo>
                      <a:cubicBezTo>
                        <a:pt x="24" y="44"/>
                        <a:pt x="22" y="40"/>
                        <a:pt x="22" y="38"/>
                      </a:cubicBezTo>
                      <a:cubicBezTo>
                        <a:pt x="22" y="38"/>
                        <a:pt x="22" y="38"/>
                        <a:pt x="22" y="38"/>
                      </a:cubicBezTo>
                      <a:lnTo>
                        <a:pt x="22" y="4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1" name="Freeform 116">
                  <a:extLst>
                    <a:ext uri="{FF2B5EF4-FFF2-40B4-BE49-F238E27FC236}">
                      <a16:creationId xmlns:a16="http://schemas.microsoft.com/office/drawing/2014/main" id="{BC041302-9F75-4497-D3AE-A1A6A176E5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56413" y="3582988"/>
                  <a:ext cx="6350" cy="9525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4" y="7"/>
                    </a:cxn>
                    <a:cxn ang="0">
                      <a:pos x="0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7">
                      <a:moveTo>
                        <a:pt x="5" y="0"/>
                      </a:moveTo>
                      <a:cubicBezTo>
                        <a:pt x="5" y="4"/>
                        <a:pt x="4" y="5"/>
                        <a:pt x="4" y="7"/>
                      </a:cubicBezTo>
                      <a:cubicBezTo>
                        <a:pt x="0" y="6"/>
                        <a:pt x="0" y="3"/>
                        <a:pt x="0" y="0"/>
                      </a:cubicBezTo>
                      <a:cubicBezTo>
                        <a:pt x="2" y="0"/>
                        <a:pt x="4" y="0"/>
                        <a:pt x="5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2" name="Freeform 117">
                  <a:extLst>
                    <a:ext uri="{FF2B5EF4-FFF2-40B4-BE49-F238E27FC236}">
                      <a16:creationId xmlns:a16="http://schemas.microsoft.com/office/drawing/2014/main" id="{772DA282-2311-C06F-814C-7754943B02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4325" y="3500438"/>
                  <a:ext cx="22225" cy="11113"/>
                </a:xfrm>
                <a:custGeom>
                  <a:avLst/>
                  <a:gdLst/>
                  <a:ahLst/>
                  <a:cxnLst>
                    <a:cxn ang="0">
                      <a:pos x="16" y="4"/>
                    </a:cxn>
                    <a:cxn ang="0">
                      <a:pos x="0" y="4"/>
                    </a:cxn>
                    <a:cxn ang="0">
                      <a:pos x="16" y="4"/>
                    </a:cxn>
                  </a:cxnLst>
                  <a:rect l="0" t="0" r="r" b="b"/>
                  <a:pathLst>
                    <a:path w="16" h="8">
                      <a:moveTo>
                        <a:pt x="16" y="4"/>
                      </a:moveTo>
                      <a:cubicBezTo>
                        <a:pt x="11" y="7"/>
                        <a:pt x="4" y="8"/>
                        <a:pt x="0" y="4"/>
                      </a:cubicBezTo>
                      <a:cubicBezTo>
                        <a:pt x="9" y="0"/>
                        <a:pt x="10" y="0"/>
                        <a:pt x="16" y="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3" name="Freeform 118">
                  <a:extLst>
                    <a:ext uri="{FF2B5EF4-FFF2-40B4-BE49-F238E27FC236}">
                      <a16:creationId xmlns:a16="http://schemas.microsoft.com/office/drawing/2014/main" id="{4D1BED11-6547-5117-5C31-D2247C418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56375" y="3065463"/>
                  <a:ext cx="22225" cy="9525"/>
                </a:xfrm>
                <a:custGeom>
                  <a:avLst/>
                  <a:gdLst/>
                  <a:ahLst/>
                  <a:cxnLst>
                    <a:cxn ang="0">
                      <a:pos x="17" y="1"/>
                    </a:cxn>
                    <a:cxn ang="0">
                      <a:pos x="17" y="7"/>
                    </a:cxn>
                    <a:cxn ang="0">
                      <a:pos x="13" y="7"/>
                    </a:cxn>
                    <a:cxn ang="0">
                      <a:pos x="0" y="3"/>
                    </a:cxn>
                    <a:cxn ang="0">
                      <a:pos x="17" y="1"/>
                    </a:cxn>
                  </a:cxnLst>
                  <a:rect l="0" t="0" r="r" b="b"/>
                  <a:pathLst>
                    <a:path w="17" h="7">
                      <a:moveTo>
                        <a:pt x="17" y="1"/>
                      </a:move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16" y="7"/>
                        <a:pt x="14" y="7"/>
                        <a:pt x="13" y="7"/>
                      </a:cubicBezTo>
                      <a:cubicBezTo>
                        <a:pt x="8" y="7"/>
                        <a:pt x="2" y="5"/>
                        <a:pt x="0" y="3"/>
                      </a:cubicBezTo>
                      <a:cubicBezTo>
                        <a:pt x="8" y="1"/>
                        <a:pt x="11" y="0"/>
                        <a:pt x="17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</p:grpSp>
        <p:grpSp>
          <p:nvGrpSpPr>
            <p:cNvPr id="231" name="Group 383">
              <a:extLst>
                <a:ext uri="{FF2B5EF4-FFF2-40B4-BE49-F238E27FC236}">
                  <a16:creationId xmlns:a16="http://schemas.microsoft.com/office/drawing/2014/main" id="{039494F3-7813-C7E1-729B-BEC177048A29}"/>
                </a:ext>
              </a:extLst>
            </p:cNvPr>
            <p:cNvGrpSpPr/>
            <p:nvPr/>
          </p:nvGrpSpPr>
          <p:grpSpPr>
            <a:xfrm>
              <a:off x="4729992" y="983323"/>
              <a:ext cx="3220893" cy="2276530"/>
              <a:chOff x="4713288" y="1038225"/>
              <a:chExt cx="2847975" cy="2012950"/>
            </a:xfrm>
            <a:grpFill/>
          </p:grpSpPr>
          <p:sp>
            <p:nvSpPr>
              <p:cNvPr id="269" name="Freeform 101">
                <a:extLst>
                  <a:ext uri="{FF2B5EF4-FFF2-40B4-BE49-F238E27FC236}">
                    <a16:creationId xmlns:a16="http://schemas.microsoft.com/office/drawing/2014/main" id="{33E5C284-C559-19DE-78A6-4C1D3965B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8063" y="2127250"/>
                <a:ext cx="622300" cy="538163"/>
              </a:xfrm>
              <a:custGeom>
                <a:avLst/>
                <a:gdLst/>
                <a:ahLst/>
                <a:cxnLst>
                  <a:cxn ang="0">
                    <a:pos x="102" y="154"/>
                  </a:cxn>
                  <a:cxn ang="0">
                    <a:pos x="113" y="126"/>
                  </a:cxn>
                  <a:cxn ang="0">
                    <a:pos x="122" y="86"/>
                  </a:cxn>
                  <a:cxn ang="0">
                    <a:pos x="125" y="77"/>
                  </a:cxn>
                  <a:cxn ang="0">
                    <a:pos x="108" y="77"/>
                  </a:cxn>
                  <a:cxn ang="0">
                    <a:pos x="64" y="77"/>
                  </a:cxn>
                  <a:cxn ang="0">
                    <a:pos x="27" y="79"/>
                  </a:cxn>
                  <a:cxn ang="0">
                    <a:pos x="26" y="77"/>
                  </a:cxn>
                  <a:cxn ang="0">
                    <a:pos x="0" y="55"/>
                  </a:cxn>
                  <a:cxn ang="0">
                    <a:pos x="9" y="37"/>
                  </a:cxn>
                  <a:cxn ang="0">
                    <a:pos x="41" y="20"/>
                  </a:cxn>
                  <a:cxn ang="0">
                    <a:pos x="48" y="13"/>
                  </a:cxn>
                  <a:cxn ang="0">
                    <a:pos x="80" y="4"/>
                  </a:cxn>
                  <a:cxn ang="0">
                    <a:pos x="127" y="7"/>
                  </a:cxn>
                  <a:cxn ang="0">
                    <a:pos x="174" y="15"/>
                  </a:cxn>
                  <a:cxn ang="0">
                    <a:pos x="223" y="21"/>
                  </a:cxn>
                  <a:cxn ang="0">
                    <a:pos x="256" y="44"/>
                  </a:cxn>
                  <a:cxn ang="0">
                    <a:pos x="278" y="33"/>
                  </a:cxn>
                  <a:cxn ang="0">
                    <a:pos x="281" y="43"/>
                  </a:cxn>
                  <a:cxn ang="0">
                    <a:pos x="289" y="65"/>
                  </a:cxn>
                  <a:cxn ang="0">
                    <a:pos x="309" y="76"/>
                  </a:cxn>
                  <a:cxn ang="0">
                    <a:pos x="350" y="76"/>
                  </a:cxn>
                  <a:cxn ang="0">
                    <a:pos x="359" y="63"/>
                  </a:cxn>
                  <a:cxn ang="0">
                    <a:pos x="387" y="51"/>
                  </a:cxn>
                  <a:cxn ang="0">
                    <a:pos x="439" y="74"/>
                  </a:cxn>
                  <a:cxn ang="0">
                    <a:pos x="445" y="96"/>
                  </a:cxn>
                  <a:cxn ang="0">
                    <a:pos x="435" y="119"/>
                  </a:cxn>
                  <a:cxn ang="0">
                    <a:pos x="436" y="138"/>
                  </a:cxn>
                  <a:cxn ang="0">
                    <a:pos x="449" y="156"/>
                  </a:cxn>
                  <a:cxn ang="0">
                    <a:pos x="445" y="179"/>
                  </a:cxn>
                  <a:cxn ang="0">
                    <a:pos x="448" y="232"/>
                  </a:cxn>
                  <a:cxn ang="0">
                    <a:pos x="448" y="240"/>
                  </a:cxn>
                  <a:cxn ang="0">
                    <a:pos x="393" y="231"/>
                  </a:cxn>
                  <a:cxn ang="0">
                    <a:pos x="370" y="220"/>
                  </a:cxn>
                  <a:cxn ang="0">
                    <a:pos x="333" y="207"/>
                  </a:cxn>
                  <a:cxn ang="0">
                    <a:pos x="313" y="192"/>
                  </a:cxn>
                  <a:cxn ang="0">
                    <a:pos x="278" y="183"/>
                  </a:cxn>
                  <a:cxn ang="0">
                    <a:pos x="304" y="224"/>
                  </a:cxn>
                  <a:cxn ang="0">
                    <a:pos x="315" y="227"/>
                  </a:cxn>
                  <a:cxn ang="0">
                    <a:pos x="313" y="246"/>
                  </a:cxn>
                  <a:cxn ang="0">
                    <a:pos x="379" y="225"/>
                  </a:cxn>
                  <a:cxn ang="0">
                    <a:pos x="406" y="260"/>
                  </a:cxn>
                  <a:cxn ang="0">
                    <a:pos x="414" y="270"/>
                  </a:cxn>
                  <a:cxn ang="0">
                    <a:pos x="410" y="302"/>
                  </a:cxn>
                  <a:cxn ang="0">
                    <a:pos x="390" y="321"/>
                  </a:cxn>
                  <a:cxn ang="0">
                    <a:pos x="365" y="347"/>
                  </a:cxn>
                  <a:cxn ang="0">
                    <a:pos x="328" y="368"/>
                  </a:cxn>
                  <a:cxn ang="0">
                    <a:pos x="265" y="395"/>
                  </a:cxn>
                  <a:cxn ang="0">
                    <a:pos x="234" y="404"/>
                  </a:cxn>
                  <a:cxn ang="0">
                    <a:pos x="217" y="399"/>
                  </a:cxn>
                  <a:cxn ang="0">
                    <a:pos x="209" y="372"/>
                  </a:cxn>
                  <a:cxn ang="0">
                    <a:pos x="198" y="340"/>
                  </a:cxn>
                  <a:cxn ang="0">
                    <a:pos x="162" y="280"/>
                  </a:cxn>
                  <a:cxn ang="0">
                    <a:pos x="154" y="259"/>
                  </a:cxn>
                  <a:cxn ang="0">
                    <a:pos x="140" y="251"/>
                  </a:cxn>
                  <a:cxn ang="0">
                    <a:pos x="131" y="229"/>
                  </a:cxn>
                  <a:cxn ang="0">
                    <a:pos x="109" y="196"/>
                  </a:cxn>
                  <a:cxn ang="0">
                    <a:pos x="112" y="177"/>
                  </a:cxn>
                </a:cxnLst>
                <a:rect l="0" t="0" r="r" b="b"/>
                <a:pathLst>
                  <a:path w="467" h="405">
                    <a:moveTo>
                      <a:pt x="112" y="177"/>
                    </a:move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1"/>
                      <a:pt x="105" y="151"/>
                      <a:pt x="106" y="149"/>
                    </a:cubicBezTo>
                    <a:cubicBezTo>
                      <a:pt x="109" y="139"/>
                      <a:pt x="110" y="134"/>
                      <a:pt x="113" y="126"/>
                    </a:cubicBezTo>
                    <a:cubicBezTo>
                      <a:pt x="115" y="117"/>
                      <a:pt x="124" y="115"/>
                      <a:pt x="124" y="104"/>
                    </a:cubicBezTo>
                    <a:cubicBezTo>
                      <a:pt x="124" y="97"/>
                      <a:pt x="122" y="91"/>
                      <a:pt x="122" y="86"/>
                    </a:cubicBezTo>
                    <a:cubicBezTo>
                      <a:pt x="122" y="83"/>
                      <a:pt x="124" y="82"/>
                      <a:pt x="125" y="81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1" y="78"/>
                      <a:pt x="120" y="81"/>
                      <a:pt x="117" y="81"/>
                    </a:cubicBezTo>
                    <a:cubicBezTo>
                      <a:pt x="112" y="81"/>
                      <a:pt x="110" y="79"/>
                      <a:pt x="108" y="77"/>
                    </a:cubicBezTo>
                    <a:cubicBezTo>
                      <a:pt x="101" y="82"/>
                      <a:pt x="98" y="88"/>
                      <a:pt x="86" y="88"/>
                    </a:cubicBezTo>
                    <a:cubicBezTo>
                      <a:pt x="76" y="88"/>
                      <a:pt x="73" y="77"/>
                      <a:pt x="64" y="77"/>
                    </a:cubicBezTo>
                    <a:cubicBezTo>
                      <a:pt x="54" y="77"/>
                      <a:pt x="56" y="87"/>
                      <a:pt x="48" y="87"/>
                    </a:cubicBezTo>
                    <a:cubicBezTo>
                      <a:pt x="40" y="87"/>
                      <a:pt x="35" y="75"/>
                      <a:pt x="27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4" y="79"/>
                      <a:pt x="25" y="78"/>
                      <a:pt x="26" y="77"/>
                    </a:cubicBezTo>
                    <a:cubicBezTo>
                      <a:pt x="23" y="74"/>
                      <a:pt x="10" y="67"/>
                      <a:pt x="15" y="63"/>
                    </a:cubicBezTo>
                    <a:cubicBezTo>
                      <a:pt x="11" y="57"/>
                      <a:pt x="6" y="58"/>
                      <a:pt x="0" y="55"/>
                    </a:cubicBezTo>
                    <a:cubicBezTo>
                      <a:pt x="4" y="50"/>
                      <a:pt x="9" y="51"/>
                      <a:pt x="9" y="43"/>
                    </a:cubicBezTo>
                    <a:cubicBezTo>
                      <a:pt x="9" y="40"/>
                      <a:pt x="8" y="40"/>
                      <a:pt x="9" y="37"/>
                    </a:cubicBezTo>
                    <a:cubicBezTo>
                      <a:pt x="6" y="37"/>
                      <a:pt x="1" y="38"/>
                      <a:pt x="1" y="35"/>
                    </a:cubicBezTo>
                    <a:cubicBezTo>
                      <a:pt x="1" y="22"/>
                      <a:pt x="33" y="24"/>
                      <a:pt x="41" y="20"/>
                    </a:cubicBezTo>
                    <a:cubicBezTo>
                      <a:pt x="40" y="17"/>
                      <a:pt x="38" y="18"/>
                      <a:pt x="38" y="15"/>
                    </a:cubicBezTo>
                    <a:cubicBezTo>
                      <a:pt x="38" y="11"/>
                      <a:pt x="46" y="13"/>
                      <a:pt x="48" y="13"/>
                    </a:cubicBezTo>
                    <a:cubicBezTo>
                      <a:pt x="53" y="13"/>
                      <a:pt x="62" y="13"/>
                      <a:pt x="62" y="13"/>
                    </a:cubicBezTo>
                    <a:cubicBezTo>
                      <a:pt x="67" y="13"/>
                      <a:pt x="75" y="7"/>
                      <a:pt x="80" y="4"/>
                    </a:cubicBezTo>
                    <a:cubicBezTo>
                      <a:pt x="86" y="0"/>
                      <a:pt x="98" y="0"/>
                      <a:pt x="106" y="0"/>
                    </a:cubicBezTo>
                    <a:cubicBezTo>
                      <a:pt x="117" y="0"/>
                      <a:pt x="117" y="7"/>
                      <a:pt x="127" y="7"/>
                    </a:cubicBezTo>
                    <a:cubicBezTo>
                      <a:pt x="127" y="12"/>
                      <a:pt x="144" y="15"/>
                      <a:pt x="149" y="15"/>
                    </a:cubicBezTo>
                    <a:cubicBezTo>
                      <a:pt x="162" y="15"/>
                      <a:pt x="170" y="15"/>
                      <a:pt x="174" y="15"/>
                    </a:cubicBezTo>
                    <a:cubicBezTo>
                      <a:pt x="186" y="15"/>
                      <a:pt x="192" y="3"/>
                      <a:pt x="205" y="3"/>
                    </a:cubicBezTo>
                    <a:cubicBezTo>
                      <a:pt x="219" y="3"/>
                      <a:pt x="218" y="12"/>
                      <a:pt x="223" y="21"/>
                    </a:cubicBezTo>
                    <a:cubicBezTo>
                      <a:pt x="224" y="23"/>
                      <a:pt x="233" y="28"/>
                      <a:pt x="233" y="28"/>
                    </a:cubicBezTo>
                    <a:cubicBezTo>
                      <a:pt x="241" y="31"/>
                      <a:pt x="243" y="44"/>
                      <a:pt x="256" y="44"/>
                    </a:cubicBezTo>
                    <a:cubicBezTo>
                      <a:pt x="265" y="44"/>
                      <a:pt x="265" y="36"/>
                      <a:pt x="271" y="34"/>
                    </a:cubicBezTo>
                    <a:cubicBezTo>
                      <a:pt x="275" y="33"/>
                      <a:pt x="274" y="33"/>
                      <a:pt x="278" y="33"/>
                    </a:cubicBezTo>
                    <a:cubicBezTo>
                      <a:pt x="279" y="35"/>
                      <a:pt x="279" y="39"/>
                      <a:pt x="281" y="41"/>
                    </a:cubicBezTo>
                    <a:cubicBezTo>
                      <a:pt x="280" y="41"/>
                      <a:pt x="281" y="42"/>
                      <a:pt x="281" y="43"/>
                    </a:cubicBezTo>
                    <a:cubicBezTo>
                      <a:pt x="281" y="48"/>
                      <a:pt x="284" y="47"/>
                      <a:pt x="286" y="51"/>
                    </a:cubicBezTo>
                    <a:cubicBezTo>
                      <a:pt x="290" y="56"/>
                      <a:pt x="286" y="59"/>
                      <a:pt x="289" y="65"/>
                    </a:cubicBezTo>
                    <a:cubicBezTo>
                      <a:pt x="291" y="70"/>
                      <a:pt x="297" y="67"/>
                      <a:pt x="301" y="68"/>
                    </a:cubicBezTo>
                    <a:cubicBezTo>
                      <a:pt x="305" y="69"/>
                      <a:pt x="306" y="73"/>
                      <a:pt x="309" y="76"/>
                    </a:cubicBezTo>
                    <a:cubicBezTo>
                      <a:pt x="312" y="79"/>
                      <a:pt x="323" y="78"/>
                      <a:pt x="329" y="78"/>
                    </a:cubicBezTo>
                    <a:cubicBezTo>
                      <a:pt x="337" y="78"/>
                      <a:pt x="345" y="77"/>
                      <a:pt x="350" y="76"/>
                    </a:cubicBezTo>
                    <a:cubicBezTo>
                      <a:pt x="350" y="72"/>
                      <a:pt x="350" y="71"/>
                      <a:pt x="350" y="68"/>
                    </a:cubicBezTo>
                    <a:cubicBezTo>
                      <a:pt x="350" y="64"/>
                      <a:pt x="355" y="64"/>
                      <a:pt x="359" y="63"/>
                    </a:cubicBezTo>
                    <a:cubicBezTo>
                      <a:pt x="364" y="61"/>
                      <a:pt x="363" y="59"/>
                      <a:pt x="368" y="57"/>
                    </a:cubicBezTo>
                    <a:cubicBezTo>
                      <a:pt x="376" y="54"/>
                      <a:pt x="381" y="56"/>
                      <a:pt x="387" y="51"/>
                    </a:cubicBezTo>
                    <a:cubicBezTo>
                      <a:pt x="397" y="57"/>
                      <a:pt x="403" y="57"/>
                      <a:pt x="412" y="60"/>
                    </a:cubicBezTo>
                    <a:cubicBezTo>
                      <a:pt x="423" y="64"/>
                      <a:pt x="426" y="74"/>
                      <a:pt x="439" y="74"/>
                    </a:cubicBezTo>
                    <a:cubicBezTo>
                      <a:pt x="439" y="76"/>
                      <a:pt x="442" y="77"/>
                      <a:pt x="443" y="79"/>
                    </a:cubicBezTo>
                    <a:cubicBezTo>
                      <a:pt x="445" y="86"/>
                      <a:pt x="442" y="92"/>
                      <a:pt x="445" y="96"/>
                    </a:cubicBezTo>
                    <a:cubicBezTo>
                      <a:pt x="442" y="98"/>
                      <a:pt x="435" y="114"/>
                      <a:pt x="435" y="115"/>
                    </a:cubicBezTo>
                    <a:cubicBezTo>
                      <a:pt x="435" y="116"/>
                      <a:pt x="436" y="118"/>
                      <a:pt x="435" y="119"/>
                    </a:cubicBezTo>
                    <a:cubicBezTo>
                      <a:pt x="436" y="121"/>
                      <a:pt x="435" y="122"/>
                      <a:pt x="436" y="124"/>
                    </a:cubicBezTo>
                    <a:cubicBezTo>
                      <a:pt x="436" y="138"/>
                      <a:pt x="436" y="138"/>
                      <a:pt x="436" y="138"/>
                    </a:cubicBezTo>
                    <a:cubicBezTo>
                      <a:pt x="438" y="142"/>
                      <a:pt x="437" y="145"/>
                      <a:pt x="439" y="149"/>
                    </a:cubicBezTo>
                    <a:cubicBezTo>
                      <a:pt x="440" y="153"/>
                      <a:pt x="449" y="149"/>
                      <a:pt x="449" y="156"/>
                    </a:cubicBezTo>
                    <a:cubicBezTo>
                      <a:pt x="449" y="165"/>
                      <a:pt x="439" y="164"/>
                      <a:pt x="439" y="171"/>
                    </a:cubicBezTo>
                    <a:cubicBezTo>
                      <a:pt x="439" y="177"/>
                      <a:pt x="443" y="177"/>
                      <a:pt x="445" y="179"/>
                    </a:cubicBezTo>
                    <a:cubicBezTo>
                      <a:pt x="452" y="194"/>
                      <a:pt x="467" y="196"/>
                      <a:pt x="467" y="215"/>
                    </a:cubicBezTo>
                    <a:cubicBezTo>
                      <a:pt x="456" y="218"/>
                      <a:pt x="448" y="220"/>
                      <a:pt x="448" y="232"/>
                    </a:cubicBezTo>
                    <a:cubicBezTo>
                      <a:pt x="448" y="235"/>
                      <a:pt x="450" y="238"/>
                      <a:pt x="450" y="240"/>
                    </a:cubicBezTo>
                    <a:cubicBezTo>
                      <a:pt x="450" y="240"/>
                      <a:pt x="448" y="240"/>
                      <a:pt x="448" y="240"/>
                    </a:cubicBezTo>
                    <a:cubicBezTo>
                      <a:pt x="439" y="240"/>
                      <a:pt x="420" y="235"/>
                      <a:pt x="408" y="235"/>
                    </a:cubicBezTo>
                    <a:cubicBezTo>
                      <a:pt x="406" y="235"/>
                      <a:pt x="393" y="231"/>
                      <a:pt x="393" y="231"/>
                    </a:cubicBezTo>
                    <a:cubicBezTo>
                      <a:pt x="388" y="226"/>
                      <a:pt x="388" y="213"/>
                      <a:pt x="379" y="213"/>
                    </a:cubicBezTo>
                    <a:cubicBezTo>
                      <a:pt x="374" y="213"/>
                      <a:pt x="372" y="217"/>
                      <a:pt x="370" y="220"/>
                    </a:cubicBezTo>
                    <a:cubicBezTo>
                      <a:pt x="348" y="220"/>
                      <a:pt x="348" y="220"/>
                      <a:pt x="348" y="220"/>
                    </a:cubicBezTo>
                    <a:cubicBezTo>
                      <a:pt x="341" y="217"/>
                      <a:pt x="337" y="212"/>
                      <a:pt x="333" y="207"/>
                    </a:cubicBezTo>
                    <a:cubicBezTo>
                      <a:pt x="327" y="202"/>
                      <a:pt x="320" y="205"/>
                      <a:pt x="315" y="200"/>
                    </a:cubicBezTo>
                    <a:cubicBezTo>
                      <a:pt x="313" y="197"/>
                      <a:pt x="314" y="194"/>
                      <a:pt x="313" y="192"/>
                    </a:cubicBezTo>
                    <a:cubicBezTo>
                      <a:pt x="308" y="182"/>
                      <a:pt x="299" y="168"/>
                      <a:pt x="286" y="168"/>
                    </a:cubicBezTo>
                    <a:cubicBezTo>
                      <a:pt x="280" y="168"/>
                      <a:pt x="278" y="176"/>
                      <a:pt x="278" y="183"/>
                    </a:cubicBezTo>
                    <a:cubicBezTo>
                      <a:pt x="278" y="187"/>
                      <a:pt x="278" y="189"/>
                      <a:pt x="278" y="193"/>
                    </a:cubicBezTo>
                    <a:cubicBezTo>
                      <a:pt x="281" y="203"/>
                      <a:pt x="293" y="222"/>
                      <a:pt x="304" y="224"/>
                    </a:cubicBezTo>
                    <a:cubicBezTo>
                      <a:pt x="304" y="229"/>
                      <a:pt x="306" y="231"/>
                      <a:pt x="307" y="235"/>
                    </a:cubicBezTo>
                    <a:cubicBezTo>
                      <a:pt x="312" y="233"/>
                      <a:pt x="311" y="228"/>
                      <a:pt x="315" y="227"/>
                    </a:cubicBezTo>
                    <a:cubicBezTo>
                      <a:pt x="316" y="228"/>
                      <a:pt x="316" y="230"/>
                      <a:pt x="316" y="231"/>
                    </a:cubicBezTo>
                    <a:cubicBezTo>
                      <a:pt x="316" y="237"/>
                      <a:pt x="313" y="240"/>
                      <a:pt x="313" y="246"/>
                    </a:cubicBezTo>
                    <a:cubicBezTo>
                      <a:pt x="313" y="252"/>
                      <a:pt x="324" y="255"/>
                      <a:pt x="331" y="255"/>
                    </a:cubicBezTo>
                    <a:cubicBezTo>
                      <a:pt x="360" y="255"/>
                      <a:pt x="363" y="237"/>
                      <a:pt x="379" y="225"/>
                    </a:cubicBezTo>
                    <a:cubicBezTo>
                      <a:pt x="379" y="241"/>
                      <a:pt x="379" y="241"/>
                      <a:pt x="379" y="241"/>
                    </a:cubicBezTo>
                    <a:cubicBezTo>
                      <a:pt x="385" y="254"/>
                      <a:pt x="393" y="256"/>
                      <a:pt x="406" y="260"/>
                    </a:cubicBezTo>
                    <a:cubicBezTo>
                      <a:pt x="411" y="261"/>
                      <a:pt x="411" y="269"/>
                      <a:pt x="414" y="271"/>
                    </a:cubicBezTo>
                    <a:cubicBezTo>
                      <a:pt x="414" y="270"/>
                      <a:pt x="414" y="270"/>
                      <a:pt x="414" y="270"/>
                    </a:cubicBezTo>
                    <a:cubicBezTo>
                      <a:pt x="416" y="274"/>
                      <a:pt x="423" y="273"/>
                      <a:pt x="423" y="277"/>
                    </a:cubicBezTo>
                    <a:cubicBezTo>
                      <a:pt x="423" y="288"/>
                      <a:pt x="410" y="291"/>
                      <a:pt x="410" y="302"/>
                    </a:cubicBezTo>
                    <a:cubicBezTo>
                      <a:pt x="403" y="302"/>
                      <a:pt x="399" y="303"/>
                      <a:pt x="397" y="309"/>
                    </a:cubicBezTo>
                    <a:cubicBezTo>
                      <a:pt x="395" y="314"/>
                      <a:pt x="396" y="321"/>
                      <a:pt x="390" y="321"/>
                    </a:cubicBezTo>
                    <a:cubicBezTo>
                      <a:pt x="384" y="321"/>
                      <a:pt x="384" y="334"/>
                      <a:pt x="378" y="334"/>
                    </a:cubicBezTo>
                    <a:cubicBezTo>
                      <a:pt x="374" y="334"/>
                      <a:pt x="365" y="342"/>
                      <a:pt x="365" y="347"/>
                    </a:cubicBezTo>
                    <a:cubicBezTo>
                      <a:pt x="353" y="349"/>
                      <a:pt x="327" y="354"/>
                      <a:pt x="327" y="364"/>
                    </a:cubicBezTo>
                    <a:cubicBezTo>
                      <a:pt x="327" y="365"/>
                      <a:pt x="327" y="367"/>
                      <a:pt x="328" y="368"/>
                    </a:cubicBezTo>
                    <a:cubicBezTo>
                      <a:pt x="318" y="373"/>
                      <a:pt x="304" y="376"/>
                      <a:pt x="294" y="378"/>
                    </a:cubicBezTo>
                    <a:cubicBezTo>
                      <a:pt x="289" y="380"/>
                      <a:pt x="271" y="392"/>
                      <a:pt x="265" y="395"/>
                    </a:cubicBezTo>
                    <a:cubicBezTo>
                      <a:pt x="252" y="395"/>
                      <a:pt x="252" y="395"/>
                      <a:pt x="252" y="395"/>
                    </a:cubicBezTo>
                    <a:cubicBezTo>
                      <a:pt x="244" y="400"/>
                      <a:pt x="243" y="404"/>
                      <a:pt x="234" y="404"/>
                    </a:cubicBezTo>
                    <a:cubicBezTo>
                      <a:pt x="231" y="405"/>
                      <a:pt x="231" y="405"/>
                      <a:pt x="231" y="405"/>
                    </a:cubicBezTo>
                    <a:cubicBezTo>
                      <a:pt x="229" y="405"/>
                      <a:pt x="218" y="400"/>
                      <a:pt x="217" y="399"/>
                    </a:cubicBezTo>
                    <a:cubicBezTo>
                      <a:pt x="216" y="399"/>
                      <a:pt x="219" y="399"/>
                      <a:pt x="217" y="394"/>
                    </a:cubicBezTo>
                    <a:cubicBezTo>
                      <a:pt x="212" y="387"/>
                      <a:pt x="209" y="380"/>
                      <a:pt x="209" y="372"/>
                    </a:cubicBezTo>
                    <a:cubicBezTo>
                      <a:pt x="204" y="371"/>
                      <a:pt x="207" y="363"/>
                      <a:pt x="208" y="359"/>
                    </a:cubicBezTo>
                    <a:cubicBezTo>
                      <a:pt x="210" y="349"/>
                      <a:pt x="203" y="345"/>
                      <a:pt x="198" y="340"/>
                    </a:cubicBezTo>
                    <a:cubicBezTo>
                      <a:pt x="193" y="335"/>
                      <a:pt x="181" y="320"/>
                      <a:pt x="181" y="309"/>
                    </a:cubicBezTo>
                    <a:cubicBezTo>
                      <a:pt x="165" y="306"/>
                      <a:pt x="162" y="297"/>
                      <a:pt x="162" y="280"/>
                    </a:cubicBezTo>
                    <a:cubicBezTo>
                      <a:pt x="162" y="270"/>
                      <a:pt x="156" y="268"/>
                      <a:pt x="154" y="259"/>
                    </a:cubicBezTo>
                    <a:cubicBezTo>
                      <a:pt x="154" y="259"/>
                      <a:pt x="154" y="259"/>
                      <a:pt x="154" y="259"/>
                    </a:cubicBezTo>
                    <a:cubicBezTo>
                      <a:pt x="152" y="258"/>
                      <a:pt x="150" y="255"/>
                      <a:pt x="148" y="254"/>
                    </a:cubicBezTo>
                    <a:cubicBezTo>
                      <a:pt x="147" y="252"/>
                      <a:pt x="141" y="253"/>
                      <a:pt x="140" y="251"/>
                    </a:cubicBezTo>
                    <a:cubicBezTo>
                      <a:pt x="137" y="249"/>
                      <a:pt x="138" y="242"/>
                      <a:pt x="137" y="239"/>
                    </a:cubicBezTo>
                    <a:cubicBezTo>
                      <a:pt x="136" y="235"/>
                      <a:pt x="132" y="231"/>
                      <a:pt x="131" y="229"/>
                    </a:cubicBezTo>
                    <a:cubicBezTo>
                      <a:pt x="125" y="221"/>
                      <a:pt x="121" y="214"/>
                      <a:pt x="116" y="207"/>
                    </a:cubicBezTo>
                    <a:cubicBezTo>
                      <a:pt x="115" y="205"/>
                      <a:pt x="109" y="198"/>
                      <a:pt x="109" y="196"/>
                    </a:cubicBezTo>
                    <a:cubicBezTo>
                      <a:pt x="109" y="192"/>
                      <a:pt x="112" y="182"/>
                      <a:pt x="112" y="175"/>
                    </a:cubicBezTo>
                    <a:lnTo>
                      <a:pt x="112" y="1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0" name="Freeform 102">
                <a:extLst>
                  <a:ext uri="{FF2B5EF4-FFF2-40B4-BE49-F238E27FC236}">
                    <a16:creationId xmlns:a16="http://schemas.microsoft.com/office/drawing/2014/main" id="{77E39748-A182-EAAC-6518-F1B20ED99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3413" y="2714625"/>
                <a:ext cx="33338" cy="63500"/>
              </a:xfrm>
              <a:custGeom>
                <a:avLst/>
                <a:gdLst/>
                <a:ahLst/>
                <a:cxnLst>
                  <a:cxn ang="0">
                    <a:pos x="25" y="30"/>
                  </a:cxn>
                  <a:cxn ang="0">
                    <a:pos x="11" y="48"/>
                  </a:cxn>
                  <a:cxn ang="0">
                    <a:pos x="0" y="35"/>
                  </a:cxn>
                  <a:cxn ang="0">
                    <a:pos x="6" y="0"/>
                  </a:cxn>
                  <a:cxn ang="0">
                    <a:pos x="25" y="30"/>
                  </a:cxn>
                </a:cxnLst>
                <a:rect l="0" t="0" r="r" b="b"/>
                <a:pathLst>
                  <a:path w="25" h="48">
                    <a:moveTo>
                      <a:pt x="25" y="30"/>
                    </a:moveTo>
                    <a:cubicBezTo>
                      <a:pt x="25" y="37"/>
                      <a:pt x="20" y="48"/>
                      <a:pt x="11" y="48"/>
                    </a:cubicBezTo>
                    <a:cubicBezTo>
                      <a:pt x="5" y="48"/>
                      <a:pt x="0" y="41"/>
                      <a:pt x="0" y="35"/>
                    </a:cubicBezTo>
                    <a:cubicBezTo>
                      <a:pt x="0" y="22"/>
                      <a:pt x="6" y="13"/>
                      <a:pt x="6" y="0"/>
                    </a:cubicBezTo>
                    <a:cubicBezTo>
                      <a:pt x="13" y="10"/>
                      <a:pt x="25" y="15"/>
                      <a:pt x="25" y="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1" name="Freeform 103">
                <a:extLst>
                  <a:ext uri="{FF2B5EF4-FFF2-40B4-BE49-F238E27FC236}">
                    <a16:creationId xmlns:a16="http://schemas.microsoft.com/office/drawing/2014/main" id="{C16CC494-67CA-8362-C3C7-C09488AEE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7500" y="2195513"/>
                <a:ext cx="677863" cy="544513"/>
              </a:xfrm>
              <a:custGeom>
                <a:avLst/>
                <a:gdLst/>
                <a:ahLst/>
                <a:cxnLst>
                  <a:cxn ang="0">
                    <a:pos x="148" y="270"/>
                  </a:cxn>
                  <a:cxn ang="0">
                    <a:pos x="174" y="340"/>
                  </a:cxn>
                  <a:cxn ang="0">
                    <a:pos x="200" y="401"/>
                  </a:cxn>
                  <a:cxn ang="0">
                    <a:pos x="216" y="401"/>
                  </a:cxn>
                  <a:cxn ang="0">
                    <a:pos x="237" y="379"/>
                  </a:cxn>
                  <a:cxn ang="0">
                    <a:pos x="243" y="341"/>
                  </a:cxn>
                  <a:cxn ang="0">
                    <a:pos x="268" y="298"/>
                  </a:cxn>
                  <a:cxn ang="0">
                    <a:pos x="326" y="240"/>
                  </a:cxn>
                  <a:cxn ang="0">
                    <a:pos x="374" y="218"/>
                  </a:cxn>
                  <a:cxn ang="0">
                    <a:pos x="409" y="259"/>
                  </a:cxn>
                  <a:cxn ang="0">
                    <a:pos x="423" y="302"/>
                  </a:cxn>
                  <a:cxn ang="0">
                    <a:pos x="457" y="300"/>
                  </a:cxn>
                  <a:cxn ang="0">
                    <a:pos x="476" y="367"/>
                  </a:cxn>
                  <a:cxn ang="0">
                    <a:pos x="489" y="358"/>
                  </a:cxn>
                  <a:cxn ang="0">
                    <a:pos x="472" y="316"/>
                  </a:cxn>
                  <a:cxn ang="0">
                    <a:pos x="473" y="288"/>
                  </a:cxn>
                  <a:cxn ang="0">
                    <a:pos x="483" y="254"/>
                  </a:cxn>
                  <a:cxn ang="0">
                    <a:pos x="487" y="213"/>
                  </a:cxn>
                  <a:cxn ang="0">
                    <a:pos x="467" y="197"/>
                  </a:cxn>
                  <a:cxn ang="0">
                    <a:pos x="445" y="125"/>
                  </a:cxn>
                  <a:cxn ang="0">
                    <a:pos x="423" y="130"/>
                  </a:cxn>
                  <a:cxn ang="0">
                    <a:pos x="373" y="144"/>
                  </a:cxn>
                  <a:cxn ang="0">
                    <a:pos x="341" y="147"/>
                  </a:cxn>
                  <a:cxn ang="0">
                    <a:pos x="295" y="136"/>
                  </a:cxn>
                  <a:cxn ang="0">
                    <a:pos x="254" y="116"/>
                  </a:cxn>
                  <a:cxn ang="0">
                    <a:pos x="226" y="89"/>
                  </a:cxn>
                  <a:cxn ang="0">
                    <a:pos x="229" y="69"/>
                  </a:cxn>
                  <a:cxn ang="0">
                    <a:pos x="213" y="43"/>
                  </a:cxn>
                  <a:cxn ang="0">
                    <a:pos x="178" y="16"/>
                  </a:cxn>
                  <a:cxn ang="0">
                    <a:pos x="131" y="0"/>
                  </a:cxn>
                  <a:cxn ang="0">
                    <a:pos x="94" y="21"/>
                  </a:cxn>
                  <a:cxn ang="0">
                    <a:pos x="65" y="13"/>
                  </a:cxn>
                  <a:cxn ang="0">
                    <a:pos x="23" y="46"/>
                  </a:cxn>
                  <a:cxn ang="0">
                    <a:pos x="0" y="64"/>
                  </a:cxn>
                  <a:cxn ang="0">
                    <a:pos x="1" y="87"/>
                  </a:cxn>
                  <a:cxn ang="0">
                    <a:pos x="4" y="120"/>
                  </a:cxn>
                  <a:cxn ang="0">
                    <a:pos x="13" y="181"/>
                  </a:cxn>
                  <a:cxn ang="0">
                    <a:pos x="34" y="185"/>
                  </a:cxn>
                  <a:cxn ang="0">
                    <a:pos x="70" y="185"/>
                  </a:cxn>
                  <a:cxn ang="0">
                    <a:pos x="118" y="219"/>
                  </a:cxn>
                  <a:cxn ang="0">
                    <a:pos x="127" y="248"/>
                  </a:cxn>
                  <a:cxn ang="0">
                    <a:pos x="145" y="233"/>
                  </a:cxn>
                  <a:cxn ang="0">
                    <a:pos x="149" y="265"/>
                  </a:cxn>
                </a:cxnLst>
                <a:rect l="0" t="0" r="r" b="b"/>
                <a:pathLst>
                  <a:path w="509" h="410">
                    <a:moveTo>
                      <a:pt x="149" y="265"/>
                    </a:moveTo>
                    <a:cubicBezTo>
                      <a:pt x="147" y="263"/>
                      <a:pt x="147" y="263"/>
                      <a:pt x="147" y="263"/>
                    </a:cubicBezTo>
                    <a:cubicBezTo>
                      <a:pt x="147" y="265"/>
                      <a:pt x="148" y="268"/>
                      <a:pt x="148" y="270"/>
                    </a:cubicBezTo>
                    <a:cubicBezTo>
                      <a:pt x="148" y="278"/>
                      <a:pt x="153" y="286"/>
                      <a:pt x="155" y="295"/>
                    </a:cubicBezTo>
                    <a:cubicBezTo>
                      <a:pt x="158" y="305"/>
                      <a:pt x="166" y="319"/>
                      <a:pt x="168" y="326"/>
                    </a:cubicBezTo>
                    <a:cubicBezTo>
                      <a:pt x="170" y="332"/>
                      <a:pt x="170" y="334"/>
                      <a:pt x="174" y="340"/>
                    </a:cubicBezTo>
                    <a:cubicBezTo>
                      <a:pt x="177" y="345"/>
                      <a:pt x="175" y="351"/>
                      <a:pt x="179" y="358"/>
                    </a:cubicBezTo>
                    <a:cubicBezTo>
                      <a:pt x="180" y="362"/>
                      <a:pt x="187" y="366"/>
                      <a:pt x="188" y="372"/>
                    </a:cubicBezTo>
                    <a:cubicBezTo>
                      <a:pt x="191" y="382"/>
                      <a:pt x="196" y="390"/>
                      <a:pt x="200" y="401"/>
                    </a:cubicBezTo>
                    <a:cubicBezTo>
                      <a:pt x="200" y="402"/>
                      <a:pt x="202" y="405"/>
                      <a:pt x="204" y="405"/>
                    </a:cubicBezTo>
                    <a:cubicBezTo>
                      <a:pt x="204" y="409"/>
                      <a:pt x="207" y="410"/>
                      <a:pt x="210" y="410"/>
                    </a:cubicBezTo>
                    <a:cubicBezTo>
                      <a:pt x="214" y="410"/>
                      <a:pt x="214" y="405"/>
                      <a:pt x="216" y="401"/>
                    </a:cubicBezTo>
                    <a:cubicBezTo>
                      <a:pt x="218" y="397"/>
                      <a:pt x="219" y="398"/>
                      <a:pt x="224" y="396"/>
                    </a:cubicBezTo>
                    <a:cubicBezTo>
                      <a:pt x="228" y="394"/>
                      <a:pt x="227" y="382"/>
                      <a:pt x="233" y="381"/>
                    </a:cubicBezTo>
                    <a:cubicBezTo>
                      <a:pt x="234" y="380"/>
                      <a:pt x="237" y="380"/>
                      <a:pt x="237" y="379"/>
                    </a:cubicBezTo>
                    <a:cubicBezTo>
                      <a:pt x="240" y="379"/>
                      <a:pt x="240" y="379"/>
                      <a:pt x="240" y="379"/>
                    </a:cubicBezTo>
                    <a:cubicBezTo>
                      <a:pt x="237" y="367"/>
                      <a:pt x="237" y="367"/>
                      <a:pt x="237" y="367"/>
                    </a:cubicBezTo>
                    <a:cubicBezTo>
                      <a:pt x="237" y="359"/>
                      <a:pt x="243" y="352"/>
                      <a:pt x="243" y="341"/>
                    </a:cubicBezTo>
                    <a:cubicBezTo>
                      <a:pt x="243" y="334"/>
                      <a:pt x="240" y="329"/>
                      <a:pt x="240" y="321"/>
                    </a:cubicBezTo>
                    <a:cubicBezTo>
                      <a:pt x="240" y="312"/>
                      <a:pt x="249" y="311"/>
                      <a:pt x="257" y="308"/>
                    </a:cubicBezTo>
                    <a:cubicBezTo>
                      <a:pt x="260" y="307"/>
                      <a:pt x="265" y="302"/>
                      <a:pt x="268" y="298"/>
                    </a:cubicBezTo>
                    <a:cubicBezTo>
                      <a:pt x="277" y="290"/>
                      <a:pt x="284" y="281"/>
                      <a:pt x="293" y="272"/>
                    </a:cubicBezTo>
                    <a:cubicBezTo>
                      <a:pt x="300" y="265"/>
                      <a:pt x="313" y="263"/>
                      <a:pt x="321" y="255"/>
                    </a:cubicBezTo>
                    <a:cubicBezTo>
                      <a:pt x="325" y="251"/>
                      <a:pt x="325" y="246"/>
                      <a:pt x="326" y="240"/>
                    </a:cubicBezTo>
                    <a:cubicBezTo>
                      <a:pt x="328" y="236"/>
                      <a:pt x="337" y="236"/>
                      <a:pt x="340" y="229"/>
                    </a:cubicBezTo>
                    <a:cubicBezTo>
                      <a:pt x="344" y="231"/>
                      <a:pt x="344" y="233"/>
                      <a:pt x="351" y="233"/>
                    </a:cubicBezTo>
                    <a:cubicBezTo>
                      <a:pt x="362" y="233"/>
                      <a:pt x="374" y="231"/>
                      <a:pt x="374" y="218"/>
                    </a:cubicBezTo>
                    <a:cubicBezTo>
                      <a:pt x="381" y="219"/>
                      <a:pt x="389" y="222"/>
                      <a:pt x="390" y="228"/>
                    </a:cubicBezTo>
                    <a:cubicBezTo>
                      <a:pt x="392" y="233"/>
                      <a:pt x="391" y="240"/>
                      <a:pt x="395" y="245"/>
                    </a:cubicBezTo>
                    <a:cubicBezTo>
                      <a:pt x="398" y="251"/>
                      <a:pt x="403" y="255"/>
                      <a:pt x="409" y="259"/>
                    </a:cubicBezTo>
                    <a:cubicBezTo>
                      <a:pt x="414" y="267"/>
                      <a:pt x="419" y="274"/>
                      <a:pt x="422" y="283"/>
                    </a:cubicBezTo>
                    <a:cubicBezTo>
                      <a:pt x="423" y="285"/>
                      <a:pt x="425" y="286"/>
                      <a:pt x="425" y="289"/>
                    </a:cubicBezTo>
                    <a:cubicBezTo>
                      <a:pt x="425" y="293"/>
                      <a:pt x="423" y="296"/>
                      <a:pt x="423" y="302"/>
                    </a:cubicBezTo>
                    <a:cubicBezTo>
                      <a:pt x="423" y="307"/>
                      <a:pt x="423" y="313"/>
                      <a:pt x="430" y="313"/>
                    </a:cubicBezTo>
                    <a:cubicBezTo>
                      <a:pt x="442" y="313"/>
                      <a:pt x="445" y="300"/>
                      <a:pt x="453" y="293"/>
                    </a:cubicBezTo>
                    <a:cubicBezTo>
                      <a:pt x="455" y="295"/>
                      <a:pt x="454" y="297"/>
                      <a:pt x="457" y="300"/>
                    </a:cubicBezTo>
                    <a:cubicBezTo>
                      <a:pt x="457" y="300"/>
                      <a:pt x="461" y="300"/>
                      <a:pt x="462" y="302"/>
                    </a:cubicBezTo>
                    <a:cubicBezTo>
                      <a:pt x="467" y="308"/>
                      <a:pt x="459" y="322"/>
                      <a:pt x="465" y="322"/>
                    </a:cubicBezTo>
                    <a:cubicBezTo>
                      <a:pt x="465" y="336"/>
                      <a:pt x="476" y="347"/>
                      <a:pt x="476" y="367"/>
                    </a:cubicBezTo>
                    <a:cubicBezTo>
                      <a:pt x="476" y="371"/>
                      <a:pt x="473" y="382"/>
                      <a:pt x="476" y="383"/>
                    </a:cubicBezTo>
                    <a:cubicBezTo>
                      <a:pt x="480" y="376"/>
                      <a:pt x="481" y="371"/>
                      <a:pt x="485" y="363"/>
                    </a:cubicBezTo>
                    <a:cubicBezTo>
                      <a:pt x="486" y="361"/>
                      <a:pt x="489" y="360"/>
                      <a:pt x="489" y="358"/>
                    </a:cubicBezTo>
                    <a:cubicBezTo>
                      <a:pt x="489" y="354"/>
                      <a:pt x="483" y="334"/>
                      <a:pt x="479" y="330"/>
                    </a:cubicBezTo>
                    <a:cubicBezTo>
                      <a:pt x="476" y="327"/>
                      <a:pt x="472" y="325"/>
                      <a:pt x="472" y="320"/>
                    </a:cubicBezTo>
                    <a:cubicBezTo>
                      <a:pt x="472" y="319"/>
                      <a:pt x="472" y="318"/>
                      <a:pt x="472" y="316"/>
                    </a:cubicBezTo>
                    <a:cubicBezTo>
                      <a:pt x="472" y="317"/>
                      <a:pt x="472" y="317"/>
                      <a:pt x="472" y="317"/>
                    </a:cubicBezTo>
                    <a:cubicBezTo>
                      <a:pt x="473" y="316"/>
                      <a:pt x="476" y="311"/>
                      <a:pt x="476" y="307"/>
                    </a:cubicBezTo>
                    <a:cubicBezTo>
                      <a:pt x="476" y="302"/>
                      <a:pt x="476" y="293"/>
                      <a:pt x="473" y="288"/>
                    </a:cubicBezTo>
                    <a:cubicBezTo>
                      <a:pt x="470" y="284"/>
                      <a:pt x="464" y="284"/>
                      <a:pt x="464" y="276"/>
                    </a:cubicBezTo>
                    <a:cubicBezTo>
                      <a:pt x="464" y="268"/>
                      <a:pt x="467" y="262"/>
                      <a:pt x="472" y="258"/>
                    </a:cubicBezTo>
                    <a:cubicBezTo>
                      <a:pt x="474" y="255"/>
                      <a:pt x="479" y="256"/>
                      <a:pt x="483" y="254"/>
                    </a:cubicBezTo>
                    <a:cubicBezTo>
                      <a:pt x="493" y="247"/>
                      <a:pt x="500" y="244"/>
                      <a:pt x="509" y="230"/>
                    </a:cubicBezTo>
                    <a:cubicBezTo>
                      <a:pt x="506" y="230"/>
                      <a:pt x="505" y="231"/>
                      <a:pt x="501" y="231"/>
                    </a:cubicBezTo>
                    <a:cubicBezTo>
                      <a:pt x="493" y="231"/>
                      <a:pt x="487" y="222"/>
                      <a:pt x="487" y="213"/>
                    </a:cubicBezTo>
                    <a:cubicBezTo>
                      <a:pt x="483" y="212"/>
                      <a:pt x="482" y="199"/>
                      <a:pt x="478" y="199"/>
                    </a:cubicBezTo>
                    <a:cubicBezTo>
                      <a:pt x="475" y="199"/>
                      <a:pt x="472" y="202"/>
                      <a:pt x="469" y="202"/>
                    </a:cubicBezTo>
                    <a:cubicBezTo>
                      <a:pt x="468" y="202"/>
                      <a:pt x="467" y="199"/>
                      <a:pt x="467" y="197"/>
                    </a:cubicBezTo>
                    <a:cubicBezTo>
                      <a:pt x="467" y="181"/>
                      <a:pt x="479" y="180"/>
                      <a:pt x="479" y="163"/>
                    </a:cubicBezTo>
                    <a:cubicBezTo>
                      <a:pt x="479" y="154"/>
                      <a:pt x="472" y="151"/>
                      <a:pt x="468" y="144"/>
                    </a:cubicBezTo>
                    <a:cubicBezTo>
                      <a:pt x="457" y="139"/>
                      <a:pt x="448" y="140"/>
                      <a:pt x="445" y="125"/>
                    </a:cubicBezTo>
                    <a:cubicBezTo>
                      <a:pt x="442" y="125"/>
                      <a:pt x="442" y="125"/>
                      <a:pt x="442" y="125"/>
                    </a:cubicBezTo>
                    <a:cubicBezTo>
                      <a:pt x="438" y="129"/>
                      <a:pt x="438" y="129"/>
                      <a:pt x="438" y="129"/>
                    </a:cubicBezTo>
                    <a:cubicBezTo>
                      <a:pt x="433" y="131"/>
                      <a:pt x="427" y="126"/>
                      <a:pt x="423" y="130"/>
                    </a:cubicBezTo>
                    <a:cubicBezTo>
                      <a:pt x="422" y="132"/>
                      <a:pt x="421" y="133"/>
                      <a:pt x="418" y="135"/>
                    </a:cubicBezTo>
                    <a:cubicBezTo>
                      <a:pt x="415" y="137"/>
                      <a:pt x="401" y="149"/>
                      <a:pt x="394" y="149"/>
                    </a:cubicBezTo>
                    <a:cubicBezTo>
                      <a:pt x="387" y="149"/>
                      <a:pt x="382" y="144"/>
                      <a:pt x="373" y="144"/>
                    </a:cubicBezTo>
                    <a:cubicBezTo>
                      <a:pt x="362" y="144"/>
                      <a:pt x="360" y="152"/>
                      <a:pt x="354" y="155"/>
                    </a:cubicBezTo>
                    <a:cubicBezTo>
                      <a:pt x="353" y="152"/>
                      <a:pt x="352" y="145"/>
                      <a:pt x="349" y="145"/>
                    </a:cubicBezTo>
                    <a:cubicBezTo>
                      <a:pt x="347" y="145"/>
                      <a:pt x="345" y="147"/>
                      <a:pt x="341" y="147"/>
                    </a:cubicBezTo>
                    <a:cubicBezTo>
                      <a:pt x="335" y="147"/>
                      <a:pt x="329" y="147"/>
                      <a:pt x="323" y="147"/>
                    </a:cubicBezTo>
                    <a:cubicBezTo>
                      <a:pt x="313" y="147"/>
                      <a:pt x="309" y="141"/>
                      <a:pt x="302" y="136"/>
                    </a:cubicBezTo>
                    <a:cubicBezTo>
                      <a:pt x="300" y="135"/>
                      <a:pt x="296" y="139"/>
                      <a:pt x="295" y="136"/>
                    </a:cubicBezTo>
                    <a:cubicBezTo>
                      <a:pt x="293" y="132"/>
                      <a:pt x="293" y="129"/>
                      <a:pt x="290" y="127"/>
                    </a:cubicBezTo>
                    <a:cubicBezTo>
                      <a:pt x="283" y="124"/>
                      <a:pt x="279" y="126"/>
                      <a:pt x="273" y="120"/>
                    </a:cubicBezTo>
                    <a:cubicBezTo>
                      <a:pt x="268" y="115"/>
                      <a:pt x="263" y="118"/>
                      <a:pt x="254" y="116"/>
                    </a:cubicBezTo>
                    <a:cubicBezTo>
                      <a:pt x="246" y="114"/>
                      <a:pt x="243" y="108"/>
                      <a:pt x="236" y="106"/>
                    </a:cubicBezTo>
                    <a:cubicBezTo>
                      <a:pt x="234" y="105"/>
                      <a:pt x="229" y="106"/>
                      <a:pt x="228" y="103"/>
                    </a:cubicBezTo>
                    <a:cubicBezTo>
                      <a:pt x="227" y="98"/>
                      <a:pt x="227" y="94"/>
                      <a:pt x="226" y="89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1" y="85"/>
                      <a:pt x="236" y="86"/>
                      <a:pt x="236" y="80"/>
                    </a:cubicBezTo>
                    <a:cubicBezTo>
                      <a:pt x="236" y="75"/>
                      <a:pt x="229" y="74"/>
                      <a:pt x="229" y="69"/>
                    </a:cubicBezTo>
                    <a:cubicBezTo>
                      <a:pt x="229" y="57"/>
                      <a:pt x="246" y="59"/>
                      <a:pt x="246" y="47"/>
                    </a:cubicBezTo>
                    <a:cubicBezTo>
                      <a:pt x="246" y="43"/>
                      <a:pt x="236" y="35"/>
                      <a:pt x="232" y="35"/>
                    </a:cubicBezTo>
                    <a:cubicBezTo>
                      <a:pt x="224" y="35"/>
                      <a:pt x="221" y="42"/>
                      <a:pt x="213" y="43"/>
                    </a:cubicBezTo>
                    <a:cubicBezTo>
                      <a:pt x="205" y="40"/>
                      <a:pt x="200" y="40"/>
                      <a:pt x="194" y="34"/>
                    </a:cubicBezTo>
                    <a:cubicBezTo>
                      <a:pt x="191" y="31"/>
                      <a:pt x="193" y="25"/>
                      <a:pt x="188" y="24"/>
                    </a:cubicBezTo>
                    <a:cubicBezTo>
                      <a:pt x="182" y="22"/>
                      <a:pt x="178" y="24"/>
                      <a:pt x="178" y="16"/>
                    </a:cubicBezTo>
                    <a:cubicBezTo>
                      <a:pt x="172" y="15"/>
                      <a:pt x="168" y="15"/>
                      <a:pt x="163" y="15"/>
                    </a:cubicBezTo>
                    <a:cubicBezTo>
                      <a:pt x="154" y="15"/>
                      <a:pt x="150" y="23"/>
                      <a:pt x="140" y="23"/>
                    </a:cubicBezTo>
                    <a:cubicBezTo>
                      <a:pt x="130" y="23"/>
                      <a:pt x="140" y="0"/>
                      <a:pt x="131" y="0"/>
                    </a:cubicBezTo>
                    <a:cubicBezTo>
                      <a:pt x="122" y="0"/>
                      <a:pt x="120" y="10"/>
                      <a:pt x="116" y="10"/>
                    </a:cubicBezTo>
                    <a:cubicBezTo>
                      <a:pt x="115" y="10"/>
                      <a:pt x="114" y="11"/>
                      <a:pt x="113" y="10"/>
                    </a:cubicBezTo>
                    <a:cubicBezTo>
                      <a:pt x="110" y="16"/>
                      <a:pt x="103" y="21"/>
                      <a:pt x="94" y="21"/>
                    </a:cubicBezTo>
                    <a:cubicBezTo>
                      <a:pt x="91" y="21"/>
                      <a:pt x="90" y="16"/>
                      <a:pt x="86" y="16"/>
                    </a:cubicBezTo>
                    <a:cubicBezTo>
                      <a:pt x="83" y="16"/>
                      <a:pt x="73" y="20"/>
                      <a:pt x="72" y="15"/>
                    </a:cubicBezTo>
                    <a:cubicBezTo>
                      <a:pt x="68" y="15"/>
                      <a:pt x="69" y="13"/>
                      <a:pt x="65" y="13"/>
                    </a:cubicBezTo>
                    <a:cubicBezTo>
                      <a:pt x="54" y="13"/>
                      <a:pt x="53" y="24"/>
                      <a:pt x="45" y="32"/>
                    </a:cubicBezTo>
                    <a:cubicBezTo>
                      <a:pt x="42" y="35"/>
                      <a:pt x="37" y="35"/>
                      <a:pt x="33" y="39"/>
                    </a:cubicBezTo>
                    <a:cubicBezTo>
                      <a:pt x="30" y="42"/>
                      <a:pt x="28" y="46"/>
                      <a:pt x="23" y="46"/>
                    </a:cubicBezTo>
                    <a:cubicBezTo>
                      <a:pt x="19" y="46"/>
                      <a:pt x="16" y="42"/>
                      <a:pt x="12" y="42"/>
                    </a:cubicBezTo>
                    <a:cubicBezTo>
                      <a:pt x="11" y="42"/>
                      <a:pt x="11" y="45"/>
                      <a:pt x="10" y="45"/>
                    </a:cubicBezTo>
                    <a:cubicBezTo>
                      <a:pt x="7" y="47"/>
                      <a:pt x="0" y="63"/>
                      <a:pt x="0" y="64"/>
                    </a:cubicBezTo>
                    <a:cubicBezTo>
                      <a:pt x="0" y="65"/>
                      <a:pt x="1" y="67"/>
                      <a:pt x="0" y="68"/>
                    </a:cubicBezTo>
                    <a:cubicBezTo>
                      <a:pt x="1" y="70"/>
                      <a:pt x="0" y="71"/>
                      <a:pt x="1" y="7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3" y="91"/>
                      <a:pt x="2" y="94"/>
                      <a:pt x="4" y="98"/>
                    </a:cubicBezTo>
                    <a:cubicBezTo>
                      <a:pt x="5" y="102"/>
                      <a:pt x="14" y="98"/>
                      <a:pt x="14" y="105"/>
                    </a:cubicBezTo>
                    <a:cubicBezTo>
                      <a:pt x="14" y="114"/>
                      <a:pt x="4" y="113"/>
                      <a:pt x="4" y="120"/>
                    </a:cubicBezTo>
                    <a:cubicBezTo>
                      <a:pt x="4" y="126"/>
                      <a:pt x="8" y="126"/>
                      <a:pt x="10" y="128"/>
                    </a:cubicBezTo>
                    <a:cubicBezTo>
                      <a:pt x="17" y="143"/>
                      <a:pt x="32" y="145"/>
                      <a:pt x="32" y="164"/>
                    </a:cubicBezTo>
                    <a:cubicBezTo>
                      <a:pt x="21" y="167"/>
                      <a:pt x="13" y="169"/>
                      <a:pt x="13" y="181"/>
                    </a:cubicBezTo>
                    <a:cubicBezTo>
                      <a:pt x="13" y="184"/>
                      <a:pt x="15" y="187"/>
                      <a:pt x="15" y="189"/>
                    </a:cubicBezTo>
                    <a:cubicBezTo>
                      <a:pt x="30" y="188"/>
                      <a:pt x="30" y="188"/>
                      <a:pt x="30" y="188"/>
                    </a:cubicBezTo>
                    <a:cubicBezTo>
                      <a:pt x="31" y="187"/>
                      <a:pt x="33" y="186"/>
                      <a:pt x="34" y="185"/>
                    </a:cubicBezTo>
                    <a:cubicBezTo>
                      <a:pt x="46" y="188"/>
                      <a:pt x="46" y="188"/>
                      <a:pt x="46" y="188"/>
                    </a:cubicBezTo>
                    <a:cubicBezTo>
                      <a:pt x="50" y="188"/>
                      <a:pt x="52" y="184"/>
                      <a:pt x="57" y="184"/>
                    </a:cubicBezTo>
                    <a:cubicBezTo>
                      <a:pt x="62" y="184"/>
                      <a:pt x="65" y="184"/>
                      <a:pt x="70" y="185"/>
                    </a:cubicBezTo>
                    <a:cubicBezTo>
                      <a:pt x="75" y="187"/>
                      <a:pt x="78" y="197"/>
                      <a:pt x="82" y="203"/>
                    </a:cubicBezTo>
                    <a:cubicBezTo>
                      <a:pt x="86" y="209"/>
                      <a:pt x="99" y="218"/>
                      <a:pt x="108" y="218"/>
                    </a:cubicBezTo>
                    <a:cubicBezTo>
                      <a:pt x="111" y="218"/>
                      <a:pt x="114" y="218"/>
                      <a:pt x="118" y="219"/>
                    </a:cubicBezTo>
                    <a:cubicBezTo>
                      <a:pt x="116" y="221"/>
                      <a:pt x="116" y="225"/>
                      <a:pt x="112" y="225"/>
                    </a:cubicBezTo>
                    <a:cubicBezTo>
                      <a:pt x="108" y="227"/>
                      <a:pt x="105" y="225"/>
                      <a:pt x="101" y="227"/>
                    </a:cubicBezTo>
                    <a:cubicBezTo>
                      <a:pt x="108" y="234"/>
                      <a:pt x="113" y="248"/>
                      <a:pt x="127" y="248"/>
                    </a:cubicBezTo>
                    <a:cubicBezTo>
                      <a:pt x="138" y="248"/>
                      <a:pt x="139" y="233"/>
                      <a:pt x="144" y="227"/>
                    </a:cubicBezTo>
                    <a:cubicBezTo>
                      <a:pt x="148" y="227"/>
                      <a:pt x="148" y="227"/>
                      <a:pt x="148" y="227"/>
                    </a:cubicBezTo>
                    <a:cubicBezTo>
                      <a:pt x="148" y="229"/>
                      <a:pt x="145" y="232"/>
                      <a:pt x="145" y="233"/>
                    </a:cubicBezTo>
                    <a:cubicBezTo>
                      <a:pt x="145" y="239"/>
                      <a:pt x="150" y="244"/>
                      <a:pt x="150" y="251"/>
                    </a:cubicBezTo>
                    <a:cubicBezTo>
                      <a:pt x="150" y="257"/>
                      <a:pt x="147" y="258"/>
                      <a:pt x="147" y="264"/>
                    </a:cubicBezTo>
                    <a:lnTo>
                      <a:pt x="149" y="26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2" name="Freeform 104">
                <a:extLst>
                  <a:ext uri="{FF2B5EF4-FFF2-40B4-BE49-F238E27FC236}">
                    <a16:creationId xmlns:a16="http://schemas.microsoft.com/office/drawing/2014/main" id="{E81BE5E3-AE90-933F-2E86-5B9CE5059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5350" y="2781300"/>
                <a:ext cx="177800" cy="192088"/>
              </a:xfrm>
              <a:custGeom>
                <a:avLst/>
                <a:gdLst/>
                <a:ahLst/>
                <a:cxnLst>
                  <a:cxn ang="0">
                    <a:pos x="59" y="74"/>
                  </a:cxn>
                  <a:cxn ang="0">
                    <a:pos x="58" y="70"/>
                  </a:cxn>
                  <a:cxn ang="0">
                    <a:pos x="51" y="68"/>
                  </a:cxn>
                  <a:cxn ang="0">
                    <a:pos x="45" y="53"/>
                  </a:cxn>
                  <a:cxn ang="0">
                    <a:pos x="28" y="38"/>
                  </a:cxn>
                  <a:cxn ang="0">
                    <a:pos x="22" y="25"/>
                  </a:cxn>
                  <a:cxn ang="0">
                    <a:pos x="11" y="21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1" y="4"/>
                  </a:cxn>
                  <a:cxn ang="0">
                    <a:pos x="26" y="4"/>
                  </a:cxn>
                  <a:cxn ang="0">
                    <a:pos x="42" y="20"/>
                  </a:cxn>
                  <a:cxn ang="0">
                    <a:pos x="47" y="23"/>
                  </a:cxn>
                  <a:cxn ang="0">
                    <a:pos x="61" y="35"/>
                  </a:cxn>
                  <a:cxn ang="0">
                    <a:pos x="86" y="53"/>
                  </a:cxn>
                  <a:cxn ang="0">
                    <a:pos x="101" y="64"/>
                  </a:cxn>
                  <a:cxn ang="0">
                    <a:pos x="100" y="66"/>
                  </a:cxn>
                  <a:cxn ang="0">
                    <a:pos x="103" y="66"/>
                  </a:cxn>
                  <a:cxn ang="0">
                    <a:pos x="107" y="70"/>
                  </a:cxn>
                  <a:cxn ang="0">
                    <a:pos x="105" y="74"/>
                  </a:cxn>
                  <a:cxn ang="0">
                    <a:pos x="114" y="81"/>
                  </a:cxn>
                  <a:cxn ang="0">
                    <a:pos x="124" y="98"/>
                  </a:cxn>
                  <a:cxn ang="0">
                    <a:pos x="133" y="106"/>
                  </a:cxn>
                  <a:cxn ang="0">
                    <a:pos x="133" y="125"/>
                  </a:cxn>
                  <a:cxn ang="0">
                    <a:pos x="131" y="138"/>
                  </a:cxn>
                  <a:cxn ang="0">
                    <a:pos x="119" y="144"/>
                  </a:cxn>
                  <a:cxn ang="0">
                    <a:pos x="108" y="132"/>
                  </a:cxn>
                  <a:cxn ang="0">
                    <a:pos x="84" y="112"/>
                  </a:cxn>
                  <a:cxn ang="0">
                    <a:pos x="67" y="85"/>
                  </a:cxn>
                  <a:cxn ang="0">
                    <a:pos x="59" y="74"/>
                  </a:cxn>
                </a:cxnLst>
                <a:rect l="0" t="0" r="r" b="b"/>
                <a:pathLst>
                  <a:path w="133" h="144">
                    <a:moveTo>
                      <a:pt x="59" y="74"/>
                    </a:moveTo>
                    <a:cubicBezTo>
                      <a:pt x="58" y="74"/>
                      <a:pt x="59" y="72"/>
                      <a:pt x="58" y="70"/>
                    </a:cubicBezTo>
                    <a:cubicBezTo>
                      <a:pt x="57" y="69"/>
                      <a:pt x="52" y="69"/>
                      <a:pt x="51" y="68"/>
                    </a:cubicBezTo>
                    <a:cubicBezTo>
                      <a:pt x="49" y="67"/>
                      <a:pt x="45" y="56"/>
                      <a:pt x="45" y="53"/>
                    </a:cubicBezTo>
                    <a:cubicBezTo>
                      <a:pt x="41" y="43"/>
                      <a:pt x="31" y="44"/>
                      <a:pt x="28" y="38"/>
                    </a:cubicBezTo>
                    <a:cubicBezTo>
                      <a:pt x="26" y="33"/>
                      <a:pt x="24" y="30"/>
                      <a:pt x="22" y="25"/>
                    </a:cubicBezTo>
                    <a:cubicBezTo>
                      <a:pt x="20" y="21"/>
                      <a:pt x="15" y="22"/>
                      <a:pt x="11" y="21"/>
                    </a:cubicBezTo>
                    <a:cubicBezTo>
                      <a:pt x="8" y="20"/>
                      <a:pt x="1" y="8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" y="0"/>
                      <a:pt x="8" y="2"/>
                      <a:pt x="11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35" y="7"/>
                      <a:pt x="38" y="13"/>
                      <a:pt x="42" y="20"/>
                    </a:cubicBezTo>
                    <a:cubicBezTo>
                      <a:pt x="43" y="23"/>
                      <a:pt x="45" y="22"/>
                      <a:pt x="47" y="23"/>
                    </a:cubicBezTo>
                    <a:cubicBezTo>
                      <a:pt x="53" y="25"/>
                      <a:pt x="56" y="30"/>
                      <a:pt x="61" y="35"/>
                    </a:cubicBezTo>
                    <a:cubicBezTo>
                      <a:pt x="69" y="43"/>
                      <a:pt x="74" y="49"/>
                      <a:pt x="86" y="53"/>
                    </a:cubicBezTo>
                    <a:cubicBezTo>
                      <a:pt x="93" y="55"/>
                      <a:pt x="101" y="57"/>
                      <a:pt x="101" y="64"/>
                    </a:cubicBezTo>
                    <a:cubicBezTo>
                      <a:pt x="101" y="64"/>
                      <a:pt x="100" y="65"/>
                      <a:pt x="100" y="66"/>
                    </a:cubicBezTo>
                    <a:cubicBezTo>
                      <a:pt x="101" y="66"/>
                      <a:pt x="102" y="66"/>
                      <a:pt x="103" y="66"/>
                    </a:cubicBezTo>
                    <a:cubicBezTo>
                      <a:pt x="105" y="66"/>
                      <a:pt x="106" y="68"/>
                      <a:pt x="107" y="70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05" y="80"/>
                      <a:pt x="109" y="81"/>
                      <a:pt x="114" y="81"/>
                    </a:cubicBezTo>
                    <a:cubicBezTo>
                      <a:pt x="114" y="91"/>
                      <a:pt x="119" y="93"/>
                      <a:pt x="124" y="98"/>
                    </a:cubicBezTo>
                    <a:cubicBezTo>
                      <a:pt x="127" y="101"/>
                      <a:pt x="133" y="102"/>
                      <a:pt x="133" y="106"/>
                    </a:cubicBezTo>
                    <a:cubicBezTo>
                      <a:pt x="133" y="112"/>
                      <a:pt x="133" y="116"/>
                      <a:pt x="133" y="125"/>
                    </a:cubicBezTo>
                    <a:cubicBezTo>
                      <a:pt x="128" y="127"/>
                      <a:pt x="131" y="133"/>
                      <a:pt x="131" y="138"/>
                    </a:cubicBezTo>
                    <a:cubicBezTo>
                      <a:pt x="131" y="143"/>
                      <a:pt x="122" y="144"/>
                      <a:pt x="119" y="144"/>
                    </a:cubicBezTo>
                    <a:cubicBezTo>
                      <a:pt x="116" y="144"/>
                      <a:pt x="109" y="132"/>
                      <a:pt x="108" y="132"/>
                    </a:cubicBezTo>
                    <a:cubicBezTo>
                      <a:pt x="100" y="124"/>
                      <a:pt x="92" y="120"/>
                      <a:pt x="84" y="112"/>
                    </a:cubicBezTo>
                    <a:cubicBezTo>
                      <a:pt x="75" y="103"/>
                      <a:pt x="71" y="95"/>
                      <a:pt x="67" y="85"/>
                    </a:cubicBezTo>
                    <a:cubicBezTo>
                      <a:pt x="66" y="83"/>
                      <a:pt x="60" y="74"/>
                      <a:pt x="59" y="7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3" name="Freeform 105">
                <a:extLst>
                  <a:ext uri="{FF2B5EF4-FFF2-40B4-BE49-F238E27FC236}">
                    <a16:creationId xmlns:a16="http://schemas.microsoft.com/office/drawing/2014/main" id="{EC64D3FF-95B4-E0A2-6E9C-562E29FFF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2757488"/>
                <a:ext cx="169863" cy="188913"/>
              </a:xfrm>
              <a:custGeom>
                <a:avLst/>
                <a:gdLst/>
                <a:ahLst/>
                <a:cxnLst>
                  <a:cxn ang="0">
                    <a:pos x="37" y="130"/>
                  </a:cxn>
                  <a:cxn ang="0">
                    <a:pos x="36" y="124"/>
                  </a:cxn>
                  <a:cxn ang="0">
                    <a:pos x="27" y="126"/>
                  </a:cxn>
                  <a:cxn ang="0">
                    <a:pos x="11" y="102"/>
                  </a:cxn>
                  <a:cxn ang="0">
                    <a:pos x="12" y="99"/>
                  </a:cxn>
                  <a:cxn ang="0">
                    <a:pos x="6" y="97"/>
                  </a:cxn>
                  <a:cxn ang="0">
                    <a:pos x="0" y="78"/>
                  </a:cxn>
                  <a:cxn ang="0">
                    <a:pos x="15" y="74"/>
                  </a:cxn>
                  <a:cxn ang="0">
                    <a:pos x="33" y="54"/>
                  </a:cxn>
                  <a:cxn ang="0">
                    <a:pos x="45" y="50"/>
                  </a:cxn>
                  <a:cxn ang="0">
                    <a:pos x="56" y="41"/>
                  </a:cxn>
                  <a:cxn ang="0">
                    <a:pos x="59" y="35"/>
                  </a:cxn>
                  <a:cxn ang="0">
                    <a:pos x="63" y="32"/>
                  </a:cxn>
                  <a:cxn ang="0">
                    <a:pos x="66" y="29"/>
                  </a:cxn>
                  <a:cxn ang="0">
                    <a:pos x="82" y="23"/>
                  </a:cxn>
                  <a:cxn ang="0">
                    <a:pos x="102" y="0"/>
                  </a:cxn>
                  <a:cxn ang="0">
                    <a:pos x="109" y="11"/>
                  </a:cxn>
                  <a:cxn ang="0">
                    <a:pos x="127" y="23"/>
                  </a:cxn>
                  <a:cxn ang="0">
                    <a:pos x="117" y="29"/>
                  </a:cxn>
                  <a:cxn ang="0">
                    <a:pos x="119" y="31"/>
                  </a:cxn>
                  <a:cxn ang="0">
                    <a:pos x="106" y="37"/>
                  </a:cxn>
                  <a:cxn ang="0">
                    <a:pos x="108" y="41"/>
                  </a:cxn>
                  <a:cxn ang="0">
                    <a:pos x="105" y="44"/>
                  </a:cxn>
                  <a:cxn ang="0">
                    <a:pos x="125" y="73"/>
                  </a:cxn>
                  <a:cxn ang="0">
                    <a:pos x="115" y="77"/>
                  </a:cxn>
                  <a:cxn ang="0">
                    <a:pos x="111" y="78"/>
                  </a:cxn>
                  <a:cxn ang="0">
                    <a:pos x="109" y="83"/>
                  </a:cxn>
                  <a:cxn ang="0">
                    <a:pos x="103" y="102"/>
                  </a:cxn>
                  <a:cxn ang="0">
                    <a:pos x="93" y="113"/>
                  </a:cxn>
                  <a:cxn ang="0">
                    <a:pos x="95" y="119"/>
                  </a:cxn>
                  <a:cxn ang="0">
                    <a:pos x="90" y="134"/>
                  </a:cxn>
                  <a:cxn ang="0">
                    <a:pos x="76" y="141"/>
                  </a:cxn>
                  <a:cxn ang="0">
                    <a:pos x="71" y="135"/>
                  </a:cxn>
                  <a:cxn ang="0">
                    <a:pos x="51" y="128"/>
                  </a:cxn>
                  <a:cxn ang="0">
                    <a:pos x="40" y="132"/>
                  </a:cxn>
                  <a:cxn ang="0">
                    <a:pos x="37" y="130"/>
                  </a:cxn>
                </a:cxnLst>
                <a:rect l="0" t="0" r="r" b="b"/>
                <a:pathLst>
                  <a:path w="127" h="141">
                    <a:moveTo>
                      <a:pt x="37" y="130"/>
                    </a:moveTo>
                    <a:cubicBezTo>
                      <a:pt x="36" y="130"/>
                      <a:pt x="36" y="125"/>
                      <a:pt x="36" y="124"/>
                    </a:cubicBezTo>
                    <a:cubicBezTo>
                      <a:pt x="32" y="123"/>
                      <a:pt x="30" y="126"/>
                      <a:pt x="27" y="126"/>
                    </a:cubicBezTo>
                    <a:cubicBezTo>
                      <a:pt x="10" y="126"/>
                      <a:pt x="17" y="110"/>
                      <a:pt x="11" y="102"/>
                    </a:cubicBezTo>
                    <a:cubicBezTo>
                      <a:pt x="11" y="101"/>
                      <a:pt x="12" y="100"/>
                      <a:pt x="12" y="99"/>
                    </a:cubicBezTo>
                    <a:cubicBezTo>
                      <a:pt x="11" y="97"/>
                      <a:pt x="8" y="97"/>
                      <a:pt x="6" y="97"/>
                    </a:cubicBezTo>
                    <a:cubicBezTo>
                      <a:pt x="4" y="96"/>
                      <a:pt x="0" y="80"/>
                      <a:pt x="0" y="78"/>
                    </a:cubicBezTo>
                    <a:cubicBezTo>
                      <a:pt x="0" y="71"/>
                      <a:pt x="9" y="74"/>
                      <a:pt x="15" y="74"/>
                    </a:cubicBezTo>
                    <a:cubicBezTo>
                      <a:pt x="29" y="74"/>
                      <a:pt x="27" y="60"/>
                      <a:pt x="33" y="54"/>
                    </a:cubicBezTo>
                    <a:cubicBezTo>
                      <a:pt x="36" y="51"/>
                      <a:pt x="41" y="51"/>
                      <a:pt x="45" y="50"/>
                    </a:cubicBezTo>
                    <a:cubicBezTo>
                      <a:pt x="52" y="49"/>
                      <a:pt x="52" y="44"/>
                      <a:pt x="56" y="41"/>
                    </a:cubicBezTo>
                    <a:cubicBezTo>
                      <a:pt x="54" y="39"/>
                      <a:pt x="59" y="35"/>
                      <a:pt x="59" y="35"/>
                    </a:cubicBezTo>
                    <a:cubicBezTo>
                      <a:pt x="61" y="34"/>
                      <a:pt x="61" y="33"/>
                      <a:pt x="63" y="32"/>
                    </a:cubicBezTo>
                    <a:cubicBezTo>
                      <a:pt x="64" y="32"/>
                      <a:pt x="65" y="30"/>
                      <a:pt x="66" y="29"/>
                    </a:cubicBezTo>
                    <a:cubicBezTo>
                      <a:pt x="70" y="25"/>
                      <a:pt x="80" y="27"/>
                      <a:pt x="82" y="23"/>
                    </a:cubicBezTo>
                    <a:cubicBezTo>
                      <a:pt x="85" y="16"/>
                      <a:pt x="95" y="0"/>
                      <a:pt x="102" y="0"/>
                    </a:cubicBezTo>
                    <a:cubicBezTo>
                      <a:pt x="109" y="0"/>
                      <a:pt x="109" y="4"/>
                      <a:pt x="109" y="11"/>
                    </a:cubicBezTo>
                    <a:cubicBezTo>
                      <a:pt x="109" y="20"/>
                      <a:pt x="127" y="15"/>
                      <a:pt x="127" y="23"/>
                    </a:cubicBezTo>
                    <a:cubicBezTo>
                      <a:pt x="127" y="27"/>
                      <a:pt x="117" y="25"/>
                      <a:pt x="117" y="29"/>
                    </a:cubicBezTo>
                    <a:cubicBezTo>
                      <a:pt x="117" y="30"/>
                      <a:pt x="118" y="31"/>
                      <a:pt x="119" y="31"/>
                    </a:cubicBezTo>
                    <a:cubicBezTo>
                      <a:pt x="118" y="32"/>
                      <a:pt x="106" y="37"/>
                      <a:pt x="106" y="37"/>
                    </a:cubicBezTo>
                    <a:cubicBezTo>
                      <a:pt x="107" y="38"/>
                      <a:pt x="108" y="40"/>
                      <a:pt x="108" y="41"/>
                    </a:cubicBezTo>
                    <a:cubicBezTo>
                      <a:pt x="107" y="42"/>
                      <a:pt x="105" y="43"/>
                      <a:pt x="105" y="44"/>
                    </a:cubicBezTo>
                    <a:cubicBezTo>
                      <a:pt x="105" y="51"/>
                      <a:pt x="117" y="73"/>
                      <a:pt x="125" y="73"/>
                    </a:cubicBezTo>
                    <a:cubicBezTo>
                      <a:pt x="124" y="79"/>
                      <a:pt x="120" y="77"/>
                      <a:pt x="115" y="77"/>
                    </a:cubicBezTo>
                    <a:cubicBezTo>
                      <a:pt x="114" y="77"/>
                      <a:pt x="112" y="78"/>
                      <a:pt x="111" y="78"/>
                    </a:cubicBezTo>
                    <a:cubicBezTo>
                      <a:pt x="109" y="83"/>
                      <a:pt x="109" y="83"/>
                      <a:pt x="109" y="83"/>
                    </a:cubicBezTo>
                    <a:cubicBezTo>
                      <a:pt x="106" y="92"/>
                      <a:pt x="103" y="95"/>
                      <a:pt x="103" y="102"/>
                    </a:cubicBezTo>
                    <a:cubicBezTo>
                      <a:pt x="98" y="103"/>
                      <a:pt x="93" y="110"/>
                      <a:pt x="93" y="113"/>
                    </a:cubicBezTo>
                    <a:cubicBezTo>
                      <a:pt x="93" y="116"/>
                      <a:pt x="95" y="117"/>
                      <a:pt x="95" y="119"/>
                    </a:cubicBezTo>
                    <a:cubicBezTo>
                      <a:pt x="95" y="122"/>
                      <a:pt x="90" y="129"/>
                      <a:pt x="90" y="134"/>
                    </a:cubicBezTo>
                    <a:cubicBezTo>
                      <a:pt x="83" y="135"/>
                      <a:pt x="82" y="141"/>
                      <a:pt x="76" y="141"/>
                    </a:cubicBezTo>
                    <a:cubicBezTo>
                      <a:pt x="72" y="141"/>
                      <a:pt x="71" y="137"/>
                      <a:pt x="71" y="135"/>
                    </a:cubicBezTo>
                    <a:cubicBezTo>
                      <a:pt x="64" y="133"/>
                      <a:pt x="59" y="128"/>
                      <a:pt x="51" y="128"/>
                    </a:cubicBezTo>
                    <a:cubicBezTo>
                      <a:pt x="48" y="128"/>
                      <a:pt x="45" y="132"/>
                      <a:pt x="40" y="132"/>
                    </a:cubicBezTo>
                    <a:cubicBezTo>
                      <a:pt x="39" y="132"/>
                      <a:pt x="38" y="130"/>
                      <a:pt x="37" y="1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4" name="Freeform 106">
                <a:extLst>
                  <a:ext uri="{FF2B5EF4-FFF2-40B4-BE49-F238E27FC236}">
                    <a16:creationId xmlns:a16="http://schemas.microsoft.com/office/drawing/2014/main" id="{16EA61C6-A5A0-ED3B-4CC3-D1962FB49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7463" y="2847975"/>
                <a:ext cx="106363" cy="123825"/>
              </a:xfrm>
              <a:custGeom>
                <a:avLst/>
                <a:gdLst/>
                <a:ahLst/>
                <a:cxnLst>
                  <a:cxn ang="0">
                    <a:pos x="31" y="34"/>
                  </a:cxn>
                  <a:cxn ang="0">
                    <a:pos x="27" y="38"/>
                  </a:cxn>
                  <a:cxn ang="0">
                    <a:pos x="17" y="24"/>
                  </a:cxn>
                  <a:cxn ang="0">
                    <a:pos x="32" y="16"/>
                  </a:cxn>
                  <a:cxn ang="0">
                    <a:pos x="49" y="15"/>
                  </a:cxn>
                  <a:cxn ang="0">
                    <a:pos x="64" y="18"/>
                  </a:cxn>
                  <a:cxn ang="0">
                    <a:pos x="77" y="4"/>
                  </a:cxn>
                  <a:cxn ang="0">
                    <a:pos x="79" y="0"/>
                  </a:cxn>
                  <a:cxn ang="0">
                    <a:pos x="77" y="0"/>
                  </a:cxn>
                  <a:cxn ang="0">
                    <a:pos x="63" y="10"/>
                  </a:cxn>
                  <a:cxn ang="0">
                    <a:pos x="59" y="10"/>
                  </a:cxn>
                  <a:cxn ang="0">
                    <a:pos x="28" y="5"/>
                  </a:cxn>
                  <a:cxn ang="0">
                    <a:pos x="12" y="30"/>
                  </a:cxn>
                  <a:cxn ang="0">
                    <a:pos x="8" y="37"/>
                  </a:cxn>
                  <a:cxn ang="0">
                    <a:pos x="0" y="61"/>
                  </a:cxn>
                  <a:cxn ang="0">
                    <a:pos x="8" y="66"/>
                  </a:cxn>
                  <a:cxn ang="0">
                    <a:pos x="8" y="87"/>
                  </a:cxn>
                  <a:cxn ang="0">
                    <a:pos x="16" y="93"/>
                  </a:cxn>
                  <a:cxn ang="0">
                    <a:pos x="22" y="76"/>
                  </a:cxn>
                  <a:cxn ang="0">
                    <a:pos x="18" y="61"/>
                  </a:cxn>
                  <a:cxn ang="0">
                    <a:pos x="25" y="56"/>
                  </a:cxn>
                  <a:cxn ang="0">
                    <a:pos x="28" y="56"/>
                  </a:cxn>
                  <a:cxn ang="0">
                    <a:pos x="27" y="65"/>
                  </a:cxn>
                  <a:cxn ang="0">
                    <a:pos x="34" y="79"/>
                  </a:cxn>
                  <a:cxn ang="0">
                    <a:pos x="34" y="83"/>
                  </a:cxn>
                  <a:cxn ang="0">
                    <a:pos x="39" y="83"/>
                  </a:cxn>
                  <a:cxn ang="0">
                    <a:pos x="49" y="73"/>
                  </a:cxn>
                  <a:cxn ang="0">
                    <a:pos x="43" y="65"/>
                  </a:cxn>
                  <a:cxn ang="0">
                    <a:pos x="45" y="63"/>
                  </a:cxn>
                  <a:cxn ang="0">
                    <a:pos x="34" y="44"/>
                  </a:cxn>
                  <a:cxn ang="0">
                    <a:pos x="57" y="31"/>
                  </a:cxn>
                  <a:cxn ang="0">
                    <a:pos x="57" y="28"/>
                  </a:cxn>
                  <a:cxn ang="0">
                    <a:pos x="31" y="36"/>
                  </a:cxn>
                  <a:cxn ang="0">
                    <a:pos x="31" y="34"/>
                  </a:cxn>
                </a:cxnLst>
                <a:rect l="0" t="0" r="r" b="b"/>
                <a:pathLst>
                  <a:path w="79" h="93">
                    <a:moveTo>
                      <a:pt x="31" y="34"/>
                    </a:moveTo>
                    <a:cubicBezTo>
                      <a:pt x="30" y="36"/>
                      <a:pt x="29" y="38"/>
                      <a:pt x="27" y="38"/>
                    </a:cubicBezTo>
                    <a:cubicBezTo>
                      <a:pt x="20" y="38"/>
                      <a:pt x="17" y="30"/>
                      <a:pt x="17" y="24"/>
                    </a:cubicBezTo>
                    <a:cubicBezTo>
                      <a:pt x="17" y="15"/>
                      <a:pt x="24" y="16"/>
                      <a:pt x="32" y="16"/>
                    </a:cubicBezTo>
                    <a:cubicBezTo>
                      <a:pt x="39" y="16"/>
                      <a:pt x="42" y="15"/>
                      <a:pt x="49" y="15"/>
                    </a:cubicBezTo>
                    <a:cubicBezTo>
                      <a:pt x="54" y="15"/>
                      <a:pt x="58" y="18"/>
                      <a:pt x="64" y="18"/>
                    </a:cubicBezTo>
                    <a:cubicBezTo>
                      <a:pt x="73" y="18"/>
                      <a:pt x="76" y="10"/>
                      <a:pt x="77" y="4"/>
                    </a:cubicBezTo>
                    <a:cubicBezTo>
                      <a:pt x="79" y="4"/>
                      <a:pt x="79" y="1"/>
                      <a:pt x="79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2" y="4"/>
                      <a:pt x="65" y="8"/>
                      <a:pt x="63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17" y="5"/>
                      <a:pt x="12" y="20"/>
                      <a:pt x="12" y="30"/>
                    </a:cubicBezTo>
                    <a:cubicBezTo>
                      <a:pt x="12" y="33"/>
                      <a:pt x="8" y="35"/>
                      <a:pt x="8" y="37"/>
                    </a:cubicBezTo>
                    <a:cubicBezTo>
                      <a:pt x="4" y="47"/>
                      <a:pt x="0" y="51"/>
                      <a:pt x="0" y="61"/>
                    </a:cubicBezTo>
                    <a:cubicBezTo>
                      <a:pt x="0" y="66"/>
                      <a:pt x="6" y="66"/>
                      <a:pt x="8" y="66"/>
                    </a:cubicBezTo>
                    <a:cubicBezTo>
                      <a:pt x="8" y="73"/>
                      <a:pt x="8" y="83"/>
                      <a:pt x="8" y="87"/>
                    </a:cubicBezTo>
                    <a:cubicBezTo>
                      <a:pt x="8" y="90"/>
                      <a:pt x="12" y="93"/>
                      <a:pt x="16" y="93"/>
                    </a:cubicBezTo>
                    <a:cubicBezTo>
                      <a:pt x="20" y="93"/>
                      <a:pt x="22" y="78"/>
                      <a:pt x="22" y="76"/>
                    </a:cubicBezTo>
                    <a:cubicBezTo>
                      <a:pt x="22" y="70"/>
                      <a:pt x="18" y="67"/>
                      <a:pt x="18" y="61"/>
                    </a:cubicBezTo>
                    <a:cubicBezTo>
                      <a:pt x="18" y="58"/>
                      <a:pt x="22" y="56"/>
                      <a:pt x="25" y="56"/>
                    </a:cubicBezTo>
                    <a:cubicBezTo>
                      <a:pt x="26" y="56"/>
                      <a:pt x="27" y="56"/>
                      <a:pt x="28" y="56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71"/>
                      <a:pt x="34" y="73"/>
                      <a:pt x="34" y="79"/>
                    </a:cubicBezTo>
                    <a:cubicBezTo>
                      <a:pt x="34" y="80"/>
                      <a:pt x="34" y="81"/>
                      <a:pt x="34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9" y="78"/>
                      <a:pt x="49" y="78"/>
                      <a:pt x="49" y="73"/>
                    </a:cubicBezTo>
                    <a:cubicBezTo>
                      <a:pt x="47" y="73"/>
                      <a:pt x="43" y="68"/>
                      <a:pt x="43" y="65"/>
                    </a:cubicBezTo>
                    <a:cubicBezTo>
                      <a:pt x="43" y="65"/>
                      <a:pt x="44" y="64"/>
                      <a:pt x="45" y="63"/>
                    </a:cubicBezTo>
                    <a:cubicBezTo>
                      <a:pt x="42" y="61"/>
                      <a:pt x="34" y="46"/>
                      <a:pt x="34" y="44"/>
                    </a:cubicBezTo>
                    <a:cubicBezTo>
                      <a:pt x="46" y="44"/>
                      <a:pt x="47" y="35"/>
                      <a:pt x="57" y="31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4" y="27"/>
                      <a:pt x="31" y="35"/>
                      <a:pt x="31" y="36"/>
                    </a:cubicBezTo>
                    <a:lnTo>
                      <a:pt x="31" y="3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5" name="Freeform 107">
                <a:extLst>
                  <a:ext uri="{FF2B5EF4-FFF2-40B4-BE49-F238E27FC236}">
                    <a16:creationId xmlns:a16="http://schemas.microsoft.com/office/drawing/2014/main" id="{96993411-744E-F391-A3AA-5766E8644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5213" y="2973388"/>
                <a:ext cx="171450" cy="49213"/>
              </a:xfrm>
              <a:custGeom>
                <a:avLst/>
                <a:gdLst/>
                <a:ahLst/>
                <a:cxnLst>
                  <a:cxn ang="0">
                    <a:pos x="123" y="36"/>
                  </a:cxn>
                  <a:cxn ang="0">
                    <a:pos x="114" y="33"/>
                  </a:cxn>
                  <a:cxn ang="0">
                    <a:pos x="114" y="37"/>
                  </a:cxn>
                  <a:cxn ang="0">
                    <a:pos x="67" y="31"/>
                  </a:cxn>
                  <a:cxn ang="0">
                    <a:pos x="56" y="25"/>
                  </a:cxn>
                  <a:cxn ang="0">
                    <a:pos x="32" y="22"/>
                  </a:cxn>
                  <a:cxn ang="0">
                    <a:pos x="14" y="20"/>
                  </a:cxn>
                  <a:cxn ang="0">
                    <a:pos x="0" y="10"/>
                  </a:cxn>
                  <a:cxn ang="0">
                    <a:pos x="11" y="1"/>
                  </a:cxn>
                  <a:cxn ang="0">
                    <a:pos x="14" y="3"/>
                  </a:cxn>
                  <a:cxn ang="0">
                    <a:pos x="22" y="0"/>
                  </a:cxn>
                  <a:cxn ang="0">
                    <a:pos x="55" y="14"/>
                  </a:cxn>
                  <a:cxn ang="0">
                    <a:pos x="68" y="7"/>
                  </a:cxn>
                  <a:cxn ang="0">
                    <a:pos x="88" y="15"/>
                  </a:cxn>
                  <a:cxn ang="0">
                    <a:pos x="101" y="14"/>
                  </a:cxn>
                  <a:cxn ang="0">
                    <a:pos x="105" y="14"/>
                  </a:cxn>
                  <a:cxn ang="0">
                    <a:pos x="89" y="17"/>
                  </a:cxn>
                  <a:cxn ang="0">
                    <a:pos x="107" y="22"/>
                  </a:cxn>
                  <a:cxn ang="0">
                    <a:pos x="111" y="26"/>
                  </a:cxn>
                  <a:cxn ang="0">
                    <a:pos x="121" y="27"/>
                  </a:cxn>
                  <a:cxn ang="0">
                    <a:pos x="128" y="31"/>
                  </a:cxn>
                  <a:cxn ang="0">
                    <a:pos x="123" y="36"/>
                  </a:cxn>
                </a:cxnLst>
                <a:rect l="0" t="0" r="r" b="b"/>
                <a:pathLst>
                  <a:path w="128" h="37">
                    <a:moveTo>
                      <a:pt x="123" y="36"/>
                    </a:moveTo>
                    <a:cubicBezTo>
                      <a:pt x="119" y="36"/>
                      <a:pt x="119" y="33"/>
                      <a:pt x="114" y="33"/>
                    </a:cubicBezTo>
                    <a:cubicBezTo>
                      <a:pt x="113" y="33"/>
                      <a:pt x="114" y="36"/>
                      <a:pt x="114" y="37"/>
                    </a:cubicBezTo>
                    <a:cubicBezTo>
                      <a:pt x="100" y="32"/>
                      <a:pt x="85" y="31"/>
                      <a:pt x="67" y="31"/>
                    </a:cubicBezTo>
                    <a:cubicBezTo>
                      <a:pt x="62" y="31"/>
                      <a:pt x="61" y="25"/>
                      <a:pt x="56" y="25"/>
                    </a:cubicBezTo>
                    <a:cubicBezTo>
                      <a:pt x="48" y="25"/>
                      <a:pt x="41" y="25"/>
                      <a:pt x="32" y="22"/>
                    </a:cubicBezTo>
                    <a:cubicBezTo>
                      <a:pt x="25" y="20"/>
                      <a:pt x="19" y="24"/>
                      <a:pt x="14" y="20"/>
                    </a:cubicBezTo>
                    <a:cubicBezTo>
                      <a:pt x="10" y="15"/>
                      <a:pt x="7" y="10"/>
                      <a:pt x="0" y="10"/>
                    </a:cubicBezTo>
                    <a:cubicBezTo>
                      <a:pt x="0" y="9"/>
                      <a:pt x="8" y="1"/>
                      <a:pt x="11" y="1"/>
                    </a:cubicBezTo>
                    <a:cubicBezTo>
                      <a:pt x="12" y="1"/>
                      <a:pt x="13" y="3"/>
                      <a:pt x="14" y="3"/>
                    </a:cubicBezTo>
                    <a:cubicBezTo>
                      <a:pt x="17" y="3"/>
                      <a:pt x="19" y="0"/>
                      <a:pt x="22" y="0"/>
                    </a:cubicBezTo>
                    <a:cubicBezTo>
                      <a:pt x="35" y="0"/>
                      <a:pt x="41" y="14"/>
                      <a:pt x="55" y="14"/>
                    </a:cubicBezTo>
                    <a:cubicBezTo>
                      <a:pt x="62" y="14"/>
                      <a:pt x="63" y="7"/>
                      <a:pt x="68" y="7"/>
                    </a:cubicBezTo>
                    <a:cubicBezTo>
                      <a:pt x="77" y="7"/>
                      <a:pt x="80" y="15"/>
                      <a:pt x="88" y="1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4" y="16"/>
                      <a:pt x="89" y="17"/>
                      <a:pt x="89" y="17"/>
                    </a:cubicBezTo>
                    <a:cubicBezTo>
                      <a:pt x="93" y="22"/>
                      <a:pt x="99" y="22"/>
                      <a:pt x="107" y="22"/>
                    </a:cubicBezTo>
                    <a:cubicBezTo>
                      <a:pt x="110" y="22"/>
                      <a:pt x="110" y="26"/>
                      <a:pt x="111" y="26"/>
                    </a:cubicBezTo>
                    <a:cubicBezTo>
                      <a:pt x="114" y="30"/>
                      <a:pt x="117" y="26"/>
                      <a:pt x="121" y="27"/>
                    </a:cubicBezTo>
                    <a:cubicBezTo>
                      <a:pt x="125" y="29"/>
                      <a:pt x="125" y="30"/>
                      <a:pt x="128" y="31"/>
                    </a:cubicBezTo>
                    <a:cubicBezTo>
                      <a:pt x="127" y="33"/>
                      <a:pt x="124" y="36"/>
                      <a:pt x="123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6" name="Freeform 108">
                <a:extLst>
                  <a:ext uri="{FF2B5EF4-FFF2-40B4-BE49-F238E27FC236}">
                    <a16:creationId xmlns:a16="http://schemas.microsoft.com/office/drawing/2014/main" id="{47B65410-9C20-53EA-AB35-BC68F3220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6513" y="3013075"/>
                <a:ext cx="52388" cy="12700"/>
              </a:xfrm>
              <a:custGeom>
                <a:avLst/>
                <a:gdLst/>
                <a:ahLst/>
                <a:cxnLst>
                  <a:cxn ang="0">
                    <a:pos x="26" y="9"/>
                  </a:cxn>
                  <a:cxn ang="0">
                    <a:pos x="10" y="9"/>
                  </a:cxn>
                  <a:cxn ang="0">
                    <a:pos x="0" y="4"/>
                  </a:cxn>
                  <a:cxn ang="0">
                    <a:pos x="8" y="1"/>
                  </a:cxn>
                  <a:cxn ang="0">
                    <a:pos x="26" y="4"/>
                  </a:cxn>
                  <a:cxn ang="0">
                    <a:pos x="39" y="0"/>
                  </a:cxn>
                  <a:cxn ang="0">
                    <a:pos x="26" y="9"/>
                  </a:cxn>
                </a:cxnLst>
                <a:rect l="0" t="0" r="r" b="b"/>
                <a:pathLst>
                  <a:path w="39" h="9">
                    <a:moveTo>
                      <a:pt x="26" y="9"/>
                    </a:moveTo>
                    <a:cubicBezTo>
                      <a:pt x="20" y="9"/>
                      <a:pt x="13" y="9"/>
                      <a:pt x="10" y="9"/>
                    </a:cubicBezTo>
                    <a:cubicBezTo>
                      <a:pt x="7" y="9"/>
                      <a:pt x="0" y="9"/>
                      <a:pt x="0" y="4"/>
                    </a:cubicBezTo>
                    <a:cubicBezTo>
                      <a:pt x="0" y="1"/>
                      <a:pt x="5" y="1"/>
                      <a:pt x="8" y="1"/>
                    </a:cubicBezTo>
                    <a:cubicBezTo>
                      <a:pt x="16" y="1"/>
                      <a:pt x="19" y="4"/>
                      <a:pt x="26" y="4"/>
                    </a:cubicBezTo>
                    <a:cubicBezTo>
                      <a:pt x="32" y="4"/>
                      <a:pt x="35" y="2"/>
                      <a:pt x="39" y="0"/>
                    </a:cubicBezTo>
                    <a:cubicBezTo>
                      <a:pt x="35" y="6"/>
                      <a:pt x="32" y="7"/>
                      <a:pt x="26" y="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7" name="Freeform 109">
                <a:extLst>
                  <a:ext uri="{FF2B5EF4-FFF2-40B4-BE49-F238E27FC236}">
                    <a16:creationId xmlns:a16="http://schemas.microsoft.com/office/drawing/2014/main" id="{DD249E64-7E81-1D15-19D8-A930CF64C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5713" y="3016250"/>
                <a:ext cx="36513" cy="12700"/>
              </a:xfrm>
              <a:custGeom>
                <a:avLst/>
                <a:gdLst/>
                <a:ahLst/>
                <a:cxnLst>
                  <a:cxn ang="0">
                    <a:pos x="27" y="6"/>
                  </a:cxn>
                  <a:cxn ang="0">
                    <a:pos x="23" y="6"/>
                  </a:cxn>
                  <a:cxn ang="0">
                    <a:pos x="19" y="5"/>
                  </a:cxn>
                  <a:cxn ang="0">
                    <a:pos x="9" y="9"/>
                  </a:cxn>
                  <a:cxn ang="0">
                    <a:pos x="0" y="6"/>
                  </a:cxn>
                  <a:cxn ang="0">
                    <a:pos x="7" y="1"/>
                  </a:cxn>
                  <a:cxn ang="0">
                    <a:pos x="16" y="3"/>
                  </a:cxn>
                  <a:cxn ang="0">
                    <a:pos x="16" y="0"/>
                  </a:cxn>
                  <a:cxn ang="0">
                    <a:pos x="27" y="0"/>
                  </a:cxn>
                  <a:cxn ang="0">
                    <a:pos x="27" y="6"/>
                  </a:cxn>
                </a:cxnLst>
                <a:rect l="0" t="0" r="r" b="b"/>
                <a:pathLst>
                  <a:path w="27" h="9">
                    <a:moveTo>
                      <a:pt x="27" y="6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5" y="6"/>
                      <a:pt x="13" y="9"/>
                      <a:pt x="9" y="9"/>
                    </a:cubicBezTo>
                    <a:cubicBezTo>
                      <a:pt x="5" y="9"/>
                      <a:pt x="0" y="8"/>
                      <a:pt x="0" y="6"/>
                    </a:cubicBezTo>
                    <a:cubicBezTo>
                      <a:pt x="0" y="1"/>
                      <a:pt x="3" y="1"/>
                      <a:pt x="7" y="1"/>
                    </a:cubicBezTo>
                    <a:cubicBezTo>
                      <a:pt x="11" y="1"/>
                      <a:pt x="13" y="2"/>
                      <a:pt x="16" y="3"/>
                    </a:cubicBezTo>
                    <a:cubicBezTo>
                      <a:pt x="16" y="2"/>
                      <a:pt x="16" y="1"/>
                      <a:pt x="1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3"/>
                      <a:pt x="26" y="5"/>
                      <a:pt x="27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8" name="Freeform 110">
                <a:extLst>
                  <a:ext uri="{FF2B5EF4-FFF2-40B4-BE49-F238E27FC236}">
                    <a16:creationId xmlns:a16="http://schemas.microsoft.com/office/drawing/2014/main" id="{A741ED78-3199-B2BA-4261-F19DC8578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3813" y="3030538"/>
                <a:ext cx="26988" cy="19050"/>
              </a:xfrm>
              <a:custGeom>
                <a:avLst/>
                <a:gdLst/>
                <a:ahLst/>
                <a:cxnLst>
                  <a:cxn ang="0">
                    <a:pos x="15" y="14"/>
                  </a:cxn>
                  <a:cxn ang="0">
                    <a:pos x="12" y="9"/>
                  </a:cxn>
                  <a:cxn ang="0">
                    <a:pos x="0" y="4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20" y="11"/>
                  </a:cxn>
                  <a:cxn ang="0">
                    <a:pos x="16" y="14"/>
                  </a:cxn>
                  <a:cxn ang="0">
                    <a:pos x="15" y="14"/>
                  </a:cxn>
                </a:cxnLst>
                <a:rect l="0" t="0" r="r" b="b"/>
                <a:pathLst>
                  <a:path w="20" h="14">
                    <a:moveTo>
                      <a:pt x="15" y="14"/>
                    </a:moveTo>
                    <a:cubicBezTo>
                      <a:pt x="12" y="14"/>
                      <a:pt x="12" y="10"/>
                      <a:pt x="12" y="9"/>
                    </a:cubicBezTo>
                    <a:cubicBezTo>
                      <a:pt x="8" y="9"/>
                      <a:pt x="0" y="8"/>
                      <a:pt x="0" y="4"/>
                    </a:cubicBezTo>
                    <a:cubicBezTo>
                      <a:pt x="0" y="0"/>
                      <a:pt x="6" y="1"/>
                      <a:pt x="9" y="1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3" y="7"/>
                      <a:pt x="20" y="6"/>
                      <a:pt x="20" y="11"/>
                    </a:cubicBezTo>
                    <a:cubicBezTo>
                      <a:pt x="20" y="13"/>
                      <a:pt x="18" y="14"/>
                      <a:pt x="16" y="14"/>
                    </a:cubicBezTo>
                    <a:cubicBezTo>
                      <a:pt x="16" y="14"/>
                      <a:pt x="15" y="14"/>
                      <a:pt x="15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79" name="Freeform 111">
                <a:extLst>
                  <a:ext uri="{FF2B5EF4-FFF2-40B4-BE49-F238E27FC236}">
                    <a16:creationId xmlns:a16="http://schemas.microsoft.com/office/drawing/2014/main" id="{EA8D1D91-6A12-7598-EEDD-2FF089F6A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3013" y="3014663"/>
                <a:ext cx="11113" cy="11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6" y="0"/>
                      <a:pt x="6" y="2"/>
                      <a:pt x="8" y="3"/>
                    </a:cubicBezTo>
                    <a:cubicBezTo>
                      <a:pt x="7" y="6"/>
                      <a:pt x="5" y="8"/>
                      <a:pt x="3" y="8"/>
                    </a:cubicBezTo>
                    <a:cubicBezTo>
                      <a:pt x="2" y="8"/>
                      <a:pt x="0" y="6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0" name="Freeform 112">
                <a:extLst>
                  <a:ext uri="{FF2B5EF4-FFF2-40B4-BE49-F238E27FC236}">
                    <a16:creationId xmlns:a16="http://schemas.microsoft.com/office/drawing/2014/main" id="{4927D2B1-436E-BF14-3309-41193B1AD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8425" y="3016250"/>
                <a:ext cx="58738" cy="34925"/>
              </a:xfrm>
              <a:custGeom>
                <a:avLst/>
                <a:gdLst/>
                <a:ahLst/>
                <a:cxnLst>
                  <a:cxn ang="0">
                    <a:pos x="19" y="13"/>
                  </a:cxn>
                  <a:cxn ang="0">
                    <a:pos x="17" y="19"/>
                  </a:cxn>
                  <a:cxn ang="0">
                    <a:pos x="3" y="26"/>
                  </a:cxn>
                  <a:cxn ang="0">
                    <a:pos x="0" y="22"/>
                  </a:cxn>
                  <a:cxn ang="0">
                    <a:pos x="15" y="10"/>
                  </a:cxn>
                  <a:cxn ang="0">
                    <a:pos x="17" y="6"/>
                  </a:cxn>
                  <a:cxn ang="0">
                    <a:pos x="45" y="3"/>
                  </a:cxn>
                  <a:cxn ang="0">
                    <a:pos x="19" y="13"/>
                  </a:cxn>
                </a:cxnLst>
                <a:rect l="0" t="0" r="r" b="b"/>
                <a:pathLst>
                  <a:path w="45" h="26">
                    <a:moveTo>
                      <a:pt x="19" y="13"/>
                    </a:moveTo>
                    <a:cubicBezTo>
                      <a:pt x="16" y="13"/>
                      <a:pt x="19" y="17"/>
                      <a:pt x="17" y="19"/>
                    </a:cubicBezTo>
                    <a:cubicBezTo>
                      <a:pt x="15" y="21"/>
                      <a:pt x="8" y="26"/>
                      <a:pt x="3" y="26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2"/>
                      <a:pt x="8" y="12"/>
                      <a:pt x="15" y="10"/>
                    </a:cubicBezTo>
                    <a:cubicBezTo>
                      <a:pt x="16" y="10"/>
                      <a:pt x="16" y="7"/>
                      <a:pt x="17" y="6"/>
                    </a:cubicBezTo>
                    <a:cubicBezTo>
                      <a:pt x="21" y="2"/>
                      <a:pt x="41" y="0"/>
                      <a:pt x="45" y="3"/>
                    </a:cubicBezTo>
                    <a:cubicBezTo>
                      <a:pt x="40" y="9"/>
                      <a:pt x="26" y="13"/>
                      <a:pt x="19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1" name="Freeform 113">
                <a:extLst>
                  <a:ext uri="{FF2B5EF4-FFF2-40B4-BE49-F238E27FC236}">
                    <a16:creationId xmlns:a16="http://schemas.microsoft.com/office/drawing/2014/main" id="{D5F136D2-B030-6DD0-F98B-045DEB4D8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9700" y="2922588"/>
                <a:ext cx="17463" cy="19050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8" y="14"/>
                  </a:cxn>
                  <a:cxn ang="0">
                    <a:pos x="0" y="5"/>
                  </a:cxn>
                  <a:cxn ang="0">
                    <a:pos x="13" y="8"/>
                  </a:cxn>
                </a:cxnLst>
                <a:rect l="0" t="0" r="r" b="b"/>
                <a:pathLst>
                  <a:path w="13" h="14">
                    <a:moveTo>
                      <a:pt x="13" y="8"/>
                    </a:moveTo>
                    <a:cubicBezTo>
                      <a:pt x="13" y="9"/>
                      <a:pt x="10" y="14"/>
                      <a:pt x="8" y="14"/>
                    </a:cubicBezTo>
                    <a:cubicBezTo>
                      <a:pt x="6" y="14"/>
                      <a:pt x="0" y="9"/>
                      <a:pt x="0" y="5"/>
                    </a:cubicBezTo>
                    <a:cubicBezTo>
                      <a:pt x="0" y="0"/>
                      <a:pt x="13" y="4"/>
                      <a:pt x="13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2" name="Freeform 114">
                <a:extLst>
                  <a:ext uri="{FF2B5EF4-FFF2-40B4-BE49-F238E27FC236}">
                    <a16:creationId xmlns:a16="http://schemas.microsoft.com/office/drawing/2014/main" id="{E8234737-6D6D-07FC-3327-12033640B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9863" y="2924175"/>
                <a:ext cx="47625" cy="14288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36" y="10"/>
                  </a:cxn>
                  <a:cxn ang="0">
                    <a:pos x="34" y="10"/>
                  </a:cxn>
                  <a:cxn ang="0">
                    <a:pos x="18" y="6"/>
                  </a:cxn>
                  <a:cxn ang="0">
                    <a:pos x="8" y="6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23" y="0"/>
                  </a:cxn>
                  <a:cxn ang="0">
                    <a:pos x="30" y="2"/>
                  </a:cxn>
                  <a:cxn ang="0">
                    <a:pos x="31" y="2"/>
                  </a:cxn>
                </a:cxnLst>
                <a:rect l="0" t="0" r="r" b="b"/>
                <a:pathLst>
                  <a:path w="36" h="10">
                    <a:moveTo>
                      <a:pt x="31" y="2"/>
                    </a:moveTo>
                    <a:cubicBezTo>
                      <a:pt x="32" y="5"/>
                      <a:pt x="36" y="6"/>
                      <a:pt x="36" y="10"/>
                    </a:cubicBezTo>
                    <a:cubicBezTo>
                      <a:pt x="36" y="10"/>
                      <a:pt x="35" y="10"/>
                      <a:pt x="34" y="10"/>
                    </a:cubicBezTo>
                    <a:cubicBezTo>
                      <a:pt x="28" y="10"/>
                      <a:pt x="25" y="6"/>
                      <a:pt x="18" y="6"/>
                    </a:cubicBezTo>
                    <a:cubicBezTo>
                      <a:pt x="14" y="6"/>
                      <a:pt x="12" y="6"/>
                      <a:pt x="8" y="6"/>
                    </a:cubicBezTo>
                    <a:cubicBezTo>
                      <a:pt x="6" y="6"/>
                      <a:pt x="0" y="4"/>
                      <a:pt x="0" y="4"/>
                    </a:cubicBezTo>
                    <a:cubicBezTo>
                      <a:pt x="0" y="2"/>
                      <a:pt x="3" y="1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3"/>
                      <a:pt x="27" y="2"/>
                      <a:pt x="30" y="2"/>
                    </a:cubicBezTo>
                    <a:lnTo>
                      <a:pt x="31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3" name="Freeform 115">
                <a:extLst>
                  <a:ext uri="{FF2B5EF4-FFF2-40B4-BE49-F238E27FC236}">
                    <a16:creationId xmlns:a16="http://schemas.microsoft.com/office/drawing/2014/main" id="{99C0FD1E-BCE5-27F7-31D2-F9A678A5A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513" y="2836863"/>
                <a:ext cx="19050" cy="46038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5"/>
                  </a:cxn>
                  <a:cxn ang="0">
                    <a:pos x="14" y="24"/>
                  </a:cxn>
                  <a:cxn ang="0">
                    <a:pos x="11" y="17"/>
                  </a:cxn>
                  <a:cxn ang="0">
                    <a:pos x="15" y="12"/>
                  </a:cxn>
                  <a:cxn ang="0">
                    <a:pos x="4" y="0"/>
                  </a:cxn>
                  <a:cxn ang="0">
                    <a:pos x="0" y="9"/>
                  </a:cxn>
                  <a:cxn ang="0">
                    <a:pos x="3" y="21"/>
                  </a:cxn>
                  <a:cxn ang="0">
                    <a:pos x="3" y="27"/>
                  </a:cxn>
                  <a:cxn ang="0">
                    <a:pos x="9" y="35"/>
                  </a:cxn>
                  <a:cxn ang="0">
                    <a:pos x="4" y="28"/>
                  </a:cxn>
                </a:cxnLst>
                <a:rect l="0" t="0" r="r" b="b"/>
                <a:pathLst>
                  <a:path w="15" h="35">
                    <a:moveTo>
                      <a:pt x="4" y="28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8" y="25"/>
                      <a:pt x="12" y="24"/>
                      <a:pt x="14" y="24"/>
                    </a:cubicBezTo>
                    <a:cubicBezTo>
                      <a:pt x="14" y="20"/>
                      <a:pt x="11" y="20"/>
                      <a:pt x="11" y="17"/>
                    </a:cubicBezTo>
                    <a:cubicBezTo>
                      <a:pt x="11" y="15"/>
                      <a:pt x="15" y="14"/>
                      <a:pt x="15" y="12"/>
                    </a:cubicBezTo>
                    <a:cubicBezTo>
                      <a:pt x="8" y="10"/>
                      <a:pt x="4" y="6"/>
                      <a:pt x="4" y="0"/>
                    </a:cubicBezTo>
                    <a:cubicBezTo>
                      <a:pt x="0" y="2"/>
                      <a:pt x="0" y="5"/>
                      <a:pt x="0" y="9"/>
                    </a:cubicBezTo>
                    <a:cubicBezTo>
                      <a:pt x="0" y="15"/>
                      <a:pt x="3" y="16"/>
                      <a:pt x="3" y="21"/>
                    </a:cubicBezTo>
                    <a:cubicBezTo>
                      <a:pt x="3" y="26"/>
                      <a:pt x="3" y="24"/>
                      <a:pt x="3" y="27"/>
                    </a:cubicBezTo>
                    <a:cubicBezTo>
                      <a:pt x="3" y="30"/>
                      <a:pt x="4" y="35"/>
                      <a:pt x="9" y="35"/>
                    </a:cubicBezTo>
                    <a:cubicBezTo>
                      <a:pt x="7" y="32"/>
                      <a:pt x="6" y="31"/>
                      <a:pt x="4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4" name="Freeform 119">
                <a:extLst>
                  <a:ext uri="{FF2B5EF4-FFF2-40B4-BE49-F238E27FC236}">
                    <a16:creationId xmlns:a16="http://schemas.microsoft.com/office/drawing/2014/main" id="{FCA84A85-F5A8-3A1D-D5E5-16EF48E2B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4613" y="2709863"/>
                <a:ext cx="76200" cy="71438"/>
              </a:xfrm>
              <a:custGeom>
                <a:avLst/>
                <a:gdLst/>
                <a:ahLst/>
                <a:cxnLst>
                  <a:cxn ang="0">
                    <a:pos x="48" y="38"/>
                  </a:cxn>
                  <a:cxn ang="0">
                    <a:pos x="46" y="35"/>
                  </a:cxn>
                  <a:cxn ang="0">
                    <a:pos x="42" y="40"/>
                  </a:cxn>
                  <a:cxn ang="0">
                    <a:pos x="47" y="48"/>
                  </a:cxn>
                  <a:cxn ang="0">
                    <a:pos x="42" y="53"/>
                  </a:cxn>
                  <a:cxn ang="0">
                    <a:pos x="40" y="50"/>
                  </a:cxn>
                  <a:cxn ang="0">
                    <a:pos x="36" y="51"/>
                  </a:cxn>
                  <a:cxn ang="0">
                    <a:pos x="26" y="37"/>
                  </a:cxn>
                  <a:cxn ang="0">
                    <a:pos x="28" y="32"/>
                  </a:cxn>
                  <a:cxn ang="0">
                    <a:pos x="27" y="29"/>
                  </a:cxn>
                  <a:cxn ang="0">
                    <a:pos x="21" y="28"/>
                  </a:cxn>
                  <a:cxn ang="0">
                    <a:pos x="21" y="32"/>
                  </a:cxn>
                  <a:cxn ang="0">
                    <a:pos x="17" y="30"/>
                  </a:cxn>
                  <a:cxn ang="0">
                    <a:pos x="16" y="32"/>
                  </a:cxn>
                  <a:cxn ang="0">
                    <a:pos x="12" y="28"/>
                  </a:cxn>
                  <a:cxn ang="0">
                    <a:pos x="4" y="45"/>
                  </a:cxn>
                  <a:cxn ang="0">
                    <a:pos x="4" y="36"/>
                  </a:cxn>
                  <a:cxn ang="0">
                    <a:pos x="2" y="32"/>
                  </a:cxn>
                  <a:cxn ang="0">
                    <a:pos x="5" y="22"/>
                  </a:cxn>
                  <a:cxn ang="0">
                    <a:pos x="19" y="14"/>
                  </a:cxn>
                  <a:cxn ang="0">
                    <a:pos x="26" y="20"/>
                  </a:cxn>
                  <a:cxn ang="0">
                    <a:pos x="28" y="20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2" y="0"/>
                  </a:cxn>
                  <a:cxn ang="0">
                    <a:pos x="48" y="4"/>
                  </a:cxn>
                  <a:cxn ang="0">
                    <a:pos x="58" y="33"/>
                  </a:cxn>
                  <a:cxn ang="0">
                    <a:pos x="53" y="46"/>
                  </a:cxn>
                  <a:cxn ang="0">
                    <a:pos x="48" y="36"/>
                  </a:cxn>
                  <a:cxn ang="0">
                    <a:pos x="48" y="38"/>
                  </a:cxn>
                </a:cxnLst>
                <a:rect l="0" t="0" r="r" b="b"/>
                <a:pathLst>
                  <a:path w="58" h="53">
                    <a:moveTo>
                      <a:pt x="48" y="38"/>
                    </a:moveTo>
                    <a:cubicBezTo>
                      <a:pt x="48" y="37"/>
                      <a:pt x="47" y="36"/>
                      <a:pt x="46" y="35"/>
                    </a:cubicBezTo>
                    <a:cubicBezTo>
                      <a:pt x="44" y="37"/>
                      <a:pt x="42" y="38"/>
                      <a:pt x="42" y="40"/>
                    </a:cubicBezTo>
                    <a:cubicBezTo>
                      <a:pt x="42" y="43"/>
                      <a:pt x="47" y="44"/>
                      <a:pt x="47" y="48"/>
                    </a:cubicBezTo>
                    <a:cubicBezTo>
                      <a:pt x="47" y="51"/>
                      <a:pt x="45" y="53"/>
                      <a:pt x="42" y="53"/>
                    </a:cubicBezTo>
                    <a:cubicBezTo>
                      <a:pt x="41" y="53"/>
                      <a:pt x="40" y="51"/>
                      <a:pt x="40" y="50"/>
                    </a:cubicBezTo>
                    <a:cubicBezTo>
                      <a:pt x="39" y="51"/>
                      <a:pt x="37" y="51"/>
                      <a:pt x="36" y="51"/>
                    </a:cubicBezTo>
                    <a:cubicBezTo>
                      <a:pt x="31" y="51"/>
                      <a:pt x="26" y="44"/>
                      <a:pt x="26" y="37"/>
                    </a:cubicBezTo>
                    <a:cubicBezTo>
                      <a:pt x="26" y="34"/>
                      <a:pt x="27" y="33"/>
                      <a:pt x="28" y="32"/>
                    </a:cubicBezTo>
                    <a:cubicBezTo>
                      <a:pt x="28" y="31"/>
                      <a:pt x="27" y="30"/>
                      <a:pt x="27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0"/>
                      <a:pt x="20" y="31"/>
                      <a:pt x="21" y="32"/>
                    </a:cubicBezTo>
                    <a:cubicBezTo>
                      <a:pt x="18" y="32"/>
                      <a:pt x="18" y="31"/>
                      <a:pt x="17" y="30"/>
                    </a:cubicBezTo>
                    <a:cubicBezTo>
                      <a:pt x="17" y="30"/>
                      <a:pt x="16" y="31"/>
                      <a:pt x="16" y="32"/>
                    </a:cubicBezTo>
                    <a:cubicBezTo>
                      <a:pt x="14" y="31"/>
                      <a:pt x="12" y="28"/>
                      <a:pt x="12" y="28"/>
                    </a:cubicBezTo>
                    <a:cubicBezTo>
                      <a:pt x="8" y="32"/>
                      <a:pt x="8" y="45"/>
                      <a:pt x="4" y="45"/>
                    </a:cubicBezTo>
                    <a:cubicBezTo>
                      <a:pt x="0" y="45"/>
                      <a:pt x="4" y="37"/>
                      <a:pt x="4" y="36"/>
                    </a:cubicBezTo>
                    <a:cubicBezTo>
                      <a:pt x="4" y="35"/>
                      <a:pt x="2" y="33"/>
                      <a:pt x="2" y="32"/>
                    </a:cubicBezTo>
                    <a:cubicBezTo>
                      <a:pt x="2" y="28"/>
                      <a:pt x="4" y="26"/>
                      <a:pt x="5" y="22"/>
                    </a:cubicBezTo>
                    <a:cubicBezTo>
                      <a:pt x="13" y="22"/>
                      <a:pt x="11" y="14"/>
                      <a:pt x="19" y="14"/>
                    </a:cubicBezTo>
                    <a:cubicBezTo>
                      <a:pt x="24" y="14"/>
                      <a:pt x="23" y="20"/>
                      <a:pt x="26" y="20"/>
                    </a:cubicBezTo>
                    <a:cubicBezTo>
                      <a:pt x="27" y="20"/>
                      <a:pt x="27" y="20"/>
                      <a:pt x="28" y="20"/>
                    </a:cubicBezTo>
                    <a:cubicBezTo>
                      <a:pt x="28" y="18"/>
                      <a:pt x="30" y="16"/>
                      <a:pt x="32" y="15"/>
                    </a:cubicBezTo>
                    <a:cubicBezTo>
                      <a:pt x="32" y="10"/>
                      <a:pt x="39" y="12"/>
                      <a:pt x="41" y="9"/>
                    </a:cubicBezTo>
                    <a:cubicBezTo>
                      <a:pt x="42" y="7"/>
                      <a:pt x="42" y="1"/>
                      <a:pt x="42" y="0"/>
                    </a:cubicBezTo>
                    <a:cubicBezTo>
                      <a:pt x="45" y="0"/>
                      <a:pt x="47" y="2"/>
                      <a:pt x="48" y="4"/>
                    </a:cubicBezTo>
                    <a:cubicBezTo>
                      <a:pt x="51" y="7"/>
                      <a:pt x="58" y="30"/>
                      <a:pt x="58" y="33"/>
                    </a:cubicBezTo>
                    <a:cubicBezTo>
                      <a:pt x="58" y="37"/>
                      <a:pt x="53" y="39"/>
                      <a:pt x="53" y="46"/>
                    </a:cubicBezTo>
                    <a:cubicBezTo>
                      <a:pt x="51" y="46"/>
                      <a:pt x="48" y="37"/>
                      <a:pt x="48" y="36"/>
                    </a:cubicBezTo>
                    <a:lnTo>
                      <a:pt x="48" y="3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5" name="Freeform 120">
                <a:extLst>
                  <a:ext uri="{FF2B5EF4-FFF2-40B4-BE49-F238E27FC236}">
                    <a16:creationId xmlns:a16="http://schemas.microsoft.com/office/drawing/2014/main" id="{516A8BE2-FBFD-A806-D318-86905DDF1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2690813"/>
                <a:ext cx="36513" cy="39688"/>
              </a:xfrm>
              <a:custGeom>
                <a:avLst/>
                <a:gdLst/>
                <a:ahLst/>
                <a:cxnLst>
                  <a:cxn ang="0">
                    <a:pos x="3" y="29"/>
                  </a:cxn>
                  <a:cxn ang="0">
                    <a:pos x="0" y="29"/>
                  </a:cxn>
                  <a:cxn ang="0">
                    <a:pos x="22" y="5"/>
                  </a:cxn>
                  <a:cxn ang="0">
                    <a:pos x="25" y="0"/>
                  </a:cxn>
                  <a:cxn ang="0">
                    <a:pos x="28" y="6"/>
                  </a:cxn>
                  <a:cxn ang="0">
                    <a:pos x="24" y="9"/>
                  </a:cxn>
                  <a:cxn ang="0">
                    <a:pos x="17" y="13"/>
                  </a:cxn>
                  <a:cxn ang="0">
                    <a:pos x="3" y="29"/>
                  </a:cxn>
                </a:cxnLst>
                <a:rect l="0" t="0" r="r" b="b"/>
                <a:pathLst>
                  <a:path w="28" h="29">
                    <a:moveTo>
                      <a:pt x="3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4" y="18"/>
                      <a:pt x="18" y="13"/>
                      <a:pt x="22" y="5"/>
                    </a:cubicBezTo>
                    <a:cubicBezTo>
                      <a:pt x="23" y="3"/>
                      <a:pt x="23" y="1"/>
                      <a:pt x="25" y="0"/>
                    </a:cubicBezTo>
                    <a:cubicBezTo>
                      <a:pt x="24" y="4"/>
                      <a:pt x="26" y="5"/>
                      <a:pt x="28" y="6"/>
                    </a:cubicBezTo>
                    <a:cubicBezTo>
                      <a:pt x="26" y="8"/>
                      <a:pt x="26" y="9"/>
                      <a:pt x="24" y="9"/>
                    </a:cubicBezTo>
                    <a:cubicBezTo>
                      <a:pt x="23" y="12"/>
                      <a:pt x="20" y="13"/>
                      <a:pt x="17" y="13"/>
                    </a:cubicBezTo>
                    <a:cubicBezTo>
                      <a:pt x="15" y="22"/>
                      <a:pt x="8" y="26"/>
                      <a:pt x="3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6" name="Freeform 121">
                <a:extLst>
                  <a:ext uri="{FF2B5EF4-FFF2-40B4-BE49-F238E27FC236}">
                    <a16:creationId xmlns:a16="http://schemas.microsoft.com/office/drawing/2014/main" id="{7D33270C-6D80-9580-B4B5-580A759C4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3338" y="2563813"/>
                <a:ext cx="71438" cy="101600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6" y="20"/>
                  </a:cxn>
                  <a:cxn ang="0">
                    <a:pos x="5" y="7"/>
                  </a:cxn>
                  <a:cxn ang="0">
                    <a:pos x="9" y="0"/>
                  </a:cxn>
                  <a:cxn ang="0">
                    <a:pos x="16" y="7"/>
                  </a:cxn>
                  <a:cxn ang="0">
                    <a:pos x="21" y="3"/>
                  </a:cxn>
                  <a:cxn ang="0">
                    <a:pos x="22" y="5"/>
                  </a:cxn>
                  <a:cxn ang="0">
                    <a:pos x="23" y="8"/>
                  </a:cxn>
                  <a:cxn ang="0">
                    <a:pos x="28" y="25"/>
                  </a:cxn>
                  <a:cxn ang="0">
                    <a:pos x="20" y="42"/>
                  </a:cxn>
                  <a:cxn ang="0">
                    <a:pos x="30" y="59"/>
                  </a:cxn>
                  <a:cxn ang="0">
                    <a:pos x="30" y="58"/>
                  </a:cxn>
                  <a:cxn ang="0">
                    <a:pos x="34" y="55"/>
                  </a:cxn>
                  <a:cxn ang="0">
                    <a:pos x="43" y="64"/>
                  </a:cxn>
                  <a:cxn ang="0">
                    <a:pos x="46" y="61"/>
                  </a:cxn>
                  <a:cxn ang="0">
                    <a:pos x="49" y="62"/>
                  </a:cxn>
                  <a:cxn ang="0">
                    <a:pos x="46" y="66"/>
                  </a:cxn>
                  <a:cxn ang="0">
                    <a:pos x="49" y="66"/>
                  </a:cxn>
                  <a:cxn ang="0">
                    <a:pos x="54" y="71"/>
                  </a:cxn>
                  <a:cxn ang="0">
                    <a:pos x="54" y="74"/>
                  </a:cxn>
                  <a:cxn ang="0">
                    <a:pos x="53" y="76"/>
                  </a:cxn>
                  <a:cxn ang="0">
                    <a:pos x="51" y="73"/>
                  </a:cxn>
                  <a:cxn ang="0">
                    <a:pos x="36" y="61"/>
                  </a:cxn>
                  <a:cxn ang="0">
                    <a:pos x="37" y="69"/>
                  </a:cxn>
                  <a:cxn ang="0">
                    <a:pos x="25" y="60"/>
                  </a:cxn>
                  <a:cxn ang="0">
                    <a:pos x="19" y="62"/>
                  </a:cxn>
                  <a:cxn ang="0">
                    <a:pos x="13" y="57"/>
                  </a:cxn>
                  <a:cxn ang="0">
                    <a:pos x="15" y="53"/>
                  </a:cxn>
                  <a:cxn ang="0">
                    <a:pos x="15" y="49"/>
                  </a:cxn>
                  <a:cxn ang="0">
                    <a:pos x="13" y="49"/>
                  </a:cxn>
                  <a:cxn ang="0">
                    <a:pos x="10" y="51"/>
                  </a:cxn>
                  <a:cxn ang="0">
                    <a:pos x="1" y="44"/>
                  </a:cxn>
                  <a:cxn ang="0">
                    <a:pos x="4" y="31"/>
                  </a:cxn>
                </a:cxnLst>
                <a:rect l="0" t="0" r="r" b="b"/>
                <a:pathLst>
                  <a:path w="54" h="76">
                    <a:moveTo>
                      <a:pt x="4" y="31"/>
                    </a:moveTo>
                    <a:cubicBezTo>
                      <a:pt x="6" y="28"/>
                      <a:pt x="6" y="23"/>
                      <a:pt x="6" y="20"/>
                    </a:cubicBezTo>
                    <a:cubicBezTo>
                      <a:pt x="7" y="15"/>
                      <a:pt x="5" y="12"/>
                      <a:pt x="5" y="7"/>
                    </a:cubicBezTo>
                    <a:cubicBezTo>
                      <a:pt x="5" y="3"/>
                      <a:pt x="6" y="0"/>
                      <a:pt x="9" y="0"/>
                    </a:cubicBezTo>
                    <a:cubicBezTo>
                      <a:pt x="13" y="0"/>
                      <a:pt x="12" y="7"/>
                      <a:pt x="16" y="7"/>
                    </a:cubicBezTo>
                    <a:cubicBezTo>
                      <a:pt x="18" y="7"/>
                      <a:pt x="20" y="4"/>
                      <a:pt x="21" y="3"/>
                    </a:cubicBezTo>
                    <a:cubicBezTo>
                      <a:pt x="21" y="3"/>
                      <a:pt x="22" y="4"/>
                      <a:pt x="22" y="5"/>
                    </a:cubicBezTo>
                    <a:cubicBezTo>
                      <a:pt x="22" y="6"/>
                      <a:pt x="23" y="7"/>
                      <a:pt x="23" y="8"/>
                    </a:cubicBezTo>
                    <a:cubicBezTo>
                      <a:pt x="23" y="13"/>
                      <a:pt x="28" y="18"/>
                      <a:pt x="28" y="25"/>
                    </a:cubicBezTo>
                    <a:cubicBezTo>
                      <a:pt x="28" y="33"/>
                      <a:pt x="20" y="34"/>
                      <a:pt x="20" y="42"/>
                    </a:cubicBezTo>
                    <a:cubicBezTo>
                      <a:pt x="20" y="48"/>
                      <a:pt x="26" y="57"/>
                      <a:pt x="30" y="59"/>
                    </a:cubicBezTo>
                    <a:cubicBezTo>
                      <a:pt x="30" y="59"/>
                      <a:pt x="30" y="58"/>
                      <a:pt x="30" y="58"/>
                    </a:cubicBezTo>
                    <a:cubicBezTo>
                      <a:pt x="30" y="56"/>
                      <a:pt x="32" y="54"/>
                      <a:pt x="34" y="55"/>
                    </a:cubicBezTo>
                    <a:cubicBezTo>
                      <a:pt x="39" y="55"/>
                      <a:pt x="40" y="63"/>
                      <a:pt x="43" y="64"/>
                    </a:cubicBezTo>
                    <a:cubicBezTo>
                      <a:pt x="44" y="64"/>
                      <a:pt x="45" y="61"/>
                      <a:pt x="46" y="61"/>
                    </a:cubicBezTo>
                    <a:cubicBezTo>
                      <a:pt x="47" y="61"/>
                      <a:pt x="48" y="62"/>
                      <a:pt x="49" y="62"/>
                    </a:cubicBezTo>
                    <a:cubicBezTo>
                      <a:pt x="48" y="64"/>
                      <a:pt x="46" y="64"/>
                      <a:pt x="46" y="66"/>
                    </a:cubicBezTo>
                    <a:cubicBezTo>
                      <a:pt x="46" y="67"/>
                      <a:pt x="48" y="67"/>
                      <a:pt x="49" y="66"/>
                    </a:cubicBezTo>
                    <a:cubicBezTo>
                      <a:pt x="49" y="69"/>
                      <a:pt x="51" y="71"/>
                      <a:pt x="54" y="71"/>
                    </a:cubicBezTo>
                    <a:cubicBezTo>
                      <a:pt x="54" y="72"/>
                      <a:pt x="54" y="73"/>
                      <a:pt x="54" y="74"/>
                    </a:cubicBezTo>
                    <a:cubicBezTo>
                      <a:pt x="54" y="75"/>
                      <a:pt x="53" y="76"/>
                      <a:pt x="53" y="76"/>
                    </a:cubicBezTo>
                    <a:cubicBezTo>
                      <a:pt x="51" y="76"/>
                      <a:pt x="51" y="74"/>
                      <a:pt x="51" y="73"/>
                    </a:cubicBezTo>
                    <a:cubicBezTo>
                      <a:pt x="48" y="69"/>
                      <a:pt x="39" y="65"/>
                      <a:pt x="36" y="61"/>
                    </a:cubicBezTo>
                    <a:cubicBezTo>
                      <a:pt x="34" y="64"/>
                      <a:pt x="35" y="66"/>
                      <a:pt x="37" y="69"/>
                    </a:cubicBezTo>
                    <a:cubicBezTo>
                      <a:pt x="31" y="69"/>
                      <a:pt x="31" y="60"/>
                      <a:pt x="25" y="60"/>
                    </a:cubicBezTo>
                    <a:cubicBezTo>
                      <a:pt x="23" y="60"/>
                      <a:pt x="21" y="62"/>
                      <a:pt x="19" y="62"/>
                    </a:cubicBezTo>
                    <a:cubicBezTo>
                      <a:pt x="16" y="62"/>
                      <a:pt x="13" y="59"/>
                      <a:pt x="13" y="57"/>
                    </a:cubicBezTo>
                    <a:cubicBezTo>
                      <a:pt x="13" y="55"/>
                      <a:pt x="14" y="53"/>
                      <a:pt x="15" y="53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50"/>
                      <a:pt x="11" y="51"/>
                      <a:pt x="10" y="51"/>
                    </a:cubicBezTo>
                    <a:cubicBezTo>
                      <a:pt x="8" y="51"/>
                      <a:pt x="1" y="47"/>
                      <a:pt x="1" y="44"/>
                    </a:cubicBezTo>
                    <a:cubicBezTo>
                      <a:pt x="1" y="38"/>
                      <a:pt x="0" y="30"/>
                      <a:pt x="4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7" name="Freeform 122">
                <a:extLst>
                  <a:ext uri="{FF2B5EF4-FFF2-40B4-BE49-F238E27FC236}">
                    <a16:creationId xmlns:a16="http://schemas.microsoft.com/office/drawing/2014/main" id="{DB812042-0266-CB53-3705-3FFB66935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7950" y="2665413"/>
                <a:ext cx="23813" cy="41275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10" y="20"/>
                  </a:cxn>
                  <a:cxn ang="0">
                    <a:pos x="14" y="28"/>
                  </a:cxn>
                  <a:cxn ang="0">
                    <a:pos x="14" y="30"/>
                  </a:cxn>
                  <a:cxn ang="0">
                    <a:pos x="10" y="30"/>
                  </a:cxn>
                  <a:cxn ang="0">
                    <a:pos x="8" y="25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8" y="15"/>
                  </a:cxn>
                  <a:cxn ang="0">
                    <a:pos x="10" y="13"/>
                  </a:cxn>
                  <a:cxn ang="0">
                    <a:pos x="0" y="2"/>
                  </a:cxn>
                  <a:cxn ang="0">
                    <a:pos x="4" y="0"/>
                  </a:cxn>
                  <a:cxn ang="0">
                    <a:pos x="13" y="2"/>
                  </a:cxn>
                  <a:cxn ang="0">
                    <a:pos x="13" y="6"/>
                  </a:cxn>
                  <a:cxn ang="0">
                    <a:pos x="15" y="6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6" y="20"/>
                  </a:cxn>
                </a:cxnLst>
                <a:rect l="0" t="0" r="r" b="b"/>
                <a:pathLst>
                  <a:path w="18" h="30">
                    <a:moveTo>
                      <a:pt x="16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3"/>
                      <a:pt x="12" y="27"/>
                      <a:pt x="14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30"/>
                      <a:pt x="11" y="30"/>
                      <a:pt x="10" y="30"/>
                    </a:cubicBezTo>
                    <a:cubicBezTo>
                      <a:pt x="7" y="30"/>
                      <a:pt x="7" y="27"/>
                      <a:pt x="8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5" y="23"/>
                      <a:pt x="3" y="19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4" y="15"/>
                      <a:pt x="7" y="15"/>
                      <a:pt x="8" y="15"/>
                    </a:cubicBezTo>
                    <a:cubicBezTo>
                      <a:pt x="8" y="15"/>
                      <a:pt x="10" y="14"/>
                      <a:pt x="10" y="13"/>
                    </a:cubicBezTo>
                    <a:cubicBezTo>
                      <a:pt x="10" y="8"/>
                      <a:pt x="1" y="5"/>
                      <a:pt x="0" y="2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7" y="0"/>
                      <a:pt x="9" y="2"/>
                      <a:pt x="13" y="2"/>
                    </a:cubicBezTo>
                    <a:cubicBezTo>
                      <a:pt x="13" y="3"/>
                      <a:pt x="13" y="5"/>
                      <a:pt x="13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5" y="8"/>
                      <a:pt x="15" y="12"/>
                      <a:pt x="15" y="12"/>
                    </a:cubicBezTo>
                    <a:cubicBezTo>
                      <a:pt x="15" y="12"/>
                      <a:pt x="18" y="15"/>
                      <a:pt x="18" y="15"/>
                    </a:cubicBezTo>
                    <a:cubicBezTo>
                      <a:pt x="18" y="18"/>
                      <a:pt x="17" y="19"/>
                      <a:pt x="16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8" name="Freeform 123">
                <a:extLst>
                  <a:ext uri="{FF2B5EF4-FFF2-40B4-BE49-F238E27FC236}">
                    <a16:creationId xmlns:a16="http://schemas.microsoft.com/office/drawing/2014/main" id="{3447C60A-C8D9-220C-C0EB-11E9E1F9C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676525"/>
                <a:ext cx="19050" cy="25400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14" y="7"/>
                  </a:cxn>
                  <a:cxn ang="0">
                    <a:pos x="1" y="19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3" y="1"/>
                  </a:cxn>
                </a:cxnLst>
                <a:rect l="0" t="0" r="r" b="b"/>
                <a:pathLst>
                  <a:path w="14" h="19">
                    <a:moveTo>
                      <a:pt x="3" y="1"/>
                    </a:moveTo>
                    <a:cubicBezTo>
                      <a:pt x="4" y="3"/>
                      <a:pt x="14" y="4"/>
                      <a:pt x="14" y="7"/>
                    </a:cubicBezTo>
                    <a:cubicBezTo>
                      <a:pt x="14" y="14"/>
                      <a:pt x="5" y="17"/>
                      <a:pt x="1" y="19"/>
                    </a:cubicBezTo>
                    <a:cubicBezTo>
                      <a:pt x="1" y="13"/>
                      <a:pt x="0" y="6"/>
                      <a:pt x="0" y="2"/>
                    </a:cubicBezTo>
                    <a:cubicBezTo>
                      <a:pt x="0" y="1"/>
                      <a:pt x="2" y="0"/>
                      <a:pt x="2" y="0"/>
                    </a:cubicBezTo>
                    <a:cubicBezTo>
                      <a:pt x="3" y="0"/>
                      <a:pt x="4" y="2"/>
                      <a:pt x="5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89" name="Freeform 124">
                <a:extLst>
                  <a:ext uri="{FF2B5EF4-FFF2-40B4-BE49-F238E27FC236}">
                    <a16:creationId xmlns:a16="http://schemas.microsoft.com/office/drawing/2014/main" id="{CFA79860-88A4-FA65-8E7F-83BBD08D6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2550" y="2692400"/>
                <a:ext cx="19050" cy="31750"/>
              </a:xfrm>
              <a:custGeom>
                <a:avLst/>
                <a:gdLst/>
                <a:ahLst/>
                <a:cxnLst>
                  <a:cxn ang="0">
                    <a:pos x="14" y="5"/>
                  </a:cxn>
                  <a:cxn ang="0">
                    <a:pos x="9" y="17"/>
                  </a:cxn>
                  <a:cxn ang="0">
                    <a:pos x="11" y="22"/>
                  </a:cxn>
                  <a:cxn ang="0">
                    <a:pos x="9" y="24"/>
                  </a:cxn>
                  <a:cxn ang="0">
                    <a:pos x="0" y="14"/>
                  </a:cxn>
                  <a:cxn ang="0">
                    <a:pos x="4" y="12"/>
                  </a:cxn>
                  <a:cxn ang="0">
                    <a:pos x="8" y="1"/>
                  </a:cxn>
                  <a:cxn ang="0">
                    <a:pos x="14" y="5"/>
                  </a:cxn>
                </a:cxnLst>
                <a:rect l="0" t="0" r="r" b="b"/>
                <a:pathLst>
                  <a:path w="14" h="24">
                    <a:moveTo>
                      <a:pt x="14" y="5"/>
                    </a:moveTo>
                    <a:cubicBezTo>
                      <a:pt x="14" y="10"/>
                      <a:pt x="10" y="13"/>
                      <a:pt x="9" y="17"/>
                    </a:cubicBezTo>
                    <a:cubicBezTo>
                      <a:pt x="9" y="21"/>
                      <a:pt x="11" y="20"/>
                      <a:pt x="11" y="22"/>
                    </a:cubicBezTo>
                    <a:cubicBezTo>
                      <a:pt x="11" y="23"/>
                      <a:pt x="10" y="24"/>
                      <a:pt x="9" y="24"/>
                    </a:cubicBezTo>
                    <a:cubicBezTo>
                      <a:pt x="7" y="24"/>
                      <a:pt x="0" y="17"/>
                      <a:pt x="0" y="14"/>
                    </a:cubicBezTo>
                    <a:cubicBezTo>
                      <a:pt x="0" y="13"/>
                      <a:pt x="3" y="12"/>
                      <a:pt x="4" y="12"/>
                    </a:cubicBezTo>
                    <a:cubicBezTo>
                      <a:pt x="4" y="11"/>
                      <a:pt x="6" y="1"/>
                      <a:pt x="8" y="1"/>
                    </a:cubicBezTo>
                    <a:cubicBezTo>
                      <a:pt x="12" y="0"/>
                      <a:pt x="14" y="3"/>
                      <a:pt x="14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0" name="Freeform 125">
                <a:extLst>
                  <a:ext uri="{FF2B5EF4-FFF2-40B4-BE49-F238E27FC236}">
                    <a16:creationId xmlns:a16="http://schemas.microsoft.com/office/drawing/2014/main" id="{DFB24403-4BD7-4448-74A3-245D0BF7C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0013" y="2693988"/>
                <a:ext cx="7938" cy="206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7" h="15">
                    <a:moveTo>
                      <a:pt x="7" y="0"/>
                    </a:moveTo>
                    <a:cubicBezTo>
                      <a:pt x="7" y="7"/>
                      <a:pt x="2" y="9"/>
                      <a:pt x="2" y="15"/>
                    </a:cubicBezTo>
                    <a:cubicBezTo>
                      <a:pt x="2" y="15"/>
                      <a:pt x="0" y="15"/>
                      <a:pt x="0" y="15"/>
                    </a:cubicBezTo>
                    <a:cubicBezTo>
                      <a:pt x="1" y="10"/>
                      <a:pt x="4" y="7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1" name="Freeform 126">
                <a:extLst>
                  <a:ext uri="{FF2B5EF4-FFF2-40B4-BE49-F238E27FC236}">
                    <a16:creationId xmlns:a16="http://schemas.microsoft.com/office/drawing/2014/main" id="{89213224-29A8-4243-DE7D-ADF105B8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4775" y="2706688"/>
                <a:ext cx="11113" cy="111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3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cubicBezTo>
                      <a:pt x="8" y="4"/>
                      <a:pt x="6" y="8"/>
                      <a:pt x="2" y="8"/>
                    </a:cubicBezTo>
                    <a:cubicBezTo>
                      <a:pt x="1" y="8"/>
                      <a:pt x="0" y="6"/>
                      <a:pt x="0" y="6"/>
                    </a:cubicBezTo>
                    <a:cubicBezTo>
                      <a:pt x="0" y="3"/>
                      <a:pt x="2" y="2"/>
                      <a:pt x="3" y="0"/>
                    </a:cubicBezTo>
                    <a:cubicBezTo>
                      <a:pt x="5" y="1"/>
                      <a:pt x="7" y="1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2" name="Freeform 127">
                <a:extLst>
                  <a:ext uri="{FF2B5EF4-FFF2-40B4-BE49-F238E27FC236}">
                    <a16:creationId xmlns:a16="http://schemas.microsoft.com/office/drawing/2014/main" id="{011BD815-3DAA-6BAC-D82A-8E8AD5AB9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665413"/>
                <a:ext cx="12700" cy="17463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0" y="10"/>
                  </a:cxn>
                  <a:cxn ang="0">
                    <a:pos x="6" y="6"/>
                  </a:cxn>
                  <a:cxn ang="0">
                    <a:pos x="0" y="6"/>
                  </a:cxn>
                </a:cxnLst>
                <a:rect l="0" t="0" r="r" b="b"/>
                <a:pathLst>
                  <a:path w="10" h="12">
                    <a:moveTo>
                      <a:pt x="0" y="6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10" y="5"/>
                      <a:pt x="10" y="10"/>
                    </a:cubicBezTo>
                    <a:cubicBezTo>
                      <a:pt x="10" y="12"/>
                      <a:pt x="6" y="8"/>
                      <a:pt x="6" y="6"/>
                    </a:cubicBezTo>
                    <a:cubicBezTo>
                      <a:pt x="4" y="5"/>
                      <a:pt x="2" y="6"/>
                      <a:pt x="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3" name="Freeform 128">
                <a:extLst>
                  <a:ext uri="{FF2B5EF4-FFF2-40B4-BE49-F238E27FC236}">
                    <a16:creationId xmlns:a16="http://schemas.microsoft.com/office/drawing/2014/main" id="{4BD12975-859D-2B9F-F882-E59DC4AE3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7625" y="2649538"/>
                <a:ext cx="19050" cy="20638"/>
              </a:xfrm>
              <a:custGeom>
                <a:avLst/>
                <a:gdLst/>
                <a:ahLst/>
                <a:cxnLst>
                  <a:cxn ang="0">
                    <a:pos x="11" y="15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4" y="7"/>
                  </a:cxn>
                  <a:cxn ang="0">
                    <a:pos x="11" y="15"/>
                  </a:cxn>
                </a:cxnLst>
                <a:rect l="0" t="0" r="r" b="b"/>
                <a:pathLst>
                  <a:path w="15" h="15">
                    <a:moveTo>
                      <a:pt x="11" y="15"/>
                    </a:moveTo>
                    <a:cubicBezTo>
                      <a:pt x="9" y="15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3"/>
                      <a:pt x="13" y="2"/>
                      <a:pt x="14" y="7"/>
                    </a:cubicBezTo>
                    <a:cubicBezTo>
                      <a:pt x="15" y="10"/>
                      <a:pt x="13" y="15"/>
                      <a:pt x="11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4" name="Freeform 129">
                <a:extLst>
                  <a:ext uri="{FF2B5EF4-FFF2-40B4-BE49-F238E27FC236}">
                    <a16:creationId xmlns:a16="http://schemas.microsoft.com/office/drawing/2014/main" id="{C9FD648B-8A95-DE71-5637-18F15D8CC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6675" y="2652713"/>
                <a:ext cx="6350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5" name="Freeform 130">
                <a:extLst>
                  <a:ext uri="{FF2B5EF4-FFF2-40B4-BE49-F238E27FC236}">
                    <a16:creationId xmlns:a16="http://schemas.microsoft.com/office/drawing/2014/main" id="{467B035A-F850-1586-E93B-8A8EE545E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2441575"/>
                <a:ext cx="36513" cy="50800"/>
              </a:xfrm>
              <a:custGeom>
                <a:avLst/>
                <a:gdLst/>
                <a:ahLst/>
                <a:cxnLst>
                  <a:cxn ang="0">
                    <a:pos x="8" y="39"/>
                  </a:cxn>
                  <a:cxn ang="0">
                    <a:pos x="1" y="26"/>
                  </a:cxn>
                  <a:cxn ang="0">
                    <a:pos x="16" y="0"/>
                  </a:cxn>
                  <a:cxn ang="0">
                    <a:pos x="8" y="39"/>
                  </a:cxn>
                </a:cxnLst>
                <a:rect l="0" t="0" r="r" b="b"/>
                <a:pathLst>
                  <a:path w="27" h="39">
                    <a:moveTo>
                      <a:pt x="8" y="39"/>
                    </a:moveTo>
                    <a:cubicBezTo>
                      <a:pt x="0" y="39"/>
                      <a:pt x="1" y="33"/>
                      <a:pt x="1" y="26"/>
                    </a:cubicBezTo>
                    <a:cubicBezTo>
                      <a:pt x="1" y="17"/>
                      <a:pt x="10" y="0"/>
                      <a:pt x="16" y="0"/>
                    </a:cubicBezTo>
                    <a:cubicBezTo>
                      <a:pt x="27" y="0"/>
                      <a:pt x="18" y="39"/>
                      <a:pt x="8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6" name="Freeform 131">
                <a:extLst>
                  <a:ext uri="{FF2B5EF4-FFF2-40B4-BE49-F238E27FC236}">
                    <a16:creationId xmlns:a16="http://schemas.microsoft.com/office/drawing/2014/main" id="{8B1702E2-0490-00E1-7755-B4A2308ED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532063"/>
                <a:ext cx="41275" cy="34925"/>
              </a:xfrm>
              <a:custGeom>
                <a:avLst/>
                <a:gdLst/>
                <a:ahLst/>
                <a:cxnLst>
                  <a:cxn ang="0">
                    <a:pos x="2" y="11"/>
                  </a:cxn>
                  <a:cxn ang="0">
                    <a:pos x="26" y="0"/>
                  </a:cxn>
                  <a:cxn ang="0">
                    <a:pos x="31" y="7"/>
                  </a:cxn>
                  <a:cxn ang="0">
                    <a:pos x="11" y="27"/>
                  </a:cxn>
                  <a:cxn ang="0">
                    <a:pos x="2" y="18"/>
                  </a:cxn>
                  <a:cxn ang="0">
                    <a:pos x="2" y="11"/>
                  </a:cxn>
                </a:cxnLst>
                <a:rect l="0" t="0" r="r" b="b"/>
                <a:pathLst>
                  <a:path w="31" h="27">
                    <a:moveTo>
                      <a:pt x="2" y="11"/>
                    </a:moveTo>
                    <a:cubicBezTo>
                      <a:pt x="5" y="11"/>
                      <a:pt x="20" y="0"/>
                      <a:pt x="26" y="0"/>
                    </a:cubicBezTo>
                    <a:cubicBezTo>
                      <a:pt x="28" y="0"/>
                      <a:pt x="31" y="4"/>
                      <a:pt x="31" y="7"/>
                    </a:cubicBezTo>
                    <a:cubicBezTo>
                      <a:pt x="31" y="13"/>
                      <a:pt x="18" y="27"/>
                      <a:pt x="11" y="27"/>
                    </a:cubicBezTo>
                    <a:cubicBezTo>
                      <a:pt x="5" y="27"/>
                      <a:pt x="2" y="24"/>
                      <a:pt x="2" y="18"/>
                    </a:cubicBezTo>
                    <a:cubicBezTo>
                      <a:pt x="2" y="15"/>
                      <a:pt x="0" y="11"/>
                      <a:pt x="2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7" name="Freeform 132">
                <a:extLst>
                  <a:ext uri="{FF2B5EF4-FFF2-40B4-BE49-F238E27FC236}">
                    <a16:creationId xmlns:a16="http://schemas.microsoft.com/office/drawing/2014/main" id="{1D542A8F-14DA-D53A-E47F-8F5B80507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5038" y="2476500"/>
                <a:ext cx="195263" cy="374650"/>
              </a:xfrm>
              <a:custGeom>
                <a:avLst/>
                <a:gdLst/>
                <a:ahLst/>
                <a:cxnLst>
                  <a:cxn ang="0">
                    <a:pos x="12" y="172"/>
                  </a:cxn>
                  <a:cxn ang="0">
                    <a:pos x="21" y="152"/>
                  </a:cxn>
                  <a:cxn ang="0">
                    <a:pos x="25" y="147"/>
                  </a:cxn>
                  <a:cxn ang="0">
                    <a:pos x="15" y="119"/>
                  </a:cxn>
                  <a:cxn ang="0">
                    <a:pos x="8" y="109"/>
                  </a:cxn>
                  <a:cxn ang="0">
                    <a:pos x="8" y="105"/>
                  </a:cxn>
                  <a:cxn ang="0">
                    <a:pos x="8" y="106"/>
                  </a:cxn>
                  <a:cxn ang="0">
                    <a:pos x="12" y="96"/>
                  </a:cxn>
                  <a:cxn ang="0">
                    <a:pos x="9" y="77"/>
                  </a:cxn>
                  <a:cxn ang="0">
                    <a:pos x="0" y="65"/>
                  </a:cxn>
                  <a:cxn ang="0">
                    <a:pos x="8" y="47"/>
                  </a:cxn>
                  <a:cxn ang="0">
                    <a:pos x="19" y="43"/>
                  </a:cxn>
                  <a:cxn ang="0">
                    <a:pos x="45" y="19"/>
                  </a:cxn>
                  <a:cxn ang="0">
                    <a:pos x="47" y="19"/>
                  </a:cxn>
                  <a:cxn ang="0">
                    <a:pos x="50" y="24"/>
                  </a:cxn>
                  <a:cxn ang="0">
                    <a:pos x="52" y="20"/>
                  </a:cxn>
                  <a:cxn ang="0">
                    <a:pos x="52" y="9"/>
                  </a:cxn>
                  <a:cxn ang="0">
                    <a:pos x="64" y="6"/>
                  </a:cxn>
                  <a:cxn ang="0">
                    <a:pos x="78" y="6"/>
                  </a:cxn>
                  <a:cxn ang="0">
                    <a:pos x="96" y="0"/>
                  </a:cxn>
                  <a:cxn ang="0">
                    <a:pos x="115" y="5"/>
                  </a:cxn>
                  <a:cxn ang="0">
                    <a:pos x="130" y="22"/>
                  </a:cxn>
                  <a:cxn ang="0">
                    <a:pos x="100" y="58"/>
                  </a:cxn>
                  <a:cxn ang="0">
                    <a:pos x="104" y="64"/>
                  </a:cxn>
                  <a:cxn ang="0">
                    <a:pos x="129" y="93"/>
                  </a:cxn>
                  <a:cxn ang="0">
                    <a:pos x="147" y="134"/>
                  </a:cxn>
                  <a:cxn ang="0">
                    <a:pos x="142" y="156"/>
                  </a:cxn>
                  <a:cxn ang="0">
                    <a:pos x="115" y="170"/>
                  </a:cxn>
                  <a:cxn ang="0">
                    <a:pos x="105" y="180"/>
                  </a:cxn>
                  <a:cxn ang="0">
                    <a:pos x="104" y="176"/>
                  </a:cxn>
                  <a:cxn ang="0">
                    <a:pos x="104" y="181"/>
                  </a:cxn>
                  <a:cxn ang="0">
                    <a:pos x="93" y="192"/>
                  </a:cxn>
                  <a:cxn ang="0">
                    <a:pos x="90" y="183"/>
                  </a:cxn>
                  <a:cxn ang="0">
                    <a:pos x="91" y="177"/>
                  </a:cxn>
                  <a:cxn ang="0">
                    <a:pos x="88" y="170"/>
                  </a:cxn>
                  <a:cxn ang="0">
                    <a:pos x="73" y="161"/>
                  </a:cxn>
                  <a:cxn ang="0">
                    <a:pos x="63" y="149"/>
                  </a:cxn>
                  <a:cxn ang="0">
                    <a:pos x="43" y="141"/>
                  </a:cxn>
                  <a:cxn ang="0">
                    <a:pos x="41" y="135"/>
                  </a:cxn>
                  <a:cxn ang="0">
                    <a:pos x="30" y="129"/>
                  </a:cxn>
                  <a:cxn ang="0">
                    <a:pos x="27" y="134"/>
                  </a:cxn>
                  <a:cxn ang="0">
                    <a:pos x="29" y="142"/>
                  </a:cxn>
                  <a:cxn ang="0">
                    <a:pos x="16" y="171"/>
                  </a:cxn>
                  <a:cxn ang="0">
                    <a:pos x="31" y="192"/>
                  </a:cxn>
                  <a:cxn ang="0">
                    <a:pos x="30" y="192"/>
                  </a:cxn>
                  <a:cxn ang="0">
                    <a:pos x="35" y="206"/>
                  </a:cxn>
                  <a:cxn ang="0">
                    <a:pos x="73" y="243"/>
                  </a:cxn>
                  <a:cxn ang="0">
                    <a:pos x="71" y="251"/>
                  </a:cxn>
                  <a:cxn ang="0">
                    <a:pos x="80" y="267"/>
                  </a:cxn>
                  <a:cxn ang="0">
                    <a:pos x="84" y="280"/>
                  </a:cxn>
                  <a:cxn ang="0">
                    <a:pos x="78" y="280"/>
                  </a:cxn>
                  <a:cxn ang="0">
                    <a:pos x="75" y="282"/>
                  </a:cxn>
                  <a:cxn ang="0">
                    <a:pos x="68" y="278"/>
                  </a:cxn>
                  <a:cxn ang="0">
                    <a:pos x="37" y="246"/>
                  </a:cxn>
                  <a:cxn ang="0">
                    <a:pos x="27" y="214"/>
                  </a:cxn>
                  <a:cxn ang="0">
                    <a:pos x="14" y="192"/>
                  </a:cxn>
                  <a:cxn ang="0">
                    <a:pos x="8" y="192"/>
                  </a:cxn>
                  <a:cxn ang="0">
                    <a:pos x="8" y="189"/>
                  </a:cxn>
                  <a:cxn ang="0">
                    <a:pos x="10" y="172"/>
                  </a:cxn>
                  <a:cxn ang="0">
                    <a:pos x="11" y="172"/>
                  </a:cxn>
                  <a:cxn ang="0">
                    <a:pos x="12" y="172"/>
                  </a:cxn>
                </a:cxnLst>
                <a:rect l="0" t="0" r="r" b="b"/>
                <a:pathLst>
                  <a:path w="147" h="282">
                    <a:moveTo>
                      <a:pt x="12" y="172"/>
                    </a:moveTo>
                    <a:cubicBezTo>
                      <a:pt x="16" y="165"/>
                      <a:pt x="17" y="160"/>
                      <a:pt x="21" y="152"/>
                    </a:cubicBezTo>
                    <a:cubicBezTo>
                      <a:pt x="22" y="150"/>
                      <a:pt x="25" y="149"/>
                      <a:pt x="25" y="147"/>
                    </a:cubicBezTo>
                    <a:cubicBezTo>
                      <a:pt x="25" y="143"/>
                      <a:pt x="19" y="123"/>
                      <a:pt x="15" y="119"/>
                    </a:cubicBezTo>
                    <a:cubicBezTo>
                      <a:pt x="12" y="116"/>
                      <a:pt x="8" y="114"/>
                      <a:pt x="8" y="109"/>
                    </a:cubicBezTo>
                    <a:cubicBezTo>
                      <a:pt x="8" y="108"/>
                      <a:pt x="8" y="107"/>
                      <a:pt x="8" y="105"/>
                    </a:cubicBezTo>
                    <a:cubicBezTo>
                      <a:pt x="8" y="106"/>
                      <a:pt x="8" y="106"/>
                      <a:pt x="8" y="106"/>
                    </a:cubicBezTo>
                    <a:cubicBezTo>
                      <a:pt x="9" y="105"/>
                      <a:pt x="12" y="100"/>
                      <a:pt x="12" y="96"/>
                    </a:cubicBezTo>
                    <a:cubicBezTo>
                      <a:pt x="12" y="91"/>
                      <a:pt x="12" y="82"/>
                      <a:pt x="9" y="77"/>
                    </a:cubicBezTo>
                    <a:cubicBezTo>
                      <a:pt x="6" y="73"/>
                      <a:pt x="0" y="73"/>
                      <a:pt x="0" y="65"/>
                    </a:cubicBezTo>
                    <a:cubicBezTo>
                      <a:pt x="0" y="57"/>
                      <a:pt x="3" y="51"/>
                      <a:pt x="8" y="47"/>
                    </a:cubicBezTo>
                    <a:cubicBezTo>
                      <a:pt x="10" y="44"/>
                      <a:pt x="15" y="45"/>
                      <a:pt x="19" y="43"/>
                    </a:cubicBezTo>
                    <a:cubicBezTo>
                      <a:pt x="29" y="36"/>
                      <a:pt x="36" y="33"/>
                      <a:pt x="4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3"/>
                      <a:pt x="49" y="24"/>
                      <a:pt x="50" y="24"/>
                    </a:cubicBezTo>
                    <a:cubicBezTo>
                      <a:pt x="51" y="24"/>
                      <a:pt x="52" y="22"/>
                      <a:pt x="52" y="20"/>
                    </a:cubicBezTo>
                    <a:cubicBezTo>
                      <a:pt x="52" y="16"/>
                      <a:pt x="52" y="13"/>
                      <a:pt x="52" y="9"/>
                    </a:cubicBezTo>
                    <a:cubicBezTo>
                      <a:pt x="52" y="9"/>
                      <a:pt x="62" y="6"/>
                      <a:pt x="64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84" y="9"/>
                      <a:pt x="89" y="0"/>
                      <a:pt x="96" y="0"/>
                    </a:cubicBezTo>
                    <a:cubicBezTo>
                      <a:pt x="103" y="0"/>
                      <a:pt x="107" y="5"/>
                      <a:pt x="115" y="5"/>
                    </a:cubicBezTo>
                    <a:cubicBezTo>
                      <a:pt x="115" y="16"/>
                      <a:pt x="123" y="20"/>
                      <a:pt x="130" y="22"/>
                    </a:cubicBezTo>
                    <a:cubicBezTo>
                      <a:pt x="121" y="36"/>
                      <a:pt x="100" y="39"/>
                      <a:pt x="100" y="58"/>
                    </a:cubicBezTo>
                    <a:cubicBezTo>
                      <a:pt x="100" y="62"/>
                      <a:pt x="102" y="63"/>
                      <a:pt x="104" y="64"/>
                    </a:cubicBezTo>
                    <a:cubicBezTo>
                      <a:pt x="114" y="74"/>
                      <a:pt x="118" y="86"/>
                      <a:pt x="129" y="93"/>
                    </a:cubicBezTo>
                    <a:cubicBezTo>
                      <a:pt x="140" y="100"/>
                      <a:pt x="147" y="119"/>
                      <a:pt x="147" y="134"/>
                    </a:cubicBezTo>
                    <a:cubicBezTo>
                      <a:pt x="147" y="144"/>
                      <a:pt x="142" y="148"/>
                      <a:pt x="142" y="156"/>
                    </a:cubicBezTo>
                    <a:cubicBezTo>
                      <a:pt x="127" y="160"/>
                      <a:pt x="126" y="164"/>
                      <a:pt x="115" y="170"/>
                    </a:cubicBezTo>
                    <a:cubicBezTo>
                      <a:pt x="109" y="173"/>
                      <a:pt x="110" y="180"/>
                      <a:pt x="105" y="180"/>
                    </a:cubicBezTo>
                    <a:cubicBezTo>
                      <a:pt x="104" y="180"/>
                      <a:pt x="104" y="177"/>
                      <a:pt x="104" y="176"/>
                    </a:cubicBezTo>
                    <a:cubicBezTo>
                      <a:pt x="104" y="179"/>
                      <a:pt x="104" y="180"/>
                      <a:pt x="104" y="181"/>
                    </a:cubicBezTo>
                    <a:cubicBezTo>
                      <a:pt x="104" y="185"/>
                      <a:pt x="95" y="192"/>
                      <a:pt x="93" y="192"/>
                    </a:cubicBezTo>
                    <a:cubicBezTo>
                      <a:pt x="91" y="192"/>
                      <a:pt x="90" y="186"/>
                      <a:pt x="90" y="183"/>
                    </a:cubicBezTo>
                    <a:cubicBezTo>
                      <a:pt x="90" y="179"/>
                      <a:pt x="90" y="178"/>
                      <a:pt x="91" y="177"/>
                    </a:cubicBezTo>
                    <a:cubicBezTo>
                      <a:pt x="90" y="176"/>
                      <a:pt x="89" y="172"/>
                      <a:pt x="88" y="170"/>
                    </a:cubicBezTo>
                    <a:cubicBezTo>
                      <a:pt x="82" y="170"/>
                      <a:pt x="73" y="168"/>
                      <a:pt x="73" y="161"/>
                    </a:cubicBezTo>
                    <a:cubicBezTo>
                      <a:pt x="63" y="161"/>
                      <a:pt x="68" y="155"/>
                      <a:pt x="63" y="149"/>
                    </a:cubicBezTo>
                    <a:cubicBezTo>
                      <a:pt x="56" y="143"/>
                      <a:pt x="50" y="143"/>
                      <a:pt x="43" y="141"/>
                    </a:cubicBezTo>
                    <a:cubicBezTo>
                      <a:pt x="42" y="141"/>
                      <a:pt x="41" y="135"/>
                      <a:pt x="41" y="135"/>
                    </a:cubicBezTo>
                    <a:cubicBezTo>
                      <a:pt x="40" y="130"/>
                      <a:pt x="34" y="129"/>
                      <a:pt x="30" y="129"/>
                    </a:cubicBezTo>
                    <a:cubicBezTo>
                      <a:pt x="26" y="129"/>
                      <a:pt x="27" y="132"/>
                      <a:pt x="27" y="134"/>
                    </a:cubicBezTo>
                    <a:cubicBezTo>
                      <a:pt x="27" y="138"/>
                      <a:pt x="29" y="139"/>
                      <a:pt x="29" y="142"/>
                    </a:cubicBezTo>
                    <a:cubicBezTo>
                      <a:pt x="29" y="156"/>
                      <a:pt x="16" y="159"/>
                      <a:pt x="16" y="171"/>
                    </a:cubicBezTo>
                    <a:cubicBezTo>
                      <a:pt x="16" y="185"/>
                      <a:pt x="31" y="179"/>
                      <a:pt x="31" y="192"/>
                    </a:cubicBezTo>
                    <a:cubicBezTo>
                      <a:pt x="30" y="192"/>
                      <a:pt x="30" y="192"/>
                      <a:pt x="30" y="192"/>
                    </a:cubicBezTo>
                    <a:cubicBezTo>
                      <a:pt x="32" y="195"/>
                      <a:pt x="32" y="203"/>
                      <a:pt x="35" y="206"/>
                    </a:cubicBezTo>
                    <a:cubicBezTo>
                      <a:pt x="47" y="218"/>
                      <a:pt x="73" y="221"/>
                      <a:pt x="73" y="243"/>
                    </a:cubicBezTo>
                    <a:cubicBezTo>
                      <a:pt x="73" y="247"/>
                      <a:pt x="71" y="247"/>
                      <a:pt x="71" y="251"/>
                    </a:cubicBezTo>
                    <a:cubicBezTo>
                      <a:pt x="71" y="259"/>
                      <a:pt x="78" y="262"/>
                      <a:pt x="80" y="267"/>
                    </a:cubicBezTo>
                    <a:cubicBezTo>
                      <a:pt x="82" y="273"/>
                      <a:pt x="82" y="275"/>
                      <a:pt x="84" y="280"/>
                    </a:cubicBezTo>
                    <a:cubicBezTo>
                      <a:pt x="80" y="280"/>
                      <a:pt x="80" y="280"/>
                      <a:pt x="78" y="280"/>
                    </a:cubicBezTo>
                    <a:cubicBezTo>
                      <a:pt x="77" y="280"/>
                      <a:pt x="76" y="282"/>
                      <a:pt x="75" y="282"/>
                    </a:cubicBezTo>
                    <a:cubicBezTo>
                      <a:pt x="71" y="282"/>
                      <a:pt x="70" y="279"/>
                      <a:pt x="68" y="278"/>
                    </a:cubicBezTo>
                    <a:cubicBezTo>
                      <a:pt x="54" y="274"/>
                      <a:pt x="41" y="261"/>
                      <a:pt x="37" y="246"/>
                    </a:cubicBezTo>
                    <a:cubicBezTo>
                      <a:pt x="33" y="233"/>
                      <a:pt x="32" y="224"/>
                      <a:pt x="27" y="214"/>
                    </a:cubicBezTo>
                    <a:cubicBezTo>
                      <a:pt x="24" y="208"/>
                      <a:pt x="21" y="192"/>
                      <a:pt x="14" y="192"/>
                    </a:cubicBezTo>
                    <a:cubicBezTo>
                      <a:pt x="9" y="192"/>
                      <a:pt x="12" y="194"/>
                      <a:pt x="8" y="192"/>
                    </a:cubicBezTo>
                    <a:cubicBezTo>
                      <a:pt x="7" y="192"/>
                      <a:pt x="8" y="190"/>
                      <a:pt x="8" y="189"/>
                    </a:cubicBezTo>
                    <a:cubicBezTo>
                      <a:pt x="8" y="183"/>
                      <a:pt x="9" y="179"/>
                      <a:pt x="10" y="172"/>
                    </a:cubicBezTo>
                    <a:cubicBezTo>
                      <a:pt x="11" y="172"/>
                      <a:pt x="11" y="172"/>
                      <a:pt x="11" y="172"/>
                    </a:cubicBezTo>
                    <a:lnTo>
                      <a:pt x="12" y="1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8" name="Freeform 133">
                <a:extLst>
                  <a:ext uri="{FF2B5EF4-FFF2-40B4-BE49-F238E27FC236}">
                    <a16:creationId xmlns:a16="http://schemas.microsoft.com/office/drawing/2014/main" id="{E2F18396-5912-361D-2E5E-946DB27FF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2038" y="2898775"/>
                <a:ext cx="26988" cy="25400"/>
              </a:xfrm>
              <a:custGeom>
                <a:avLst/>
                <a:gdLst/>
                <a:ahLst/>
                <a:cxnLst>
                  <a:cxn ang="0">
                    <a:pos x="12" y="17"/>
                  </a:cxn>
                  <a:cxn ang="0">
                    <a:pos x="9" y="11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20" y="15"/>
                  </a:cxn>
                  <a:cxn ang="0">
                    <a:pos x="21" y="19"/>
                  </a:cxn>
                  <a:cxn ang="0">
                    <a:pos x="17" y="19"/>
                  </a:cxn>
                  <a:cxn ang="0">
                    <a:pos x="12" y="17"/>
                  </a:cxn>
                </a:cxnLst>
                <a:rect l="0" t="0" r="r" b="b"/>
                <a:pathLst>
                  <a:path w="21" h="19">
                    <a:moveTo>
                      <a:pt x="12" y="17"/>
                    </a:moveTo>
                    <a:cubicBezTo>
                      <a:pt x="11" y="17"/>
                      <a:pt x="9" y="12"/>
                      <a:pt x="9" y="11"/>
                    </a:cubicBezTo>
                    <a:cubicBezTo>
                      <a:pt x="7" y="7"/>
                      <a:pt x="0" y="9"/>
                      <a:pt x="0" y="6"/>
                    </a:cubicBezTo>
                    <a:cubicBezTo>
                      <a:pt x="0" y="3"/>
                      <a:pt x="6" y="0"/>
                      <a:pt x="9" y="0"/>
                    </a:cubicBezTo>
                    <a:cubicBezTo>
                      <a:pt x="11" y="7"/>
                      <a:pt x="14" y="15"/>
                      <a:pt x="20" y="15"/>
                    </a:cubicBezTo>
                    <a:cubicBezTo>
                      <a:pt x="20" y="16"/>
                      <a:pt x="20" y="18"/>
                      <a:pt x="21" y="19"/>
                    </a:cubicBezTo>
                    <a:cubicBezTo>
                      <a:pt x="20" y="19"/>
                      <a:pt x="18" y="19"/>
                      <a:pt x="17" y="19"/>
                    </a:cubicBezTo>
                    <a:cubicBezTo>
                      <a:pt x="15" y="19"/>
                      <a:pt x="14" y="17"/>
                      <a:pt x="12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99" name="Freeform 134">
                <a:extLst>
                  <a:ext uri="{FF2B5EF4-FFF2-40B4-BE49-F238E27FC236}">
                    <a16:creationId xmlns:a16="http://schemas.microsoft.com/office/drawing/2014/main" id="{AA1C8ACD-6FB3-776D-E436-6567D3AA4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3313" y="2917825"/>
                <a:ext cx="11113" cy="1111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0"/>
                  </a:cxn>
                  <a:cxn ang="0">
                    <a:pos x="9" y="3"/>
                  </a:cxn>
                  <a:cxn ang="0">
                    <a:pos x="4" y="8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9" h="8">
                    <a:moveTo>
                      <a:pt x="1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6" y="0"/>
                      <a:pt x="8" y="2"/>
                      <a:pt x="9" y="3"/>
                    </a:cubicBezTo>
                    <a:cubicBezTo>
                      <a:pt x="9" y="5"/>
                      <a:pt x="7" y="8"/>
                      <a:pt x="4" y="8"/>
                    </a:cubicBezTo>
                    <a:cubicBezTo>
                      <a:pt x="1" y="8"/>
                      <a:pt x="1" y="5"/>
                      <a:pt x="1" y="3"/>
                    </a:cubicBezTo>
                    <a:cubicBezTo>
                      <a:pt x="1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0" name="Freeform 135">
                <a:extLst>
                  <a:ext uri="{FF2B5EF4-FFF2-40B4-BE49-F238E27FC236}">
                    <a16:creationId xmlns:a16="http://schemas.microsoft.com/office/drawing/2014/main" id="{797CD41E-19E5-7324-2A60-71EC6F962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5675" y="2892425"/>
                <a:ext cx="9525" cy="158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8" y="1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8" h="12">
                    <a:moveTo>
                      <a:pt x="1" y="0"/>
                    </a:moveTo>
                    <a:cubicBezTo>
                      <a:pt x="5" y="4"/>
                      <a:pt x="8" y="7"/>
                      <a:pt x="8" y="12"/>
                    </a:cubicBezTo>
                    <a:cubicBezTo>
                      <a:pt x="5" y="12"/>
                      <a:pt x="0" y="5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1" name="Freeform 136">
                <a:extLst>
                  <a:ext uri="{FF2B5EF4-FFF2-40B4-BE49-F238E27FC236}">
                    <a16:creationId xmlns:a16="http://schemas.microsoft.com/office/drawing/2014/main" id="{7C28CC21-482C-4142-B213-892D79A82C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3450" y="2855913"/>
                <a:ext cx="15875" cy="158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8" y="1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5" y="2"/>
                      <a:pt x="12" y="11"/>
                      <a:pt x="8" y="11"/>
                    </a:cubicBezTo>
                    <a:cubicBezTo>
                      <a:pt x="6" y="11"/>
                      <a:pt x="1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2" name="Freeform 137">
                <a:extLst>
                  <a:ext uri="{FF2B5EF4-FFF2-40B4-BE49-F238E27FC236}">
                    <a16:creationId xmlns:a16="http://schemas.microsoft.com/office/drawing/2014/main" id="{056BCBB4-A50E-2141-987A-4B971CEFD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2284413"/>
                <a:ext cx="41275" cy="49213"/>
              </a:xfrm>
              <a:custGeom>
                <a:avLst/>
                <a:gdLst/>
                <a:ahLst/>
                <a:cxnLst>
                  <a:cxn ang="0">
                    <a:pos x="12" y="22"/>
                  </a:cxn>
                  <a:cxn ang="0">
                    <a:pos x="14" y="16"/>
                  </a:cxn>
                  <a:cxn ang="0">
                    <a:pos x="10" y="10"/>
                  </a:cxn>
                  <a:cxn ang="0">
                    <a:pos x="10" y="14"/>
                  </a:cxn>
                  <a:cxn ang="0">
                    <a:pos x="5" y="16"/>
                  </a:cxn>
                  <a:cxn ang="0">
                    <a:pos x="0" y="11"/>
                  </a:cxn>
                  <a:cxn ang="0">
                    <a:pos x="14" y="0"/>
                  </a:cxn>
                  <a:cxn ang="0">
                    <a:pos x="26" y="3"/>
                  </a:cxn>
                  <a:cxn ang="0">
                    <a:pos x="26" y="8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6" y="16"/>
                  </a:cxn>
                  <a:cxn ang="0">
                    <a:pos x="15" y="37"/>
                  </a:cxn>
                  <a:cxn ang="0">
                    <a:pos x="14" y="33"/>
                  </a:cxn>
                  <a:cxn ang="0">
                    <a:pos x="14" y="36"/>
                  </a:cxn>
                  <a:cxn ang="0">
                    <a:pos x="7" y="29"/>
                  </a:cxn>
                  <a:cxn ang="0">
                    <a:pos x="12" y="22"/>
                  </a:cxn>
                </a:cxnLst>
                <a:rect l="0" t="0" r="r" b="b"/>
                <a:pathLst>
                  <a:path w="30" h="37">
                    <a:moveTo>
                      <a:pt x="12" y="22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1" y="15"/>
                      <a:pt x="11" y="12"/>
                      <a:pt x="10" y="10"/>
                    </a:cubicBezTo>
                    <a:cubicBezTo>
                      <a:pt x="10" y="11"/>
                      <a:pt x="9" y="13"/>
                      <a:pt x="10" y="14"/>
                    </a:cubicBezTo>
                    <a:cubicBezTo>
                      <a:pt x="8" y="14"/>
                      <a:pt x="6" y="16"/>
                      <a:pt x="5" y="16"/>
                    </a:cubicBezTo>
                    <a:cubicBezTo>
                      <a:pt x="3" y="16"/>
                      <a:pt x="0" y="13"/>
                      <a:pt x="0" y="11"/>
                    </a:cubicBezTo>
                    <a:cubicBezTo>
                      <a:pt x="0" y="8"/>
                      <a:pt x="13" y="0"/>
                      <a:pt x="14" y="0"/>
                    </a:cubicBezTo>
                    <a:cubicBezTo>
                      <a:pt x="18" y="0"/>
                      <a:pt x="20" y="3"/>
                      <a:pt x="26" y="3"/>
                    </a:cubicBezTo>
                    <a:cubicBezTo>
                      <a:pt x="26" y="5"/>
                      <a:pt x="25" y="8"/>
                      <a:pt x="26" y="8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3"/>
                      <a:pt x="29" y="14"/>
                      <a:pt x="30" y="16"/>
                    </a:cubicBezTo>
                    <a:cubicBezTo>
                      <a:pt x="29" y="16"/>
                      <a:pt x="27" y="16"/>
                      <a:pt x="26" y="16"/>
                    </a:cubicBezTo>
                    <a:cubicBezTo>
                      <a:pt x="25" y="24"/>
                      <a:pt x="21" y="37"/>
                      <a:pt x="15" y="37"/>
                    </a:cubicBezTo>
                    <a:cubicBezTo>
                      <a:pt x="14" y="37"/>
                      <a:pt x="14" y="35"/>
                      <a:pt x="14" y="3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0" y="36"/>
                      <a:pt x="7" y="31"/>
                      <a:pt x="7" y="29"/>
                    </a:cubicBezTo>
                    <a:cubicBezTo>
                      <a:pt x="7" y="28"/>
                      <a:pt x="12" y="22"/>
                      <a:pt x="12" y="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3" name="Freeform 138">
                <a:extLst>
                  <a:ext uri="{FF2B5EF4-FFF2-40B4-BE49-F238E27FC236}">
                    <a16:creationId xmlns:a16="http://schemas.microsoft.com/office/drawing/2014/main" id="{92230ED2-B7D2-F7DC-A233-278547B69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2271713"/>
                <a:ext cx="42863" cy="30163"/>
              </a:xfrm>
              <a:custGeom>
                <a:avLst/>
                <a:gdLst/>
                <a:ahLst/>
                <a:cxnLst>
                  <a:cxn ang="0">
                    <a:pos x="23" y="15"/>
                  </a:cxn>
                  <a:cxn ang="0">
                    <a:pos x="17" y="12"/>
                  </a:cxn>
                  <a:cxn ang="0">
                    <a:pos x="6" y="23"/>
                  </a:cxn>
                  <a:cxn ang="0">
                    <a:pos x="3" y="17"/>
                  </a:cxn>
                  <a:cxn ang="0">
                    <a:pos x="0" y="12"/>
                  </a:cxn>
                  <a:cxn ang="0">
                    <a:pos x="8" y="5"/>
                  </a:cxn>
                  <a:cxn ang="0">
                    <a:pos x="23" y="0"/>
                  </a:cxn>
                  <a:cxn ang="0">
                    <a:pos x="23" y="15"/>
                  </a:cxn>
                </a:cxnLst>
                <a:rect l="0" t="0" r="r" b="b"/>
                <a:pathLst>
                  <a:path w="33" h="23">
                    <a:moveTo>
                      <a:pt x="23" y="15"/>
                    </a:moveTo>
                    <a:cubicBezTo>
                      <a:pt x="20" y="15"/>
                      <a:pt x="18" y="13"/>
                      <a:pt x="17" y="12"/>
                    </a:cubicBezTo>
                    <a:cubicBezTo>
                      <a:pt x="13" y="16"/>
                      <a:pt x="12" y="23"/>
                      <a:pt x="6" y="23"/>
                    </a:cubicBezTo>
                    <a:cubicBezTo>
                      <a:pt x="4" y="23"/>
                      <a:pt x="3" y="19"/>
                      <a:pt x="3" y="17"/>
                    </a:cubicBezTo>
                    <a:cubicBezTo>
                      <a:pt x="1" y="15"/>
                      <a:pt x="0" y="14"/>
                      <a:pt x="0" y="12"/>
                    </a:cubicBezTo>
                    <a:cubicBezTo>
                      <a:pt x="0" y="12"/>
                      <a:pt x="8" y="6"/>
                      <a:pt x="8" y="5"/>
                    </a:cubicBezTo>
                    <a:cubicBezTo>
                      <a:pt x="16" y="7"/>
                      <a:pt x="17" y="0"/>
                      <a:pt x="23" y="0"/>
                    </a:cubicBezTo>
                    <a:cubicBezTo>
                      <a:pt x="33" y="0"/>
                      <a:pt x="28" y="15"/>
                      <a:pt x="23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4" name="Freeform 139">
                <a:extLst>
                  <a:ext uri="{FF2B5EF4-FFF2-40B4-BE49-F238E27FC236}">
                    <a16:creationId xmlns:a16="http://schemas.microsoft.com/office/drawing/2014/main" id="{5FC49890-0749-5CE5-0883-51976CD11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136775"/>
                <a:ext cx="185738" cy="153988"/>
              </a:xfrm>
              <a:custGeom>
                <a:avLst/>
                <a:gdLst/>
                <a:ahLst/>
                <a:cxnLst>
                  <a:cxn ang="0">
                    <a:pos x="55" y="110"/>
                  </a:cxn>
                  <a:cxn ang="0">
                    <a:pos x="55" y="107"/>
                  </a:cxn>
                  <a:cxn ang="0">
                    <a:pos x="56" y="99"/>
                  </a:cxn>
                  <a:cxn ang="0">
                    <a:pos x="43" y="95"/>
                  </a:cxn>
                  <a:cxn ang="0">
                    <a:pos x="39" y="99"/>
                  </a:cxn>
                  <a:cxn ang="0">
                    <a:pos x="29" y="100"/>
                  </a:cxn>
                  <a:cxn ang="0">
                    <a:pos x="6" y="106"/>
                  </a:cxn>
                  <a:cxn ang="0">
                    <a:pos x="0" y="104"/>
                  </a:cxn>
                  <a:cxn ang="0">
                    <a:pos x="5" y="101"/>
                  </a:cxn>
                  <a:cxn ang="0">
                    <a:pos x="30" y="84"/>
                  </a:cxn>
                  <a:cxn ang="0">
                    <a:pos x="57" y="84"/>
                  </a:cxn>
                  <a:cxn ang="0">
                    <a:pos x="72" y="70"/>
                  </a:cxn>
                  <a:cxn ang="0">
                    <a:pos x="79" y="59"/>
                  </a:cxn>
                  <a:cxn ang="0">
                    <a:pos x="77" y="64"/>
                  </a:cxn>
                  <a:cxn ang="0">
                    <a:pos x="79" y="66"/>
                  </a:cxn>
                  <a:cxn ang="0">
                    <a:pos x="92" y="60"/>
                  </a:cxn>
                  <a:cxn ang="0">
                    <a:pos x="116" y="25"/>
                  </a:cxn>
                  <a:cxn ang="0">
                    <a:pos x="114" y="19"/>
                  </a:cxn>
                  <a:cxn ang="0">
                    <a:pos x="125" y="3"/>
                  </a:cxn>
                  <a:cxn ang="0">
                    <a:pos x="130" y="4"/>
                  </a:cxn>
                  <a:cxn ang="0">
                    <a:pos x="129" y="4"/>
                  </a:cxn>
                  <a:cxn ang="0">
                    <a:pos x="128" y="0"/>
                  </a:cxn>
                  <a:cxn ang="0">
                    <a:pos x="133" y="2"/>
                  </a:cxn>
                  <a:cxn ang="0">
                    <a:pos x="134" y="11"/>
                  </a:cxn>
                  <a:cxn ang="0">
                    <a:pos x="140" y="26"/>
                  </a:cxn>
                  <a:cxn ang="0">
                    <a:pos x="134" y="40"/>
                  </a:cxn>
                  <a:cxn ang="0">
                    <a:pos x="134" y="43"/>
                  </a:cxn>
                  <a:cxn ang="0">
                    <a:pos x="130" y="44"/>
                  </a:cxn>
                  <a:cxn ang="0">
                    <a:pos x="127" y="63"/>
                  </a:cxn>
                  <a:cxn ang="0">
                    <a:pos x="122" y="76"/>
                  </a:cxn>
                  <a:cxn ang="0">
                    <a:pos x="125" y="84"/>
                  </a:cxn>
                  <a:cxn ang="0">
                    <a:pos x="114" y="93"/>
                  </a:cxn>
                  <a:cxn ang="0">
                    <a:pos x="114" y="86"/>
                  </a:cxn>
                  <a:cxn ang="0">
                    <a:pos x="102" y="96"/>
                  </a:cxn>
                  <a:cxn ang="0">
                    <a:pos x="100" y="94"/>
                  </a:cxn>
                  <a:cxn ang="0">
                    <a:pos x="96" y="94"/>
                  </a:cxn>
                  <a:cxn ang="0">
                    <a:pos x="87" y="100"/>
                  </a:cxn>
                  <a:cxn ang="0">
                    <a:pos x="74" y="92"/>
                  </a:cxn>
                  <a:cxn ang="0">
                    <a:pos x="72" y="96"/>
                  </a:cxn>
                  <a:cxn ang="0">
                    <a:pos x="76" y="103"/>
                  </a:cxn>
                  <a:cxn ang="0">
                    <a:pos x="72" y="103"/>
                  </a:cxn>
                  <a:cxn ang="0">
                    <a:pos x="61" y="115"/>
                  </a:cxn>
                  <a:cxn ang="0">
                    <a:pos x="55" y="110"/>
                  </a:cxn>
                </a:cxnLst>
                <a:rect l="0" t="0" r="r" b="b"/>
                <a:pathLst>
                  <a:path w="140" h="115">
                    <a:moveTo>
                      <a:pt x="55" y="110"/>
                    </a:moveTo>
                    <a:cubicBezTo>
                      <a:pt x="53" y="110"/>
                      <a:pt x="55" y="108"/>
                      <a:pt x="55" y="107"/>
                    </a:cubicBezTo>
                    <a:cubicBezTo>
                      <a:pt x="55" y="104"/>
                      <a:pt x="56" y="101"/>
                      <a:pt x="56" y="99"/>
                    </a:cubicBezTo>
                    <a:cubicBezTo>
                      <a:pt x="51" y="98"/>
                      <a:pt x="48" y="95"/>
                      <a:pt x="43" y="95"/>
                    </a:cubicBezTo>
                    <a:cubicBezTo>
                      <a:pt x="40" y="95"/>
                      <a:pt x="40" y="98"/>
                      <a:pt x="39" y="99"/>
                    </a:cubicBezTo>
                    <a:cubicBezTo>
                      <a:pt x="35" y="100"/>
                      <a:pt x="32" y="98"/>
                      <a:pt x="29" y="100"/>
                    </a:cubicBezTo>
                    <a:cubicBezTo>
                      <a:pt x="23" y="103"/>
                      <a:pt x="15" y="106"/>
                      <a:pt x="6" y="106"/>
                    </a:cubicBezTo>
                    <a:cubicBezTo>
                      <a:pt x="3" y="106"/>
                      <a:pt x="0" y="106"/>
                      <a:pt x="0" y="104"/>
                    </a:cubicBezTo>
                    <a:cubicBezTo>
                      <a:pt x="0" y="103"/>
                      <a:pt x="4" y="102"/>
                      <a:pt x="5" y="101"/>
                    </a:cubicBezTo>
                    <a:cubicBezTo>
                      <a:pt x="15" y="95"/>
                      <a:pt x="19" y="84"/>
                      <a:pt x="30" y="84"/>
                    </a:cubicBezTo>
                    <a:cubicBezTo>
                      <a:pt x="43" y="84"/>
                      <a:pt x="47" y="84"/>
                      <a:pt x="57" y="84"/>
                    </a:cubicBezTo>
                    <a:cubicBezTo>
                      <a:pt x="65" y="84"/>
                      <a:pt x="68" y="70"/>
                      <a:pt x="72" y="70"/>
                    </a:cubicBezTo>
                    <a:cubicBezTo>
                      <a:pt x="72" y="70"/>
                      <a:pt x="78" y="60"/>
                      <a:pt x="79" y="59"/>
                    </a:cubicBezTo>
                    <a:cubicBezTo>
                      <a:pt x="78" y="61"/>
                      <a:pt x="77" y="62"/>
                      <a:pt x="77" y="64"/>
                    </a:cubicBezTo>
                    <a:cubicBezTo>
                      <a:pt x="77" y="65"/>
                      <a:pt x="78" y="66"/>
                      <a:pt x="79" y="66"/>
                    </a:cubicBezTo>
                    <a:cubicBezTo>
                      <a:pt x="86" y="66"/>
                      <a:pt x="87" y="62"/>
                      <a:pt x="92" y="60"/>
                    </a:cubicBezTo>
                    <a:cubicBezTo>
                      <a:pt x="101" y="57"/>
                      <a:pt x="116" y="39"/>
                      <a:pt x="116" y="25"/>
                    </a:cubicBezTo>
                    <a:cubicBezTo>
                      <a:pt x="116" y="22"/>
                      <a:pt x="114" y="22"/>
                      <a:pt x="114" y="19"/>
                    </a:cubicBezTo>
                    <a:cubicBezTo>
                      <a:pt x="114" y="14"/>
                      <a:pt x="119" y="3"/>
                      <a:pt x="125" y="3"/>
                    </a:cubicBezTo>
                    <a:cubicBezTo>
                      <a:pt x="125" y="3"/>
                      <a:pt x="125" y="9"/>
                      <a:pt x="130" y="4"/>
                    </a:cubicBezTo>
                    <a:cubicBezTo>
                      <a:pt x="130" y="4"/>
                      <a:pt x="129" y="4"/>
                      <a:pt x="129" y="4"/>
                    </a:cubicBezTo>
                    <a:cubicBezTo>
                      <a:pt x="128" y="4"/>
                      <a:pt x="127" y="0"/>
                      <a:pt x="128" y="0"/>
                    </a:cubicBezTo>
                    <a:cubicBezTo>
                      <a:pt x="131" y="0"/>
                      <a:pt x="133" y="1"/>
                      <a:pt x="133" y="2"/>
                    </a:cubicBezTo>
                    <a:cubicBezTo>
                      <a:pt x="135" y="5"/>
                      <a:pt x="134" y="8"/>
                      <a:pt x="134" y="11"/>
                    </a:cubicBezTo>
                    <a:cubicBezTo>
                      <a:pt x="134" y="17"/>
                      <a:pt x="140" y="20"/>
                      <a:pt x="140" y="26"/>
                    </a:cubicBezTo>
                    <a:cubicBezTo>
                      <a:pt x="140" y="33"/>
                      <a:pt x="134" y="34"/>
                      <a:pt x="134" y="40"/>
                    </a:cubicBezTo>
                    <a:cubicBezTo>
                      <a:pt x="134" y="41"/>
                      <a:pt x="134" y="42"/>
                      <a:pt x="134" y="43"/>
                    </a:cubicBezTo>
                    <a:cubicBezTo>
                      <a:pt x="133" y="44"/>
                      <a:pt x="132" y="43"/>
                      <a:pt x="130" y="44"/>
                    </a:cubicBezTo>
                    <a:cubicBezTo>
                      <a:pt x="126" y="45"/>
                      <a:pt x="127" y="59"/>
                      <a:pt x="127" y="63"/>
                    </a:cubicBezTo>
                    <a:cubicBezTo>
                      <a:pt x="127" y="67"/>
                      <a:pt x="122" y="70"/>
                      <a:pt x="122" y="76"/>
                    </a:cubicBezTo>
                    <a:cubicBezTo>
                      <a:pt x="122" y="80"/>
                      <a:pt x="124" y="81"/>
                      <a:pt x="125" y="84"/>
                    </a:cubicBezTo>
                    <a:cubicBezTo>
                      <a:pt x="119" y="87"/>
                      <a:pt x="119" y="91"/>
                      <a:pt x="114" y="93"/>
                    </a:cubicBezTo>
                    <a:cubicBezTo>
                      <a:pt x="112" y="89"/>
                      <a:pt x="114" y="89"/>
                      <a:pt x="114" y="86"/>
                    </a:cubicBezTo>
                    <a:cubicBezTo>
                      <a:pt x="108" y="90"/>
                      <a:pt x="104" y="90"/>
                      <a:pt x="102" y="96"/>
                    </a:cubicBezTo>
                    <a:cubicBezTo>
                      <a:pt x="102" y="96"/>
                      <a:pt x="100" y="95"/>
                      <a:pt x="100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3" y="97"/>
                      <a:pt x="91" y="100"/>
                      <a:pt x="87" y="100"/>
                    </a:cubicBezTo>
                    <a:cubicBezTo>
                      <a:pt x="78" y="100"/>
                      <a:pt x="78" y="92"/>
                      <a:pt x="74" y="92"/>
                    </a:cubicBezTo>
                    <a:cubicBezTo>
                      <a:pt x="73" y="92"/>
                      <a:pt x="72" y="94"/>
                      <a:pt x="72" y="96"/>
                    </a:cubicBezTo>
                    <a:cubicBezTo>
                      <a:pt x="72" y="97"/>
                      <a:pt x="76" y="103"/>
                      <a:pt x="76" y="103"/>
                    </a:cubicBezTo>
                    <a:cubicBezTo>
                      <a:pt x="75" y="103"/>
                      <a:pt x="73" y="103"/>
                      <a:pt x="72" y="103"/>
                    </a:cubicBezTo>
                    <a:cubicBezTo>
                      <a:pt x="68" y="103"/>
                      <a:pt x="63" y="110"/>
                      <a:pt x="61" y="115"/>
                    </a:cubicBezTo>
                    <a:cubicBezTo>
                      <a:pt x="57" y="114"/>
                      <a:pt x="58" y="110"/>
                      <a:pt x="55" y="1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5" name="Freeform 140">
                <a:extLst>
                  <a:ext uri="{FF2B5EF4-FFF2-40B4-BE49-F238E27FC236}">
                    <a16:creationId xmlns:a16="http://schemas.microsoft.com/office/drawing/2014/main" id="{78410862-B356-775B-B529-4023EB1EB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1475" y="2054225"/>
                <a:ext cx="96838" cy="80963"/>
              </a:xfrm>
              <a:custGeom>
                <a:avLst/>
                <a:gdLst/>
                <a:ahLst/>
                <a:cxnLst>
                  <a:cxn ang="0">
                    <a:pos x="11" y="33"/>
                  </a:cxn>
                  <a:cxn ang="0">
                    <a:pos x="15" y="33"/>
                  </a:cxn>
                  <a:cxn ang="0">
                    <a:pos x="26" y="10"/>
                  </a:cxn>
                  <a:cxn ang="0">
                    <a:pos x="23" y="6"/>
                  </a:cxn>
                  <a:cxn ang="0">
                    <a:pos x="26" y="0"/>
                  </a:cxn>
                  <a:cxn ang="0">
                    <a:pos x="60" y="22"/>
                  </a:cxn>
                  <a:cxn ang="0">
                    <a:pos x="70" y="21"/>
                  </a:cxn>
                  <a:cxn ang="0">
                    <a:pos x="67" y="26"/>
                  </a:cxn>
                  <a:cxn ang="0">
                    <a:pos x="72" y="32"/>
                  </a:cxn>
                  <a:cxn ang="0">
                    <a:pos x="59" y="36"/>
                  </a:cxn>
                  <a:cxn ang="0">
                    <a:pos x="43" y="51"/>
                  </a:cxn>
                  <a:cxn ang="0">
                    <a:pos x="24" y="41"/>
                  </a:cxn>
                  <a:cxn ang="0">
                    <a:pos x="21" y="45"/>
                  </a:cxn>
                  <a:cxn ang="0">
                    <a:pos x="8" y="48"/>
                  </a:cxn>
                  <a:cxn ang="0">
                    <a:pos x="16" y="54"/>
                  </a:cxn>
                  <a:cxn ang="0">
                    <a:pos x="5" y="61"/>
                  </a:cxn>
                  <a:cxn ang="0">
                    <a:pos x="3" y="61"/>
                  </a:cxn>
                  <a:cxn ang="0">
                    <a:pos x="3" y="51"/>
                  </a:cxn>
                  <a:cxn ang="0">
                    <a:pos x="0" y="46"/>
                  </a:cxn>
                  <a:cxn ang="0">
                    <a:pos x="8" y="35"/>
                  </a:cxn>
                  <a:cxn ang="0">
                    <a:pos x="8" y="32"/>
                  </a:cxn>
                  <a:cxn ang="0">
                    <a:pos x="12" y="34"/>
                  </a:cxn>
                  <a:cxn ang="0">
                    <a:pos x="11" y="33"/>
                  </a:cxn>
                </a:cxnLst>
                <a:rect l="0" t="0" r="r" b="b"/>
                <a:pathLst>
                  <a:path w="72" h="61">
                    <a:moveTo>
                      <a:pt x="11" y="33"/>
                    </a:moveTo>
                    <a:cubicBezTo>
                      <a:pt x="12" y="33"/>
                      <a:pt x="14" y="33"/>
                      <a:pt x="15" y="33"/>
                    </a:cubicBezTo>
                    <a:cubicBezTo>
                      <a:pt x="23" y="33"/>
                      <a:pt x="26" y="16"/>
                      <a:pt x="26" y="10"/>
                    </a:cubicBezTo>
                    <a:cubicBezTo>
                      <a:pt x="26" y="8"/>
                      <a:pt x="23" y="7"/>
                      <a:pt x="23" y="6"/>
                    </a:cubicBezTo>
                    <a:cubicBezTo>
                      <a:pt x="23" y="2"/>
                      <a:pt x="25" y="1"/>
                      <a:pt x="26" y="0"/>
                    </a:cubicBezTo>
                    <a:cubicBezTo>
                      <a:pt x="38" y="8"/>
                      <a:pt x="43" y="22"/>
                      <a:pt x="60" y="22"/>
                    </a:cubicBezTo>
                    <a:cubicBezTo>
                      <a:pt x="64" y="22"/>
                      <a:pt x="67" y="19"/>
                      <a:pt x="70" y="21"/>
                    </a:cubicBezTo>
                    <a:cubicBezTo>
                      <a:pt x="69" y="23"/>
                      <a:pt x="67" y="24"/>
                      <a:pt x="67" y="26"/>
                    </a:cubicBezTo>
                    <a:cubicBezTo>
                      <a:pt x="67" y="29"/>
                      <a:pt x="71" y="32"/>
                      <a:pt x="72" y="32"/>
                    </a:cubicBezTo>
                    <a:cubicBezTo>
                      <a:pt x="68" y="35"/>
                      <a:pt x="65" y="36"/>
                      <a:pt x="59" y="36"/>
                    </a:cubicBezTo>
                    <a:cubicBezTo>
                      <a:pt x="49" y="36"/>
                      <a:pt x="46" y="46"/>
                      <a:pt x="43" y="51"/>
                    </a:cubicBezTo>
                    <a:cubicBezTo>
                      <a:pt x="36" y="47"/>
                      <a:pt x="31" y="46"/>
                      <a:pt x="24" y="41"/>
                    </a:cubicBezTo>
                    <a:cubicBezTo>
                      <a:pt x="23" y="42"/>
                      <a:pt x="21" y="43"/>
                      <a:pt x="21" y="45"/>
                    </a:cubicBezTo>
                    <a:cubicBezTo>
                      <a:pt x="15" y="45"/>
                      <a:pt x="8" y="40"/>
                      <a:pt x="8" y="48"/>
                    </a:cubicBezTo>
                    <a:cubicBezTo>
                      <a:pt x="8" y="52"/>
                      <a:pt x="14" y="52"/>
                      <a:pt x="16" y="54"/>
                    </a:cubicBezTo>
                    <a:cubicBezTo>
                      <a:pt x="12" y="59"/>
                      <a:pt x="9" y="57"/>
                      <a:pt x="5" y="61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3" y="58"/>
                      <a:pt x="3" y="51"/>
                      <a:pt x="3" y="51"/>
                    </a:cubicBezTo>
                    <a:cubicBezTo>
                      <a:pt x="3" y="49"/>
                      <a:pt x="0" y="48"/>
                      <a:pt x="0" y="46"/>
                    </a:cubicBezTo>
                    <a:cubicBezTo>
                      <a:pt x="0" y="41"/>
                      <a:pt x="8" y="38"/>
                      <a:pt x="8" y="35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32"/>
                      <a:pt x="10" y="33"/>
                      <a:pt x="12" y="34"/>
                    </a:cubicBezTo>
                    <a:lnTo>
                      <a:pt x="11" y="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6" name="Freeform 141">
                <a:extLst>
                  <a:ext uri="{FF2B5EF4-FFF2-40B4-BE49-F238E27FC236}">
                    <a16:creationId xmlns:a16="http://schemas.microsoft.com/office/drawing/2014/main" id="{73CE8095-F8D8-77ED-5D88-11E6A8340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2073275"/>
                <a:ext cx="15875" cy="14288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2"/>
                  </a:cxn>
                  <a:cxn ang="0">
                    <a:pos x="1" y="11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0" y="0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0" y="4"/>
                      <a:pt x="5" y="11"/>
                      <a:pt x="1" y="11"/>
                    </a:cubicBezTo>
                    <a:cubicBezTo>
                      <a:pt x="0" y="11"/>
                      <a:pt x="0" y="8"/>
                      <a:pt x="1" y="7"/>
                    </a:cubicBezTo>
                    <a:cubicBezTo>
                      <a:pt x="3" y="4"/>
                      <a:pt x="8" y="0"/>
                      <a:pt x="11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7" name="Freeform 142">
                <a:extLst>
                  <a:ext uri="{FF2B5EF4-FFF2-40B4-BE49-F238E27FC236}">
                    <a16:creationId xmlns:a16="http://schemas.microsoft.com/office/drawing/2014/main" id="{FD877FD0-7E80-CA1A-2CF8-E4DB0B32F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8475" y="2052638"/>
                <a:ext cx="22225" cy="15875"/>
              </a:xfrm>
              <a:custGeom>
                <a:avLst/>
                <a:gdLst/>
                <a:ahLst/>
                <a:cxnLst>
                  <a:cxn ang="0">
                    <a:pos x="17" y="3"/>
                  </a:cxn>
                  <a:cxn ang="0">
                    <a:pos x="1" y="12"/>
                  </a:cxn>
                  <a:cxn ang="0">
                    <a:pos x="1" y="10"/>
                  </a:cxn>
                  <a:cxn ang="0">
                    <a:pos x="10" y="0"/>
                  </a:cxn>
                  <a:cxn ang="0">
                    <a:pos x="17" y="0"/>
                  </a:cxn>
                  <a:cxn ang="0">
                    <a:pos x="17" y="3"/>
                  </a:cxn>
                </a:cxnLst>
                <a:rect l="0" t="0" r="r" b="b"/>
                <a:pathLst>
                  <a:path w="17" h="12">
                    <a:moveTo>
                      <a:pt x="17" y="3"/>
                    </a:moveTo>
                    <a:cubicBezTo>
                      <a:pt x="7" y="3"/>
                      <a:pt x="7" y="12"/>
                      <a:pt x="1" y="12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1" y="10"/>
                      <a:pt x="5" y="0"/>
                      <a:pt x="10" y="0"/>
                    </a:cubicBezTo>
                    <a:cubicBezTo>
                      <a:pt x="13" y="0"/>
                      <a:pt x="15" y="0"/>
                      <a:pt x="17" y="0"/>
                    </a:cubicBezTo>
                    <a:lnTo>
                      <a:pt x="17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8" name="Freeform 143">
                <a:extLst>
                  <a:ext uri="{FF2B5EF4-FFF2-40B4-BE49-F238E27FC236}">
                    <a16:creationId xmlns:a16="http://schemas.microsoft.com/office/drawing/2014/main" id="{8C81CF33-B5E8-7C95-13AD-0403F8997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8163" y="2035175"/>
                <a:ext cx="12700" cy="1111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2" y="3"/>
                  </a:cxn>
                  <a:cxn ang="0">
                    <a:pos x="9" y="0"/>
                  </a:cxn>
                  <a:cxn ang="0">
                    <a:pos x="1" y="9"/>
                  </a:cxn>
                  <a:cxn ang="0">
                    <a:pos x="1" y="6"/>
                  </a:cxn>
                </a:cxnLst>
                <a:rect l="0" t="0" r="r" b="b"/>
                <a:pathLst>
                  <a:path w="9" h="9">
                    <a:moveTo>
                      <a:pt x="1" y="6"/>
                    </a:moveTo>
                    <a:cubicBezTo>
                      <a:pt x="3" y="6"/>
                      <a:pt x="1" y="4"/>
                      <a:pt x="2" y="3"/>
                    </a:cubicBezTo>
                    <a:cubicBezTo>
                      <a:pt x="3" y="0"/>
                      <a:pt x="8" y="0"/>
                      <a:pt x="9" y="0"/>
                    </a:cubicBezTo>
                    <a:cubicBezTo>
                      <a:pt x="8" y="3"/>
                      <a:pt x="5" y="9"/>
                      <a:pt x="1" y="9"/>
                    </a:cubicBezTo>
                    <a:cubicBezTo>
                      <a:pt x="0" y="9"/>
                      <a:pt x="0" y="6"/>
                      <a:pt x="1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09" name="Freeform 144">
                <a:extLst>
                  <a:ext uri="{FF2B5EF4-FFF2-40B4-BE49-F238E27FC236}">
                    <a16:creationId xmlns:a16="http://schemas.microsoft.com/office/drawing/2014/main" id="{E1ED0F4D-E053-93F6-BA00-B3BAA4BEF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3225" y="1855788"/>
                <a:ext cx="47625" cy="184150"/>
              </a:xfrm>
              <a:custGeom>
                <a:avLst/>
                <a:gdLst/>
                <a:ahLst/>
                <a:cxnLst>
                  <a:cxn ang="0">
                    <a:pos x="26" y="84"/>
                  </a:cxn>
                  <a:cxn ang="0">
                    <a:pos x="13" y="109"/>
                  </a:cxn>
                  <a:cxn ang="0">
                    <a:pos x="26" y="132"/>
                  </a:cxn>
                  <a:cxn ang="0">
                    <a:pos x="25" y="132"/>
                  </a:cxn>
                  <a:cxn ang="0">
                    <a:pos x="20" y="128"/>
                  </a:cxn>
                  <a:cxn ang="0">
                    <a:pos x="16" y="128"/>
                  </a:cxn>
                  <a:cxn ang="0">
                    <a:pos x="5" y="138"/>
                  </a:cxn>
                  <a:cxn ang="0">
                    <a:pos x="5" y="125"/>
                  </a:cxn>
                  <a:cxn ang="0">
                    <a:pos x="7" y="105"/>
                  </a:cxn>
                  <a:cxn ang="0">
                    <a:pos x="4" y="93"/>
                  </a:cxn>
                  <a:cxn ang="0">
                    <a:pos x="7" y="79"/>
                  </a:cxn>
                  <a:cxn ang="0">
                    <a:pos x="7" y="53"/>
                  </a:cxn>
                  <a:cxn ang="0">
                    <a:pos x="0" y="37"/>
                  </a:cxn>
                  <a:cxn ang="0">
                    <a:pos x="9" y="15"/>
                  </a:cxn>
                  <a:cxn ang="0">
                    <a:pos x="11" y="9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9" y="20"/>
                  </a:cxn>
                  <a:cxn ang="0">
                    <a:pos x="21" y="37"/>
                  </a:cxn>
                  <a:cxn ang="0">
                    <a:pos x="21" y="47"/>
                  </a:cxn>
                  <a:cxn ang="0">
                    <a:pos x="24" y="59"/>
                  </a:cxn>
                  <a:cxn ang="0">
                    <a:pos x="36" y="90"/>
                  </a:cxn>
                  <a:cxn ang="0">
                    <a:pos x="26" y="84"/>
                  </a:cxn>
                </a:cxnLst>
                <a:rect l="0" t="0" r="r" b="b"/>
                <a:pathLst>
                  <a:path w="36" h="138">
                    <a:moveTo>
                      <a:pt x="26" y="84"/>
                    </a:moveTo>
                    <a:cubicBezTo>
                      <a:pt x="15" y="84"/>
                      <a:pt x="13" y="98"/>
                      <a:pt x="13" y="109"/>
                    </a:cubicBezTo>
                    <a:cubicBezTo>
                      <a:pt x="13" y="120"/>
                      <a:pt x="22" y="124"/>
                      <a:pt x="26" y="132"/>
                    </a:cubicBezTo>
                    <a:cubicBezTo>
                      <a:pt x="26" y="132"/>
                      <a:pt x="25" y="132"/>
                      <a:pt x="25" y="132"/>
                    </a:cubicBezTo>
                    <a:cubicBezTo>
                      <a:pt x="23" y="133"/>
                      <a:pt x="21" y="130"/>
                      <a:pt x="20" y="128"/>
                    </a:cubicBezTo>
                    <a:cubicBezTo>
                      <a:pt x="19" y="128"/>
                      <a:pt x="17" y="128"/>
                      <a:pt x="16" y="128"/>
                    </a:cubicBezTo>
                    <a:cubicBezTo>
                      <a:pt x="11" y="128"/>
                      <a:pt x="11" y="138"/>
                      <a:pt x="5" y="138"/>
                    </a:cubicBezTo>
                    <a:cubicBezTo>
                      <a:pt x="4" y="138"/>
                      <a:pt x="5" y="127"/>
                      <a:pt x="5" y="125"/>
                    </a:cubicBezTo>
                    <a:cubicBezTo>
                      <a:pt x="5" y="117"/>
                      <a:pt x="7" y="112"/>
                      <a:pt x="7" y="105"/>
                    </a:cubicBezTo>
                    <a:cubicBezTo>
                      <a:pt x="7" y="99"/>
                      <a:pt x="4" y="98"/>
                      <a:pt x="4" y="93"/>
                    </a:cubicBezTo>
                    <a:cubicBezTo>
                      <a:pt x="4" y="86"/>
                      <a:pt x="7" y="84"/>
                      <a:pt x="7" y="79"/>
                    </a:cubicBezTo>
                    <a:cubicBezTo>
                      <a:pt x="7" y="68"/>
                      <a:pt x="7" y="64"/>
                      <a:pt x="7" y="53"/>
                    </a:cubicBezTo>
                    <a:cubicBezTo>
                      <a:pt x="7" y="46"/>
                      <a:pt x="0" y="44"/>
                      <a:pt x="0" y="37"/>
                    </a:cubicBezTo>
                    <a:cubicBezTo>
                      <a:pt x="0" y="28"/>
                      <a:pt x="3" y="16"/>
                      <a:pt x="9" y="15"/>
                    </a:cubicBezTo>
                    <a:cubicBezTo>
                      <a:pt x="9" y="12"/>
                      <a:pt x="11" y="11"/>
                      <a:pt x="11" y="9"/>
                    </a:cubicBezTo>
                    <a:cubicBezTo>
                      <a:pt x="11" y="4"/>
                      <a:pt x="11" y="3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8" y="14"/>
                      <a:pt x="19" y="20"/>
                    </a:cubicBezTo>
                    <a:cubicBezTo>
                      <a:pt x="21" y="26"/>
                      <a:pt x="18" y="30"/>
                      <a:pt x="21" y="37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52"/>
                      <a:pt x="23" y="57"/>
                      <a:pt x="24" y="59"/>
                    </a:cubicBezTo>
                    <a:cubicBezTo>
                      <a:pt x="27" y="70"/>
                      <a:pt x="33" y="79"/>
                      <a:pt x="36" y="90"/>
                    </a:cubicBezTo>
                    <a:cubicBezTo>
                      <a:pt x="34" y="86"/>
                      <a:pt x="30" y="84"/>
                      <a:pt x="26" y="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0" name="Freeform 145">
                <a:extLst>
                  <a:ext uri="{FF2B5EF4-FFF2-40B4-BE49-F238E27FC236}">
                    <a16:creationId xmlns:a16="http://schemas.microsoft.com/office/drawing/2014/main" id="{CB40460F-85C0-65DF-0E18-632F83D48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925" y="1219200"/>
                <a:ext cx="292100" cy="214313"/>
              </a:xfrm>
              <a:custGeom>
                <a:avLst/>
                <a:gdLst/>
                <a:ahLst/>
                <a:cxnLst>
                  <a:cxn ang="0">
                    <a:pos x="76" y="161"/>
                  </a:cxn>
                  <a:cxn ang="0">
                    <a:pos x="50" y="131"/>
                  </a:cxn>
                  <a:cxn ang="0">
                    <a:pos x="103" y="67"/>
                  </a:cxn>
                  <a:cxn ang="0">
                    <a:pos x="125" y="55"/>
                  </a:cxn>
                  <a:cxn ang="0">
                    <a:pos x="134" y="45"/>
                  </a:cxn>
                  <a:cxn ang="0">
                    <a:pos x="175" y="34"/>
                  </a:cxn>
                  <a:cxn ang="0">
                    <a:pos x="220" y="11"/>
                  </a:cxn>
                  <a:cxn ang="0">
                    <a:pos x="203" y="0"/>
                  </a:cxn>
                  <a:cxn ang="0">
                    <a:pos x="136" y="25"/>
                  </a:cxn>
                  <a:cxn ang="0">
                    <a:pos x="123" y="19"/>
                  </a:cxn>
                  <a:cxn ang="0">
                    <a:pos x="109" y="25"/>
                  </a:cxn>
                  <a:cxn ang="0">
                    <a:pos x="69" y="46"/>
                  </a:cxn>
                  <a:cxn ang="0">
                    <a:pos x="52" y="49"/>
                  </a:cxn>
                  <a:cxn ang="0">
                    <a:pos x="47" y="53"/>
                  </a:cxn>
                  <a:cxn ang="0">
                    <a:pos x="50" y="61"/>
                  </a:cxn>
                  <a:cxn ang="0">
                    <a:pos x="27" y="88"/>
                  </a:cxn>
                  <a:cxn ang="0">
                    <a:pos x="34" y="98"/>
                  </a:cxn>
                  <a:cxn ang="0">
                    <a:pos x="13" y="110"/>
                  </a:cxn>
                  <a:cxn ang="0">
                    <a:pos x="13" y="117"/>
                  </a:cxn>
                  <a:cxn ang="0">
                    <a:pos x="0" y="134"/>
                  </a:cxn>
                  <a:cxn ang="0">
                    <a:pos x="8" y="143"/>
                  </a:cxn>
                  <a:cxn ang="0">
                    <a:pos x="21" y="143"/>
                  </a:cxn>
                  <a:cxn ang="0">
                    <a:pos x="27" y="158"/>
                  </a:cxn>
                  <a:cxn ang="0">
                    <a:pos x="39" y="158"/>
                  </a:cxn>
                  <a:cxn ang="0">
                    <a:pos x="42" y="161"/>
                  </a:cxn>
                  <a:cxn ang="0">
                    <a:pos x="76" y="161"/>
                  </a:cxn>
                  <a:cxn ang="0">
                    <a:pos x="72" y="156"/>
                  </a:cxn>
                  <a:cxn ang="0">
                    <a:pos x="76" y="161"/>
                  </a:cxn>
                </a:cxnLst>
                <a:rect l="0" t="0" r="r" b="b"/>
                <a:pathLst>
                  <a:path w="220" h="161">
                    <a:moveTo>
                      <a:pt x="76" y="161"/>
                    </a:moveTo>
                    <a:cubicBezTo>
                      <a:pt x="66" y="151"/>
                      <a:pt x="50" y="147"/>
                      <a:pt x="50" y="131"/>
                    </a:cubicBezTo>
                    <a:cubicBezTo>
                      <a:pt x="50" y="102"/>
                      <a:pt x="81" y="73"/>
                      <a:pt x="103" y="67"/>
                    </a:cubicBezTo>
                    <a:cubicBezTo>
                      <a:pt x="111" y="64"/>
                      <a:pt x="113" y="55"/>
                      <a:pt x="125" y="55"/>
                    </a:cubicBezTo>
                    <a:cubicBezTo>
                      <a:pt x="130" y="55"/>
                      <a:pt x="132" y="46"/>
                      <a:pt x="134" y="45"/>
                    </a:cubicBezTo>
                    <a:cubicBezTo>
                      <a:pt x="149" y="38"/>
                      <a:pt x="160" y="41"/>
                      <a:pt x="175" y="34"/>
                    </a:cubicBezTo>
                    <a:cubicBezTo>
                      <a:pt x="186" y="28"/>
                      <a:pt x="220" y="26"/>
                      <a:pt x="220" y="11"/>
                    </a:cubicBezTo>
                    <a:cubicBezTo>
                      <a:pt x="220" y="6"/>
                      <a:pt x="208" y="0"/>
                      <a:pt x="203" y="0"/>
                    </a:cubicBezTo>
                    <a:cubicBezTo>
                      <a:pt x="181" y="0"/>
                      <a:pt x="160" y="25"/>
                      <a:pt x="136" y="25"/>
                    </a:cubicBezTo>
                    <a:cubicBezTo>
                      <a:pt x="131" y="25"/>
                      <a:pt x="128" y="19"/>
                      <a:pt x="123" y="19"/>
                    </a:cubicBezTo>
                    <a:cubicBezTo>
                      <a:pt x="115" y="19"/>
                      <a:pt x="115" y="25"/>
                      <a:pt x="109" y="25"/>
                    </a:cubicBezTo>
                    <a:cubicBezTo>
                      <a:pt x="93" y="25"/>
                      <a:pt x="80" y="46"/>
                      <a:pt x="69" y="46"/>
                    </a:cubicBezTo>
                    <a:cubicBezTo>
                      <a:pt x="63" y="46"/>
                      <a:pt x="58" y="49"/>
                      <a:pt x="52" y="49"/>
                    </a:cubicBezTo>
                    <a:cubicBezTo>
                      <a:pt x="49" y="49"/>
                      <a:pt x="47" y="52"/>
                      <a:pt x="47" y="53"/>
                    </a:cubicBezTo>
                    <a:cubicBezTo>
                      <a:pt x="47" y="56"/>
                      <a:pt x="50" y="58"/>
                      <a:pt x="50" y="61"/>
                    </a:cubicBezTo>
                    <a:cubicBezTo>
                      <a:pt x="50" y="74"/>
                      <a:pt x="27" y="80"/>
                      <a:pt x="27" y="88"/>
                    </a:cubicBezTo>
                    <a:cubicBezTo>
                      <a:pt x="27" y="91"/>
                      <a:pt x="34" y="92"/>
                      <a:pt x="34" y="98"/>
                    </a:cubicBezTo>
                    <a:cubicBezTo>
                      <a:pt x="27" y="99"/>
                      <a:pt x="13" y="102"/>
                      <a:pt x="13" y="110"/>
                    </a:cubicBezTo>
                    <a:cubicBezTo>
                      <a:pt x="13" y="115"/>
                      <a:pt x="13" y="117"/>
                      <a:pt x="13" y="117"/>
                    </a:cubicBezTo>
                    <a:cubicBezTo>
                      <a:pt x="13" y="124"/>
                      <a:pt x="0" y="124"/>
                      <a:pt x="0" y="134"/>
                    </a:cubicBezTo>
                    <a:cubicBezTo>
                      <a:pt x="0" y="139"/>
                      <a:pt x="8" y="143"/>
                      <a:pt x="8" y="143"/>
                    </a:cubicBezTo>
                    <a:cubicBezTo>
                      <a:pt x="8" y="143"/>
                      <a:pt x="20" y="143"/>
                      <a:pt x="21" y="143"/>
                    </a:cubicBezTo>
                    <a:cubicBezTo>
                      <a:pt x="28" y="145"/>
                      <a:pt x="24" y="152"/>
                      <a:pt x="27" y="158"/>
                    </a:cubicBezTo>
                    <a:cubicBezTo>
                      <a:pt x="28" y="161"/>
                      <a:pt x="35" y="158"/>
                      <a:pt x="39" y="158"/>
                    </a:cubicBezTo>
                    <a:cubicBezTo>
                      <a:pt x="40" y="158"/>
                      <a:pt x="41" y="161"/>
                      <a:pt x="42" y="161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5" y="159"/>
                      <a:pt x="73" y="157"/>
                      <a:pt x="72" y="156"/>
                    </a:cubicBezTo>
                    <a:lnTo>
                      <a:pt x="76" y="16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1" name="Freeform 146">
                <a:extLst>
                  <a:ext uri="{FF2B5EF4-FFF2-40B4-BE49-F238E27FC236}">
                    <a16:creationId xmlns:a16="http://schemas.microsoft.com/office/drawing/2014/main" id="{4B5FEA1C-FDF6-390C-A329-7526AF592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3288" y="1196975"/>
                <a:ext cx="2847975" cy="1058863"/>
              </a:xfrm>
              <a:custGeom>
                <a:avLst/>
                <a:gdLst/>
                <a:ahLst/>
                <a:cxnLst>
                  <a:cxn ang="0">
                    <a:pos x="1515" y="585"/>
                  </a:cxn>
                  <a:cxn ang="0">
                    <a:pos x="1460" y="485"/>
                  </a:cxn>
                  <a:cxn ang="0">
                    <a:pos x="1665" y="408"/>
                  </a:cxn>
                  <a:cxn ang="0">
                    <a:pos x="1804" y="346"/>
                  </a:cxn>
                  <a:cxn ang="0">
                    <a:pos x="1709" y="465"/>
                  </a:cxn>
                  <a:cxn ang="0">
                    <a:pos x="1793" y="452"/>
                  </a:cxn>
                  <a:cxn ang="0">
                    <a:pos x="1989" y="313"/>
                  </a:cxn>
                  <a:cxn ang="0">
                    <a:pos x="2112" y="287"/>
                  </a:cxn>
                  <a:cxn ang="0">
                    <a:pos x="1892" y="194"/>
                  </a:cxn>
                  <a:cxn ang="0">
                    <a:pos x="1660" y="159"/>
                  </a:cxn>
                  <a:cxn ang="0">
                    <a:pos x="1435" y="157"/>
                  </a:cxn>
                  <a:cxn ang="0">
                    <a:pos x="1314" y="97"/>
                  </a:cxn>
                  <a:cxn ang="0">
                    <a:pos x="1102" y="104"/>
                  </a:cxn>
                  <a:cxn ang="0">
                    <a:pos x="1016" y="27"/>
                  </a:cxn>
                  <a:cxn ang="0">
                    <a:pos x="758" y="117"/>
                  </a:cxn>
                  <a:cxn ang="0">
                    <a:pos x="668" y="148"/>
                  </a:cxn>
                  <a:cxn ang="0">
                    <a:pos x="644" y="121"/>
                  </a:cxn>
                  <a:cxn ang="0">
                    <a:pos x="511" y="207"/>
                  </a:cxn>
                  <a:cxn ang="0">
                    <a:pos x="322" y="247"/>
                  </a:cxn>
                  <a:cxn ang="0">
                    <a:pos x="214" y="296"/>
                  </a:cxn>
                  <a:cxn ang="0">
                    <a:pos x="229" y="227"/>
                  </a:cxn>
                  <a:cxn ang="0">
                    <a:pos x="127" y="236"/>
                  </a:cxn>
                  <a:cxn ang="0">
                    <a:pos x="136" y="312"/>
                  </a:cxn>
                  <a:cxn ang="0">
                    <a:pos x="117" y="395"/>
                  </a:cxn>
                  <a:cxn ang="0">
                    <a:pos x="50" y="446"/>
                  </a:cxn>
                  <a:cxn ang="0">
                    <a:pos x="16" y="495"/>
                  </a:cxn>
                  <a:cxn ang="0">
                    <a:pos x="54" y="558"/>
                  </a:cxn>
                  <a:cxn ang="0">
                    <a:pos x="88" y="597"/>
                  </a:cxn>
                  <a:cxn ang="0">
                    <a:pos x="112" y="644"/>
                  </a:cxn>
                  <a:cxn ang="0">
                    <a:pos x="208" y="647"/>
                  </a:cxn>
                  <a:cxn ang="0">
                    <a:pos x="225" y="626"/>
                  </a:cxn>
                  <a:cxn ang="0">
                    <a:pos x="284" y="701"/>
                  </a:cxn>
                  <a:cxn ang="0">
                    <a:pos x="350" y="732"/>
                  </a:cxn>
                  <a:cxn ang="0">
                    <a:pos x="366" y="742"/>
                  </a:cxn>
                  <a:cxn ang="0">
                    <a:pos x="349" y="634"/>
                  </a:cxn>
                  <a:cxn ang="0">
                    <a:pos x="412" y="645"/>
                  </a:cxn>
                  <a:cxn ang="0">
                    <a:pos x="427" y="700"/>
                  </a:cxn>
                  <a:cxn ang="0">
                    <a:pos x="428" y="746"/>
                  </a:cxn>
                  <a:cxn ang="0">
                    <a:pos x="447" y="755"/>
                  </a:cxn>
                  <a:cxn ang="0">
                    <a:pos x="522" y="777"/>
                  </a:cxn>
                  <a:cxn ang="0">
                    <a:pos x="559" y="781"/>
                  </a:cxn>
                  <a:cxn ang="0">
                    <a:pos x="608" y="770"/>
                  </a:cxn>
                  <a:cxn ang="0">
                    <a:pos x="654" y="772"/>
                  </a:cxn>
                  <a:cxn ang="0">
                    <a:pos x="677" y="748"/>
                  </a:cxn>
                  <a:cxn ang="0">
                    <a:pos x="829" y="593"/>
                  </a:cxn>
                  <a:cxn ang="0">
                    <a:pos x="994" y="534"/>
                  </a:cxn>
                  <a:cxn ang="0">
                    <a:pos x="1224" y="569"/>
                  </a:cxn>
                  <a:cxn ang="0">
                    <a:pos x="1411" y="607"/>
                  </a:cxn>
                  <a:cxn ang="0">
                    <a:pos x="1400" y="655"/>
                  </a:cxn>
                </a:cxnLst>
                <a:rect l="0" t="0" r="r" b="b"/>
                <a:pathLst>
                  <a:path w="2139" h="795">
                    <a:moveTo>
                      <a:pt x="1398" y="684"/>
                    </a:moveTo>
                    <a:cubicBezTo>
                      <a:pt x="1398" y="684"/>
                      <a:pt x="1415" y="688"/>
                      <a:pt x="1429" y="688"/>
                    </a:cubicBezTo>
                    <a:cubicBezTo>
                      <a:pt x="1454" y="688"/>
                      <a:pt x="1478" y="635"/>
                      <a:pt x="1495" y="618"/>
                    </a:cubicBezTo>
                    <a:cubicBezTo>
                      <a:pt x="1502" y="610"/>
                      <a:pt x="1512" y="596"/>
                      <a:pt x="1515" y="585"/>
                    </a:cubicBezTo>
                    <a:cubicBezTo>
                      <a:pt x="1518" y="572"/>
                      <a:pt x="1513" y="564"/>
                      <a:pt x="1520" y="551"/>
                    </a:cubicBezTo>
                    <a:cubicBezTo>
                      <a:pt x="1522" y="547"/>
                      <a:pt x="1527" y="537"/>
                      <a:pt x="1527" y="527"/>
                    </a:cubicBezTo>
                    <a:cubicBezTo>
                      <a:pt x="1527" y="515"/>
                      <a:pt x="1508" y="492"/>
                      <a:pt x="1499" y="499"/>
                    </a:cubicBezTo>
                    <a:cubicBezTo>
                      <a:pt x="1473" y="518"/>
                      <a:pt x="1460" y="488"/>
                      <a:pt x="1460" y="485"/>
                    </a:cubicBezTo>
                    <a:cubicBezTo>
                      <a:pt x="1460" y="473"/>
                      <a:pt x="1483" y="459"/>
                      <a:pt x="1493" y="450"/>
                    </a:cubicBezTo>
                    <a:cubicBezTo>
                      <a:pt x="1506" y="436"/>
                      <a:pt x="1524" y="413"/>
                      <a:pt x="1543" y="408"/>
                    </a:cubicBezTo>
                    <a:cubicBezTo>
                      <a:pt x="1560" y="404"/>
                      <a:pt x="1613" y="399"/>
                      <a:pt x="1627" y="399"/>
                    </a:cubicBezTo>
                    <a:cubicBezTo>
                      <a:pt x="1645" y="399"/>
                      <a:pt x="1654" y="408"/>
                      <a:pt x="1665" y="408"/>
                    </a:cubicBezTo>
                    <a:cubicBezTo>
                      <a:pt x="1671" y="408"/>
                      <a:pt x="1675" y="408"/>
                      <a:pt x="1689" y="408"/>
                    </a:cubicBezTo>
                    <a:cubicBezTo>
                      <a:pt x="1696" y="379"/>
                      <a:pt x="1709" y="362"/>
                      <a:pt x="1740" y="362"/>
                    </a:cubicBezTo>
                    <a:cubicBezTo>
                      <a:pt x="1748" y="362"/>
                      <a:pt x="1751" y="360"/>
                      <a:pt x="1766" y="362"/>
                    </a:cubicBezTo>
                    <a:cubicBezTo>
                      <a:pt x="1759" y="368"/>
                      <a:pt x="1756" y="406"/>
                      <a:pt x="1804" y="346"/>
                    </a:cubicBezTo>
                    <a:cubicBezTo>
                      <a:pt x="1809" y="346"/>
                      <a:pt x="1832" y="355"/>
                      <a:pt x="1797" y="377"/>
                    </a:cubicBezTo>
                    <a:cubicBezTo>
                      <a:pt x="1785" y="385"/>
                      <a:pt x="1774" y="381"/>
                      <a:pt x="1766" y="393"/>
                    </a:cubicBezTo>
                    <a:cubicBezTo>
                      <a:pt x="1757" y="406"/>
                      <a:pt x="1749" y="423"/>
                      <a:pt x="1735" y="430"/>
                    </a:cubicBezTo>
                    <a:cubicBezTo>
                      <a:pt x="1724" y="436"/>
                      <a:pt x="1709" y="447"/>
                      <a:pt x="1709" y="465"/>
                    </a:cubicBezTo>
                    <a:cubicBezTo>
                      <a:pt x="1709" y="482"/>
                      <a:pt x="1714" y="535"/>
                      <a:pt x="1726" y="545"/>
                    </a:cubicBezTo>
                    <a:cubicBezTo>
                      <a:pt x="1735" y="532"/>
                      <a:pt x="1741" y="507"/>
                      <a:pt x="1760" y="503"/>
                    </a:cubicBezTo>
                    <a:cubicBezTo>
                      <a:pt x="1757" y="491"/>
                      <a:pt x="1777" y="488"/>
                      <a:pt x="1777" y="479"/>
                    </a:cubicBezTo>
                    <a:cubicBezTo>
                      <a:pt x="1777" y="464"/>
                      <a:pt x="1793" y="460"/>
                      <a:pt x="1793" y="452"/>
                    </a:cubicBezTo>
                    <a:cubicBezTo>
                      <a:pt x="1793" y="447"/>
                      <a:pt x="1788" y="442"/>
                      <a:pt x="1793" y="432"/>
                    </a:cubicBezTo>
                    <a:cubicBezTo>
                      <a:pt x="1828" y="356"/>
                      <a:pt x="1861" y="397"/>
                      <a:pt x="1874" y="397"/>
                    </a:cubicBezTo>
                    <a:cubicBezTo>
                      <a:pt x="1914" y="397"/>
                      <a:pt x="1941" y="347"/>
                      <a:pt x="1976" y="346"/>
                    </a:cubicBezTo>
                    <a:cubicBezTo>
                      <a:pt x="2041" y="345"/>
                      <a:pt x="1989" y="320"/>
                      <a:pt x="1989" y="313"/>
                    </a:cubicBezTo>
                    <a:cubicBezTo>
                      <a:pt x="1989" y="294"/>
                      <a:pt x="2015" y="297"/>
                      <a:pt x="2020" y="287"/>
                    </a:cubicBezTo>
                    <a:cubicBezTo>
                      <a:pt x="2022" y="282"/>
                      <a:pt x="2018" y="271"/>
                      <a:pt x="2026" y="271"/>
                    </a:cubicBezTo>
                    <a:cubicBezTo>
                      <a:pt x="2054" y="271"/>
                      <a:pt x="2077" y="309"/>
                      <a:pt x="2097" y="309"/>
                    </a:cubicBezTo>
                    <a:cubicBezTo>
                      <a:pt x="2106" y="309"/>
                      <a:pt x="2108" y="293"/>
                      <a:pt x="2112" y="287"/>
                    </a:cubicBezTo>
                    <a:cubicBezTo>
                      <a:pt x="2120" y="278"/>
                      <a:pt x="2127" y="279"/>
                      <a:pt x="2139" y="275"/>
                    </a:cubicBezTo>
                    <a:cubicBezTo>
                      <a:pt x="2123" y="254"/>
                      <a:pt x="2071" y="242"/>
                      <a:pt x="2046" y="227"/>
                    </a:cubicBezTo>
                    <a:cubicBezTo>
                      <a:pt x="2011" y="207"/>
                      <a:pt x="1965" y="185"/>
                      <a:pt x="1914" y="185"/>
                    </a:cubicBezTo>
                    <a:cubicBezTo>
                      <a:pt x="1900" y="185"/>
                      <a:pt x="1890" y="188"/>
                      <a:pt x="1892" y="194"/>
                    </a:cubicBezTo>
                    <a:cubicBezTo>
                      <a:pt x="1906" y="237"/>
                      <a:pt x="1872" y="194"/>
                      <a:pt x="1863" y="194"/>
                    </a:cubicBezTo>
                    <a:cubicBezTo>
                      <a:pt x="1762" y="192"/>
                      <a:pt x="1762" y="192"/>
                      <a:pt x="1762" y="192"/>
                    </a:cubicBezTo>
                    <a:cubicBezTo>
                      <a:pt x="1756" y="169"/>
                      <a:pt x="1741" y="161"/>
                      <a:pt x="1711" y="161"/>
                    </a:cubicBezTo>
                    <a:cubicBezTo>
                      <a:pt x="1695" y="161"/>
                      <a:pt x="1670" y="167"/>
                      <a:pt x="1660" y="159"/>
                    </a:cubicBezTo>
                    <a:cubicBezTo>
                      <a:pt x="1652" y="151"/>
                      <a:pt x="1651" y="141"/>
                      <a:pt x="1638" y="137"/>
                    </a:cubicBezTo>
                    <a:cubicBezTo>
                      <a:pt x="1611" y="128"/>
                      <a:pt x="1582" y="121"/>
                      <a:pt x="1548" y="121"/>
                    </a:cubicBezTo>
                    <a:cubicBezTo>
                      <a:pt x="1513" y="121"/>
                      <a:pt x="1509" y="140"/>
                      <a:pt x="1506" y="157"/>
                    </a:cubicBezTo>
                    <a:cubicBezTo>
                      <a:pt x="1473" y="157"/>
                      <a:pt x="1457" y="157"/>
                      <a:pt x="1435" y="157"/>
                    </a:cubicBezTo>
                    <a:cubicBezTo>
                      <a:pt x="1423" y="157"/>
                      <a:pt x="1421" y="147"/>
                      <a:pt x="1407" y="146"/>
                    </a:cubicBezTo>
                    <a:cubicBezTo>
                      <a:pt x="1405" y="152"/>
                      <a:pt x="1403" y="166"/>
                      <a:pt x="1396" y="166"/>
                    </a:cubicBezTo>
                    <a:cubicBezTo>
                      <a:pt x="1377" y="166"/>
                      <a:pt x="1369" y="143"/>
                      <a:pt x="1369" y="130"/>
                    </a:cubicBezTo>
                    <a:cubicBezTo>
                      <a:pt x="1369" y="127"/>
                      <a:pt x="1405" y="105"/>
                      <a:pt x="1314" y="97"/>
                    </a:cubicBezTo>
                    <a:cubicBezTo>
                      <a:pt x="1303" y="96"/>
                      <a:pt x="1296" y="101"/>
                      <a:pt x="1296" y="115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33" y="111"/>
                      <a:pt x="1157" y="102"/>
                      <a:pt x="1147" y="86"/>
                    </a:cubicBezTo>
                    <a:cubicBezTo>
                      <a:pt x="1089" y="133"/>
                      <a:pt x="1102" y="104"/>
                      <a:pt x="1102" y="104"/>
                    </a:cubicBezTo>
                    <a:cubicBezTo>
                      <a:pt x="1116" y="87"/>
                      <a:pt x="1249" y="51"/>
                      <a:pt x="1140" y="24"/>
                    </a:cubicBezTo>
                    <a:cubicBezTo>
                      <a:pt x="1094" y="24"/>
                      <a:pt x="1094" y="24"/>
                      <a:pt x="1094" y="24"/>
                    </a:cubicBezTo>
                    <a:cubicBezTo>
                      <a:pt x="1089" y="12"/>
                      <a:pt x="1079" y="0"/>
                      <a:pt x="1060" y="0"/>
                    </a:cubicBezTo>
                    <a:cubicBezTo>
                      <a:pt x="1038" y="0"/>
                      <a:pt x="1028" y="17"/>
                      <a:pt x="1016" y="27"/>
                    </a:cubicBezTo>
                    <a:cubicBezTo>
                      <a:pt x="1008" y="33"/>
                      <a:pt x="951" y="56"/>
                      <a:pt x="956" y="35"/>
                    </a:cubicBezTo>
                    <a:cubicBezTo>
                      <a:pt x="941" y="40"/>
                      <a:pt x="879" y="44"/>
                      <a:pt x="847" y="73"/>
                    </a:cubicBezTo>
                    <a:cubicBezTo>
                      <a:pt x="840" y="79"/>
                      <a:pt x="838" y="97"/>
                      <a:pt x="828" y="97"/>
                    </a:cubicBezTo>
                    <a:cubicBezTo>
                      <a:pt x="813" y="97"/>
                      <a:pt x="758" y="92"/>
                      <a:pt x="758" y="117"/>
                    </a:cubicBezTo>
                    <a:cubicBezTo>
                      <a:pt x="758" y="122"/>
                      <a:pt x="763" y="128"/>
                      <a:pt x="765" y="135"/>
                    </a:cubicBezTo>
                    <a:cubicBezTo>
                      <a:pt x="755" y="141"/>
                      <a:pt x="752" y="135"/>
                      <a:pt x="721" y="135"/>
                    </a:cubicBezTo>
                    <a:cubicBezTo>
                      <a:pt x="695" y="170"/>
                      <a:pt x="697" y="129"/>
                      <a:pt x="691" y="121"/>
                    </a:cubicBezTo>
                    <a:cubicBezTo>
                      <a:pt x="689" y="136"/>
                      <a:pt x="679" y="142"/>
                      <a:pt x="668" y="148"/>
                    </a:cubicBezTo>
                    <a:cubicBezTo>
                      <a:pt x="671" y="160"/>
                      <a:pt x="690" y="173"/>
                      <a:pt x="677" y="188"/>
                    </a:cubicBezTo>
                    <a:cubicBezTo>
                      <a:pt x="667" y="198"/>
                      <a:pt x="695" y="230"/>
                      <a:pt x="680" y="230"/>
                    </a:cubicBezTo>
                    <a:cubicBezTo>
                      <a:pt x="662" y="230"/>
                      <a:pt x="657" y="164"/>
                      <a:pt x="657" y="150"/>
                    </a:cubicBezTo>
                    <a:cubicBezTo>
                      <a:pt x="657" y="135"/>
                      <a:pt x="681" y="129"/>
                      <a:pt x="644" y="121"/>
                    </a:cubicBezTo>
                    <a:cubicBezTo>
                      <a:pt x="625" y="118"/>
                      <a:pt x="589" y="149"/>
                      <a:pt x="589" y="166"/>
                    </a:cubicBezTo>
                    <a:cubicBezTo>
                      <a:pt x="589" y="186"/>
                      <a:pt x="598" y="199"/>
                      <a:pt x="608" y="210"/>
                    </a:cubicBezTo>
                    <a:cubicBezTo>
                      <a:pt x="633" y="248"/>
                      <a:pt x="574" y="205"/>
                      <a:pt x="552" y="200"/>
                    </a:cubicBezTo>
                    <a:cubicBezTo>
                      <a:pt x="492" y="184"/>
                      <a:pt x="512" y="204"/>
                      <a:pt x="511" y="207"/>
                    </a:cubicBezTo>
                    <a:cubicBezTo>
                      <a:pt x="509" y="241"/>
                      <a:pt x="495" y="214"/>
                      <a:pt x="487" y="214"/>
                    </a:cubicBezTo>
                    <a:cubicBezTo>
                      <a:pt x="473" y="214"/>
                      <a:pt x="445" y="233"/>
                      <a:pt x="425" y="223"/>
                    </a:cubicBezTo>
                    <a:cubicBezTo>
                      <a:pt x="415" y="197"/>
                      <a:pt x="349" y="256"/>
                      <a:pt x="333" y="256"/>
                    </a:cubicBezTo>
                    <a:cubicBezTo>
                      <a:pt x="327" y="256"/>
                      <a:pt x="320" y="252"/>
                      <a:pt x="322" y="247"/>
                    </a:cubicBezTo>
                    <a:cubicBezTo>
                      <a:pt x="329" y="229"/>
                      <a:pt x="319" y="191"/>
                      <a:pt x="300" y="249"/>
                    </a:cubicBezTo>
                    <a:cubicBezTo>
                      <a:pt x="298" y="253"/>
                      <a:pt x="306" y="255"/>
                      <a:pt x="306" y="263"/>
                    </a:cubicBezTo>
                    <a:cubicBezTo>
                      <a:pt x="306" y="278"/>
                      <a:pt x="283" y="267"/>
                      <a:pt x="271" y="271"/>
                    </a:cubicBezTo>
                    <a:cubicBezTo>
                      <a:pt x="259" y="275"/>
                      <a:pt x="265" y="318"/>
                      <a:pt x="214" y="296"/>
                    </a:cubicBezTo>
                    <a:cubicBezTo>
                      <a:pt x="214" y="313"/>
                      <a:pt x="214" y="313"/>
                      <a:pt x="214" y="313"/>
                    </a:cubicBezTo>
                    <a:cubicBezTo>
                      <a:pt x="189" y="311"/>
                      <a:pt x="192" y="284"/>
                      <a:pt x="183" y="271"/>
                    </a:cubicBezTo>
                    <a:cubicBezTo>
                      <a:pt x="202" y="271"/>
                      <a:pt x="212" y="271"/>
                      <a:pt x="230" y="276"/>
                    </a:cubicBezTo>
                    <a:cubicBezTo>
                      <a:pt x="255" y="282"/>
                      <a:pt x="304" y="251"/>
                      <a:pt x="229" y="227"/>
                    </a:cubicBezTo>
                    <a:cubicBezTo>
                      <a:pt x="208" y="220"/>
                      <a:pt x="160" y="196"/>
                      <a:pt x="145" y="196"/>
                    </a:cubicBezTo>
                    <a:cubicBezTo>
                      <a:pt x="144" y="196"/>
                      <a:pt x="144" y="195"/>
                      <a:pt x="133" y="196"/>
                    </a:cubicBezTo>
                    <a:cubicBezTo>
                      <a:pt x="127" y="200"/>
                      <a:pt x="111" y="208"/>
                      <a:pt x="111" y="219"/>
                    </a:cubicBezTo>
                    <a:cubicBezTo>
                      <a:pt x="111" y="227"/>
                      <a:pt x="127" y="226"/>
                      <a:pt x="127" y="236"/>
                    </a:cubicBezTo>
                    <a:cubicBezTo>
                      <a:pt x="127" y="244"/>
                      <a:pt x="119" y="247"/>
                      <a:pt x="119" y="255"/>
                    </a:cubicBezTo>
                    <a:cubicBezTo>
                      <a:pt x="119" y="263"/>
                      <a:pt x="128" y="268"/>
                      <a:pt x="128" y="277"/>
                    </a:cubicBezTo>
                    <a:cubicBezTo>
                      <a:pt x="128" y="282"/>
                      <a:pt x="123" y="285"/>
                      <a:pt x="123" y="290"/>
                    </a:cubicBezTo>
                    <a:cubicBezTo>
                      <a:pt x="123" y="300"/>
                      <a:pt x="136" y="302"/>
                      <a:pt x="136" y="312"/>
                    </a:cubicBezTo>
                    <a:cubicBezTo>
                      <a:pt x="136" y="315"/>
                      <a:pt x="132" y="317"/>
                      <a:pt x="131" y="318"/>
                    </a:cubicBezTo>
                    <a:cubicBezTo>
                      <a:pt x="135" y="325"/>
                      <a:pt x="145" y="327"/>
                      <a:pt x="145" y="336"/>
                    </a:cubicBezTo>
                    <a:cubicBezTo>
                      <a:pt x="145" y="351"/>
                      <a:pt x="115" y="367"/>
                      <a:pt x="106" y="379"/>
                    </a:cubicBezTo>
                    <a:cubicBezTo>
                      <a:pt x="109" y="384"/>
                      <a:pt x="114" y="387"/>
                      <a:pt x="117" y="395"/>
                    </a:cubicBezTo>
                    <a:cubicBezTo>
                      <a:pt x="111" y="398"/>
                      <a:pt x="98" y="405"/>
                      <a:pt x="92" y="405"/>
                    </a:cubicBezTo>
                    <a:cubicBezTo>
                      <a:pt x="85" y="405"/>
                      <a:pt x="80" y="402"/>
                      <a:pt x="70" y="402"/>
                    </a:cubicBezTo>
                    <a:cubicBezTo>
                      <a:pt x="61" y="402"/>
                      <a:pt x="38" y="410"/>
                      <a:pt x="45" y="417"/>
                    </a:cubicBezTo>
                    <a:cubicBezTo>
                      <a:pt x="67" y="438"/>
                      <a:pt x="56" y="446"/>
                      <a:pt x="50" y="446"/>
                    </a:cubicBezTo>
                    <a:cubicBezTo>
                      <a:pt x="42" y="446"/>
                      <a:pt x="40" y="435"/>
                      <a:pt x="33" y="435"/>
                    </a:cubicBezTo>
                    <a:cubicBezTo>
                      <a:pt x="25" y="435"/>
                      <a:pt x="15" y="455"/>
                      <a:pt x="15" y="465"/>
                    </a:cubicBezTo>
                    <a:cubicBezTo>
                      <a:pt x="15" y="483"/>
                      <a:pt x="1" y="480"/>
                      <a:pt x="0" y="496"/>
                    </a:cubicBezTo>
                    <a:cubicBezTo>
                      <a:pt x="6" y="495"/>
                      <a:pt x="11" y="495"/>
                      <a:pt x="16" y="495"/>
                    </a:cubicBezTo>
                    <a:cubicBezTo>
                      <a:pt x="24" y="495"/>
                      <a:pt x="30" y="494"/>
                      <a:pt x="39" y="494"/>
                    </a:cubicBezTo>
                    <a:cubicBezTo>
                      <a:pt x="48" y="494"/>
                      <a:pt x="52" y="510"/>
                      <a:pt x="52" y="520"/>
                    </a:cubicBezTo>
                    <a:cubicBezTo>
                      <a:pt x="52" y="526"/>
                      <a:pt x="46" y="529"/>
                      <a:pt x="46" y="535"/>
                    </a:cubicBezTo>
                    <a:cubicBezTo>
                      <a:pt x="46" y="544"/>
                      <a:pt x="54" y="550"/>
                      <a:pt x="54" y="558"/>
                    </a:cubicBezTo>
                    <a:cubicBezTo>
                      <a:pt x="54" y="563"/>
                      <a:pt x="46" y="565"/>
                      <a:pt x="44" y="568"/>
                    </a:cubicBezTo>
                    <a:cubicBezTo>
                      <a:pt x="39" y="576"/>
                      <a:pt x="37" y="583"/>
                      <a:pt x="37" y="593"/>
                    </a:cubicBezTo>
                    <a:cubicBezTo>
                      <a:pt x="37" y="606"/>
                      <a:pt x="46" y="603"/>
                      <a:pt x="56" y="603"/>
                    </a:cubicBezTo>
                    <a:cubicBezTo>
                      <a:pt x="70" y="603"/>
                      <a:pt x="77" y="597"/>
                      <a:pt x="88" y="597"/>
                    </a:cubicBezTo>
                    <a:cubicBezTo>
                      <a:pt x="99" y="597"/>
                      <a:pt x="97" y="620"/>
                      <a:pt x="108" y="620"/>
                    </a:cubicBezTo>
                    <a:cubicBezTo>
                      <a:pt x="108" y="638"/>
                      <a:pt x="108" y="638"/>
                      <a:pt x="108" y="638"/>
                    </a:cubicBezTo>
                    <a:cubicBezTo>
                      <a:pt x="108" y="640"/>
                      <a:pt x="109" y="641"/>
                      <a:pt x="110" y="641"/>
                    </a:cubicBezTo>
                    <a:cubicBezTo>
                      <a:pt x="112" y="644"/>
                      <a:pt x="112" y="644"/>
                      <a:pt x="112" y="644"/>
                    </a:cubicBezTo>
                    <a:cubicBezTo>
                      <a:pt x="114" y="644"/>
                      <a:pt x="120" y="642"/>
                      <a:pt x="123" y="641"/>
                    </a:cubicBezTo>
                    <a:cubicBezTo>
                      <a:pt x="132" y="639"/>
                      <a:pt x="133" y="627"/>
                      <a:pt x="143" y="627"/>
                    </a:cubicBezTo>
                    <a:cubicBezTo>
                      <a:pt x="151" y="627"/>
                      <a:pt x="171" y="660"/>
                      <a:pt x="177" y="660"/>
                    </a:cubicBezTo>
                    <a:cubicBezTo>
                      <a:pt x="184" y="660"/>
                      <a:pt x="205" y="651"/>
                      <a:pt x="208" y="647"/>
                    </a:cubicBezTo>
                    <a:cubicBezTo>
                      <a:pt x="207" y="647"/>
                      <a:pt x="196" y="645"/>
                      <a:pt x="196" y="645"/>
                    </a:cubicBezTo>
                    <a:cubicBezTo>
                      <a:pt x="194" y="645"/>
                      <a:pt x="189" y="644"/>
                      <a:pt x="189" y="638"/>
                    </a:cubicBezTo>
                    <a:cubicBezTo>
                      <a:pt x="189" y="635"/>
                      <a:pt x="221" y="623"/>
                      <a:pt x="233" y="619"/>
                    </a:cubicBezTo>
                    <a:cubicBezTo>
                      <a:pt x="233" y="619"/>
                      <a:pt x="227" y="625"/>
                      <a:pt x="225" y="626"/>
                    </a:cubicBezTo>
                    <a:cubicBezTo>
                      <a:pt x="226" y="629"/>
                      <a:pt x="237" y="641"/>
                      <a:pt x="211" y="647"/>
                    </a:cubicBezTo>
                    <a:cubicBezTo>
                      <a:pt x="223" y="673"/>
                      <a:pt x="273" y="669"/>
                      <a:pt x="273" y="704"/>
                    </a:cubicBezTo>
                    <a:cubicBezTo>
                      <a:pt x="275" y="703"/>
                      <a:pt x="275" y="703"/>
                      <a:pt x="275" y="703"/>
                    </a:cubicBezTo>
                    <a:cubicBezTo>
                      <a:pt x="278" y="702"/>
                      <a:pt x="280" y="701"/>
                      <a:pt x="284" y="701"/>
                    </a:cubicBezTo>
                    <a:cubicBezTo>
                      <a:pt x="298" y="701"/>
                      <a:pt x="297" y="710"/>
                      <a:pt x="302" y="719"/>
                    </a:cubicBezTo>
                    <a:cubicBezTo>
                      <a:pt x="303" y="721"/>
                      <a:pt x="312" y="726"/>
                      <a:pt x="312" y="726"/>
                    </a:cubicBezTo>
                    <a:cubicBezTo>
                      <a:pt x="320" y="729"/>
                      <a:pt x="322" y="742"/>
                      <a:pt x="335" y="742"/>
                    </a:cubicBezTo>
                    <a:cubicBezTo>
                      <a:pt x="344" y="742"/>
                      <a:pt x="344" y="734"/>
                      <a:pt x="350" y="732"/>
                    </a:cubicBezTo>
                    <a:cubicBezTo>
                      <a:pt x="354" y="731"/>
                      <a:pt x="353" y="731"/>
                      <a:pt x="357" y="731"/>
                    </a:cubicBezTo>
                    <a:cubicBezTo>
                      <a:pt x="358" y="733"/>
                      <a:pt x="358" y="737"/>
                      <a:pt x="360" y="739"/>
                    </a:cubicBezTo>
                    <a:cubicBezTo>
                      <a:pt x="359" y="739"/>
                      <a:pt x="360" y="740"/>
                      <a:pt x="360" y="741"/>
                    </a:cubicBezTo>
                    <a:cubicBezTo>
                      <a:pt x="366" y="742"/>
                      <a:pt x="366" y="742"/>
                      <a:pt x="366" y="742"/>
                    </a:cubicBezTo>
                    <a:cubicBezTo>
                      <a:pt x="371" y="735"/>
                      <a:pt x="371" y="724"/>
                      <a:pt x="378" y="721"/>
                    </a:cubicBezTo>
                    <a:cubicBezTo>
                      <a:pt x="366" y="714"/>
                      <a:pt x="348" y="688"/>
                      <a:pt x="348" y="673"/>
                    </a:cubicBezTo>
                    <a:cubicBezTo>
                      <a:pt x="348" y="668"/>
                      <a:pt x="338" y="662"/>
                      <a:pt x="338" y="655"/>
                    </a:cubicBezTo>
                    <a:cubicBezTo>
                      <a:pt x="338" y="653"/>
                      <a:pt x="347" y="637"/>
                      <a:pt x="349" y="634"/>
                    </a:cubicBezTo>
                    <a:cubicBezTo>
                      <a:pt x="351" y="635"/>
                      <a:pt x="365" y="628"/>
                      <a:pt x="366" y="627"/>
                    </a:cubicBezTo>
                    <a:cubicBezTo>
                      <a:pt x="377" y="623"/>
                      <a:pt x="384" y="620"/>
                      <a:pt x="399" y="620"/>
                    </a:cubicBezTo>
                    <a:cubicBezTo>
                      <a:pt x="423" y="620"/>
                      <a:pt x="427" y="631"/>
                      <a:pt x="436" y="645"/>
                    </a:cubicBezTo>
                    <a:cubicBezTo>
                      <a:pt x="429" y="650"/>
                      <a:pt x="420" y="645"/>
                      <a:pt x="412" y="645"/>
                    </a:cubicBezTo>
                    <a:cubicBezTo>
                      <a:pt x="400" y="645"/>
                      <a:pt x="383" y="656"/>
                      <a:pt x="381" y="656"/>
                    </a:cubicBezTo>
                    <a:cubicBezTo>
                      <a:pt x="382" y="665"/>
                      <a:pt x="389" y="664"/>
                      <a:pt x="391" y="669"/>
                    </a:cubicBezTo>
                    <a:cubicBezTo>
                      <a:pt x="400" y="684"/>
                      <a:pt x="412" y="690"/>
                      <a:pt x="412" y="707"/>
                    </a:cubicBezTo>
                    <a:cubicBezTo>
                      <a:pt x="415" y="705"/>
                      <a:pt x="424" y="701"/>
                      <a:pt x="427" y="700"/>
                    </a:cubicBezTo>
                    <a:cubicBezTo>
                      <a:pt x="427" y="707"/>
                      <a:pt x="434" y="710"/>
                      <a:pt x="434" y="717"/>
                    </a:cubicBezTo>
                    <a:cubicBezTo>
                      <a:pt x="421" y="717"/>
                      <a:pt x="421" y="717"/>
                      <a:pt x="421" y="717"/>
                    </a:cubicBezTo>
                    <a:cubicBezTo>
                      <a:pt x="417" y="717"/>
                      <a:pt x="413" y="721"/>
                      <a:pt x="412" y="728"/>
                    </a:cubicBezTo>
                    <a:cubicBezTo>
                      <a:pt x="421" y="729"/>
                      <a:pt x="428" y="738"/>
                      <a:pt x="428" y="746"/>
                    </a:cubicBezTo>
                    <a:cubicBezTo>
                      <a:pt x="428" y="751"/>
                      <a:pt x="424" y="753"/>
                      <a:pt x="424" y="757"/>
                    </a:cubicBezTo>
                    <a:cubicBezTo>
                      <a:pt x="424" y="761"/>
                      <a:pt x="428" y="765"/>
                      <a:pt x="429" y="766"/>
                    </a:cubicBezTo>
                    <a:cubicBezTo>
                      <a:pt x="429" y="762"/>
                      <a:pt x="434" y="762"/>
                      <a:pt x="438" y="761"/>
                    </a:cubicBezTo>
                    <a:cubicBezTo>
                      <a:pt x="443" y="759"/>
                      <a:pt x="442" y="757"/>
                      <a:pt x="447" y="755"/>
                    </a:cubicBezTo>
                    <a:cubicBezTo>
                      <a:pt x="455" y="752"/>
                      <a:pt x="460" y="754"/>
                      <a:pt x="466" y="749"/>
                    </a:cubicBezTo>
                    <a:cubicBezTo>
                      <a:pt x="476" y="755"/>
                      <a:pt x="482" y="755"/>
                      <a:pt x="491" y="758"/>
                    </a:cubicBezTo>
                    <a:cubicBezTo>
                      <a:pt x="502" y="762"/>
                      <a:pt x="505" y="772"/>
                      <a:pt x="518" y="772"/>
                    </a:cubicBezTo>
                    <a:cubicBezTo>
                      <a:pt x="518" y="774"/>
                      <a:pt x="521" y="775"/>
                      <a:pt x="522" y="777"/>
                    </a:cubicBezTo>
                    <a:cubicBezTo>
                      <a:pt x="523" y="781"/>
                      <a:pt x="522" y="787"/>
                      <a:pt x="524" y="793"/>
                    </a:cubicBezTo>
                    <a:cubicBezTo>
                      <a:pt x="529" y="787"/>
                      <a:pt x="533" y="795"/>
                      <a:pt x="537" y="795"/>
                    </a:cubicBezTo>
                    <a:cubicBezTo>
                      <a:pt x="542" y="795"/>
                      <a:pt x="544" y="791"/>
                      <a:pt x="547" y="788"/>
                    </a:cubicBezTo>
                    <a:cubicBezTo>
                      <a:pt x="551" y="784"/>
                      <a:pt x="556" y="784"/>
                      <a:pt x="559" y="781"/>
                    </a:cubicBezTo>
                    <a:cubicBezTo>
                      <a:pt x="567" y="773"/>
                      <a:pt x="568" y="762"/>
                      <a:pt x="579" y="762"/>
                    </a:cubicBezTo>
                    <a:cubicBezTo>
                      <a:pt x="583" y="762"/>
                      <a:pt x="582" y="764"/>
                      <a:pt x="586" y="764"/>
                    </a:cubicBezTo>
                    <a:cubicBezTo>
                      <a:pt x="587" y="769"/>
                      <a:pt x="597" y="765"/>
                      <a:pt x="600" y="765"/>
                    </a:cubicBezTo>
                    <a:cubicBezTo>
                      <a:pt x="604" y="765"/>
                      <a:pt x="605" y="770"/>
                      <a:pt x="608" y="770"/>
                    </a:cubicBezTo>
                    <a:cubicBezTo>
                      <a:pt x="617" y="770"/>
                      <a:pt x="624" y="765"/>
                      <a:pt x="627" y="759"/>
                    </a:cubicBezTo>
                    <a:cubicBezTo>
                      <a:pt x="628" y="760"/>
                      <a:pt x="629" y="759"/>
                      <a:pt x="630" y="759"/>
                    </a:cubicBezTo>
                    <a:cubicBezTo>
                      <a:pt x="634" y="759"/>
                      <a:pt x="636" y="749"/>
                      <a:pt x="645" y="749"/>
                    </a:cubicBezTo>
                    <a:cubicBezTo>
                      <a:pt x="654" y="749"/>
                      <a:pt x="644" y="772"/>
                      <a:pt x="654" y="772"/>
                    </a:cubicBezTo>
                    <a:cubicBezTo>
                      <a:pt x="664" y="772"/>
                      <a:pt x="668" y="764"/>
                      <a:pt x="677" y="764"/>
                    </a:cubicBezTo>
                    <a:cubicBezTo>
                      <a:pt x="682" y="764"/>
                      <a:pt x="686" y="764"/>
                      <a:pt x="692" y="765"/>
                    </a:cubicBezTo>
                    <a:cubicBezTo>
                      <a:pt x="692" y="763"/>
                      <a:pt x="692" y="763"/>
                      <a:pt x="692" y="763"/>
                    </a:cubicBezTo>
                    <a:cubicBezTo>
                      <a:pt x="690" y="753"/>
                      <a:pt x="688" y="750"/>
                      <a:pt x="677" y="748"/>
                    </a:cubicBezTo>
                    <a:cubicBezTo>
                      <a:pt x="678" y="739"/>
                      <a:pt x="687" y="719"/>
                      <a:pt x="694" y="719"/>
                    </a:cubicBezTo>
                    <a:cubicBezTo>
                      <a:pt x="735" y="719"/>
                      <a:pt x="763" y="698"/>
                      <a:pt x="763" y="649"/>
                    </a:cubicBezTo>
                    <a:cubicBezTo>
                      <a:pt x="785" y="645"/>
                      <a:pt x="787" y="618"/>
                      <a:pt x="800" y="620"/>
                    </a:cubicBezTo>
                    <a:cubicBezTo>
                      <a:pt x="836" y="624"/>
                      <a:pt x="822" y="600"/>
                      <a:pt x="829" y="593"/>
                    </a:cubicBezTo>
                    <a:cubicBezTo>
                      <a:pt x="847" y="578"/>
                      <a:pt x="873" y="578"/>
                      <a:pt x="895" y="565"/>
                    </a:cubicBezTo>
                    <a:cubicBezTo>
                      <a:pt x="898" y="563"/>
                      <a:pt x="906" y="554"/>
                      <a:pt x="913" y="554"/>
                    </a:cubicBezTo>
                    <a:cubicBezTo>
                      <a:pt x="924" y="554"/>
                      <a:pt x="943" y="567"/>
                      <a:pt x="961" y="567"/>
                    </a:cubicBezTo>
                    <a:cubicBezTo>
                      <a:pt x="986" y="567"/>
                      <a:pt x="981" y="534"/>
                      <a:pt x="994" y="534"/>
                    </a:cubicBezTo>
                    <a:cubicBezTo>
                      <a:pt x="1002" y="534"/>
                      <a:pt x="1029" y="538"/>
                      <a:pt x="1032" y="545"/>
                    </a:cubicBezTo>
                    <a:cubicBezTo>
                      <a:pt x="1042" y="573"/>
                      <a:pt x="1060" y="558"/>
                      <a:pt x="1072" y="558"/>
                    </a:cubicBezTo>
                    <a:cubicBezTo>
                      <a:pt x="1099" y="558"/>
                      <a:pt x="1107" y="580"/>
                      <a:pt x="1135" y="580"/>
                    </a:cubicBezTo>
                    <a:cubicBezTo>
                      <a:pt x="1160" y="580"/>
                      <a:pt x="1192" y="557"/>
                      <a:pt x="1224" y="569"/>
                    </a:cubicBezTo>
                    <a:cubicBezTo>
                      <a:pt x="1266" y="586"/>
                      <a:pt x="1245" y="512"/>
                      <a:pt x="1301" y="512"/>
                    </a:cubicBezTo>
                    <a:cubicBezTo>
                      <a:pt x="1340" y="512"/>
                      <a:pt x="1339" y="543"/>
                      <a:pt x="1354" y="567"/>
                    </a:cubicBezTo>
                    <a:cubicBezTo>
                      <a:pt x="1360" y="576"/>
                      <a:pt x="1379" y="577"/>
                      <a:pt x="1387" y="585"/>
                    </a:cubicBezTo>
                    <a:cubicBezTo>
                      <a:pt x="1393" y="590"/>
                      <a:pt x="1398" y="607"/>
                      <a:pt x="1411" y="607"/>
                    </a:cubicBezTo>
                    <a:cubicBezTo>
                      <a:pt x="1426" y="607"/>
                      <a:pt x="1428" y="593"/>
                      <a:pt x="1446" y="593"/>
                    </a:cubicBezTo>
                    <a:cubicBezTo>
                      <a:pt x="1446" y="604"/>
                      <a:pt x="1446" y="604"/>
                      <a:pt x="1446" y="604"/>
                    </a:cubicBezTo>
                    <a:cubicBezTo>
                      <a:pt x="1437" y="614"/>
                      <a:pt x="1433" y="638"/>
                      <a:pt x="1422" y="644"/>
                    </a:cubicBezTo>
                    <a:cubicBezTo>
                      <a:pt x="1412" y="650"/>
                      <a:pt x="1394" y="651"/>
                      <a:pt x="1400" y="655"/>
                    </a:cubicBezTo>
                    <a:cubicBezTo>
                      <a:pt x="1415" y="665"/>
                      <a:pt x="1398" y="684"/>
                      <a:pt x="1398" y="6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2" name="Freeform 147">
                <a:extLst>
                  <a:ext uri="{FF2B5EF4-FFF2-40B4-BE49-F238E27FC236}">
                    <a16:creationId xmlns:a16="http://schemas.microsoft.com/office/drawing/2014/main" id="{AF6E7314-0266-2F3C-4CA6-AB6E5827D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988" y="1879600"/>
                <a:ext cx="1023938" cy="646113"/>
              </a:xfrm>
              <a:custGeom>
                <a:avLst/>
                <a:gdLst/>
                <a:ahLst/>
                <a:cxnLst>
                  <a:cxn ang="0">
                    <a:pos x="585" y="307"/>
                  </a:cxn>
                  <a:cxn ang="0">
                    <a:pos x="573" y="287"/>
                  </a:cxn>
                  <a:cxn ang="0">
                    <a:pos x="614" y="256"/>
                  </a:cxn>
                  <a:cxn ang="0">
                    <a:pos x="588" y="246"/>
                  </a:cxn>
                  <a:cxn ang="0">
                    <a:pos x="570" y="255"/>
                  </a:cxn>
                  <a:cxn ang="0">
                    <a:pos x="552" y="236"/>
                  </a:cxn>
                  <a:cxn ang="0">
                    <a:pos x="590" y="209"/>
                  </a:cxn>
                  <a:cxn ang="0">
                    <a:pos x="606" y="212"/>
                  </a:cxn>
                  <a:cxn ang="0">
                    <a:pos x="634" y="216"/>
                  </a:cxn>
                  <a:cxn ang="0">
                    <a:pos x="648" y="231"/>
                  </a:cxn>
                  <a:cxn ang="0">
                    <a:pos x="648" y="248"/>
                  </a:cxn>
                  <a:cxn ang="0">
                    <a:pos x="666" y="254"/>
                  </a:cxn>
                  <a:cxn ang="0">
                    <a:pos x="659" y="264"/>
                  </a:cxn>
                  <a:cxn ang="0">
                    <a:pos x="665" y="275"/>
                  </a:cxn>
                  <a:cxn ang="0">
                    <a:pos x="664" y="290"/>
                  </a:cxn>
                  <a:cxn ang="0">
                    <a:pos x="668" y="295"/>
                  </a:cxn>
                  <a:cxn ang="0">
                    <a:pos x="690" y="286"/>
                  </a:cxn>
                  <a:cxn ang="0">
                    <a:pos x="683" y="232"/>
                  </a:cxn>
                  <a:cxn ang="0">
                    <a:pos x="688" y="210"/>
                  </a:cxn>
                  <a:cxn ang="0">
                    <a:pos x="721" y="172"/>
                  </a:cxn>
                  <a:cxn ang="0">
                    <a:pos x="745" y="132"/>
                  </a:cxn>
                  <a:cxn ang="0">
                    <a:pos x="769" y="81"/>
                  </a:cxn>
                  <a:cxn ang="0">
                    <a:pos x="710" y="73"/>
                  </a:cxn>
                  <a:cxn ang="0">
                    <a:pos x="624" y="0"/>
                  </a:cxn>
                  <a:cxn ang="0">
                    <a:pos x="458" y="68"/>
                  </a:cxn>
                  <a:cxn ang="0">
                    <a:pos x="355" y="33"/>
                  </a:cxn>
                  <a:cxn ang="0">
                    <a:pos x="284" y="55"/>
                  </a:cxn>
                  <a:cxn ang="0">
                    <a:pos x="218" y="53"/>
                  </a:cxn>
                  <a:cxn ang="0">
                    <a:pos x="123" y="108"/>
                  </a:cxn>
                  <a:cxn ang="0">
                    <a:pos x="17" y="207"/>
                  </a:cxn>
                  <a:cxn ang="0">
                    <a:pos x="15" y="251"/>
                  </a:cxn>
                  <a:cxn ang="0">
                    <a:pos x="25" y="261"/>
                  </a:cxn>
                  <a:cxn ang="0">
                    <a:pos x="50" y="280"/>
                  </a:cxn>
                  <a:cxn ang="0">
                    <a:pos x="83" y="284"/>
                  </a:cxn>
                  <a:cxn ang="0">
                    <a:pos x="73" y="317"/>
                  </a:cxn>
                  <a:cxn ang="0">
                    <a:pos x="63" y="326"/>
                  </a:cxn>
                  <a:cxn ang="0">
                    <a:pos x="73" y="343"/>
                  </a:cxn>
                  <a:cxn ang="0">
                    <a:pos x="110" y="357"/>
                  </a:cxn>
                  <a:cxn ang="0">
                    <a:pos x="132" y="373"/>
                  </a:cxn>
                  <a:cxn ang="0">
                    <a:pos x="160" y="384"/>
                  </a:cxn>
                  <a:cxn ang="0">
                    <a:pos x="186" y="382"/>
                  </a:cxn>
                  <a:cxn ang="0">
                    <a:pos x="210" y="381"/>
                  </a:cxn>
                  <a:cxn ang="0">
                    <a:pos x="255" y="372"/>
                  </a:cxn>
                  <a:cxn ang="0">
                    <a:pos x="275" y="366"/>
                  </a:cxn>
                  <a:cxn ang="0">
                    <a:pos x="282" y="362"/>
                  </a:cxn>
                  <a:cxn ang="0">
                    <a:pos x="316" y="400"/>
                  </a:cxn>
                  <a:cxn ang="0">
                    <a:pos x="306" y="439"/>
                  </a:cxn>
                  <a:cxn ang="0">
                    <a:pos x="324" y="450"/>
                  </a:cxn>
                  <a:cxn ang="0">
                    <a:pos x="346" y="467"/>
                  </a:cxn>
                  <a:cxn ang="0">
                    <a:pos x="351" y="472"/>
                  </a:cxn>
                  <a:cxn ang="0">
                    <a:pos x="353" y="457"/>
                  </a:cxn>
                  <a:cxn ang="0">
                    <a:pos x="379" y="454"/>
                  </a:cxn>
                  <a:cxn ang="0">
                    <a:pos x="416" y="453"/>
                  </a:cxn>
                  <a:cxn ang="0">
                    <a:pos x="431" y="470"/>
                  </a:cxn>
                  <a:cxn ang="0">
                    <a:pos x="454" y="486"/>
                  </a:cxn>
                  <a:cxn ang="0">
                    <a:pos x="476" y="470"/>
                  </a:cxn>
                  <a:cxn ang="0">
                    <a:pos x="503" y="455"/>
                  </a:cxn>
                  <a:cxn ang="0">
                    <a:pos x="552" y="439"/>
                  </a:cxn>
                  <a:cxn ang="0">
                    <a:pos x="576" y="406"/>
                  </a:cxn>
                  <a:cxn ang="0">
                    <a:pos x="604" y="355"/>
                  </a:cxn>
                  <a:cxn ang="0">
                    <a:pos x="586" y="307"/>
                  </a:cxn>
                </a:cxnLst>
                <a:rect l="0" t="0" r="r" b="b"/>
                <a:pathLst>
                  <a:path w="769" h="486">
                    <a:moveTo>
                      <a:pt x="586" y="307"/>
                    </a:moveTo>
                    <a:cubicBezTo>
                      <a:pt x="585" y="307"/>
                      <a:pt x="585" y="307"/>
                      <a:pt x="585" y="307"/>
                    </a:cubicBezTo>
                    <a:cubicBezTo>
                      <a:pt x="585" y="307"/>
                      <a:pt x="585" y="300"/>
                      <a:pt x="585" y="298"/>
                    </a:cubicBezTo>
                    <a:cubicBezTo>
                      <a:pt x="582" y="298"/>
                      <a:pt x="573" y="294"/>
                      <a:pt x="573" y="287"/>
                    </a:cubicBezTo>
                    <a:cubicBezTo>
                      <a:pt x="573" y="282"/>
                      <a:pt x="581" y="282"/>
                      <a:pt x="582" y="276"/>
                    </a:cubicBezTo>
                    <a:cubicBezTo>
                      <a:pt x="586" y="264"/>
                      <a:pt x="605" y="264"/>
                      <a:pt x="614" y="256"/>
                    </a:cubicBezTo>
                    <a:cubicBezTo>
                      <a:pt x="611" y="251"/>
                      <a:pt x="604" y="256"/>
                      <a:pt x="598" y="252"/>
                    </a:cubicBezTo>
                    <a:cubicBezTo>
                      <a:pt x="595" y="250"/>
                      <a:pt x="593" y="246"/>
                      <a:pt x="588" y="246"/>
                    </a:cubicBezTo>
                    <a:cubicBezTo>
                      <a:pt x="585" y="246"/>
                      <a:pt x="585" y="256"/>
                      <a:pt x="582" y="256"/>
                    </a:cubicBezTo>
                    <a:cubicBezTo>
                      <a:pt x="578" y="256"/>
                      <a:pt x="574" y="257"/>
                      <a:pt x="570" y="255"/>
                    </a:cubicBezTo>
                    <a:cubicBezTo>
                      <a:pt x="565" y="252"/>
                      <a:pt x="567" y="247"/>
                      <a:pt x="562" y="243"/>
                    </a:cubicBezTo>
                    <a:cubicBezTo>
                      <a:pt x="560" y="242"/>
                      <a:pt x="552" y="240"/>
                      <a:pt x="552" y="236"/>
                    </a:cubicBezTo>
                    <a:cubicBezTo>
                      <a:pt x="552" y="227"/>
                      <a:pt x="565" y="230"/>
                      <a:pt x="571" y="225"/>
                    </a:cubicBezTo>
                    <a:cubicBezTo>
                      <a:pt x="577" y="221"/>
                      <a:pt x="587" y="215"/>
                      <a:pt x="590" y="209"/>
                    </a:cubicBezTo>
                    <a:cubicBezTo>
                      <a:pt x="591" y="208"/>
                      <a:pt x="593" y="203"/>
                      <a:pt x="597" y="203"/>
                    </a:cubicBezTo>
                    <a:cubicBezTo>
                      <a:pt x="601" y="203"/>
                      <a:pt x="606" y="209"/>
                      <a:pt x="606" y="212"/>
                    </a:cubicBezTo>
                    <a:cubicBezTo>
                      <a:pt x="606" y="219"/>
                      <a:pt x="597" y="222"/>
                      <a:pt x="597" y="230"/>
                    </a:cubicBezTo>
                    <a:cubicBezTo>
                      <a:pt x="610" y="230"/>
                      <a:pt x="620" y="216"/>
                      <a:pt x="634" y="216"/>
                    </a:cubicBezTo>
                    <a:cubicBezTo>
                      <a:pt x="639" y="216"/>
                      <a:pt x="641" y="221"/>
                      <a:pt x="648" y="221"/>
                    </a:cubicBezTo>
                    <a:cubicBezTo>
                      <a:pt x="646" y="226"/>
                      <a:pt x="648" y="226"/>
                      <a:pt x="648" y="231"/>
                    </a:cubicBezTo>
                    <a:cubicBezTo>
                      <a:pt x="648" y="235"/>
                      <a:pt x="643" y="235"/>
                      <a:pt x="643" y="240"/>
                    </a:cubicBezTo>
                    <a:cubicBezTo>
                      <a:pt x="643" y="242"/>
                      <a:pt x="645" y="248"/>
                      <a:pt x="648" y="248"/>
                    </a:cubicBezTo>
                    <a:cubicBezTo>
                      <a:pt x="649" y="248"/>
                      <a:pt x="651" y="245"/>
                      <a:pt x="654" y="245"/>
                    </a:cubicBezTo>
                    <a:cubicBezTo>
                      <a:pt x="659" y="245"/>
                      <a:pt x="666" y="249"/>
                      <a:pt x="666" y="254"/>
                    </a:cubicBezTo>
                    <a:cubicBezTo>
                      <a:pt x="666" y="257"/>
                      <a:pt x="662" y="260"/>
                      <a:pt x="659" y="260"/>
                    </a:cubicBezTo>
                    <a:cubicBezTo>
                      <a:pt x="659" y="264"/>
                      <a:pt x="659" y="264"/>
                      <a:pt x="659" y="264"/>
                    </a:cubicBezTo>
                    <a:cubicBezTo>
                      <a:pt x="660" y="265"/>
                      <a:pt x="660" y="267"/>
                      <a:pt x="663" y="268"/>
                    </a:cubicBezTo>
                    <a:cubicBezTo>
                      <a:pt x="663" y="270"/>
                      <a:pt x="665" y="272"/>
                      <a:pt x="665" y="275"/>
                    </a:cubicBezTo>
                    <a:cubicBezTo>
                      <a:pt x="665" y="276"/>
                      <a:pt x="661" y="282"/>
                      <a:pt x="661" y="285"/>
                    </a:cubicBezTo>
                    <a:cubicBezTo>
                      <a:pt x="661" y="287"/>
                      <a:pt x="661" y="289"/>
                      <a:pt x="664" y="290"/>
                    </a:cubicBezTo>
                    <a:cubicBezTo>
                      <a:pt x="663" y="292"/>
                      <a:pt x="661" y="293"/>
                      <a:pt x="661" y="295"/>
                    </a:cubicBezTo>
                    <a:cubicBezTo>
                      <a:pt x="668" y="295"/>
                      <a:pt x="668" y="295"/>
                      <a:pt x="668" y="295"/>
                    </a:cubicBezTo>
                    <a:cubicBezTo>
                      <a:pt x="670" y="293"/>
                      <a:pt x="671" y="293"/>
                      <a:pt x="676" y="291"/>
                    </a:cubicBezTo>
                    <a:cubicBezTo>
                      <a:pt x="676" y="287"/>
                      <a:pt x="687" y="287"/>
                      <a:pt x="690" y="286"/>
                    </a:cubicBezTo>
                    <a:cubicBezTo>
                      <a:pt x="696" y="284"/>
                      <a:pt x="699" y="279"/>
                      <a:pt x="699" y="269"/>
                    </a:cubicBezTo>
                    <a:cubicBezTo>
                      <a:pt x="699" y="252"/>
                      <a:pt x="692" y="242"/>
                      <a:pt x="683" y="232"/>
                    </a:cubicBezTo>
                    <a:cubicBezTo>
                      <a:pt x="679" y="228"/>
                      <a:pt x="674" y="224"/>
                      <a:pt x="675" y="217"/>
                    </a:cubicBezTo>
                    <a:cubicBezTo>
                      <a:pt x="680" y="217"/>
                      <a:pt x="685" y="214"/>
                      <a:pt x="688" y="210"/>
                    </a:cubicBezTo>
                    <a:cubicBezTo>
                      <a:pt x="691" y="207"/>
                      <a:pt x="699" y="203"/>
                      <a:pt x="701" y="199"/>
                    </a:cubicBezTo>
                    <a:cubicBezTo>
                      <a:pt x="707" y="187"/>
                      <a:pt x="710" y="180"/>
                      <a:pt x="721" y="172"/>
                    </a:cubicBezTo>
                    <a:cubicBezTo>
                      <a:pt x="721" y="172"/>
                      <a:pt x="738" y="153"/>
                      <a:pt x="723" y="143"/>
                    </a:cubicBezTo>
                    <a:cubicBezTo>
                      <a:pt x="717" y="139"/>
                      <a:pt x="735" y="138"/>
                      <a:pt x="745" y="132"/>
                    </a:cubicBezTo>
                    <a:cubicBezTo>
                      <a:pt x="756" y="126"/>
                      <a:pt x="760" y="102"/>
                      <a:pt x="769" y="92"/>
                    </a:cubicBezTo>
                    <a:cubicBezTo>
                      <a:pt x="769" y="81"/>
                      <a:pt x="769" y="81"/>
                      <a:pt x="769" y="81"/>
                    </a:cubicBezTo>
                    <a:cubicBezTo>
                      <a:pt x="751" y="81"/>
                      <a:pt x="749" y="95"/>
                      <a:pt x="734" y="95"/>
                    </a:cubicBezTo>
                    <a:cubicBezTo>
                      <a:pt x="721" y="95"/>
                      <a:pt x="716" y="78"/>
                      <a:pt x="710" y="73"/>
                    </a:cubicBezTo>
                    <a:cubicBezTo>
                      <a:pt x="702" y="65"/>
                      <a:pt x="683" y="64"/>
                      <a:pt x="677" y="55"/>
                    </a:cubicBezTo>
                    <a:cubicBezTo>
                      <a:pt x="662" y="31"/>
                      <a:pt x="663" y="0"/>
                      <a:pt x="624" y="0"/>
                    </a:cubicBezTo>
                    <a:cubicBezTo>
                      <a:pt x="568" y="0"/>
                      <a:pt x="589" y="74"/>
                      <a:pt x="547" y="57"/>
                    </a:cubicBezTo>
                    <a:cubicBezTo>
                      <a:pt x="515" y="45"/>
                      <a:pt x="483" y="68"/>
                      <a:pt x="458" y="68"/>
                    </a:cubicBezTo>
                    <a:cubicBezTo>
                      <a:pt x="430" y="68"/>
                      <a:pt x="422" y="46"/>
                      <a:pt x="395" y="46"/>
                    </a:cubicBezTo>
                    <a:cubicBezTo>
                      <a:pt x="383" y="46"/>
                      <a:pt x="365" y="61"/>
                      <a:pt x="355" y="33"/>
                    </a:cubicBezTo>
                    <a:cubicBezTo>
                      <a:pt x="352" y="26"/>
                      <a:pt x="325" y="22"/>
                      <a:pt x="317" y="22"/>
                    </a:cubicBezTo>
                    <a:cubicBezTo>
                      <a:pt x="304" y="22"/>
                      <a:pt x="309" y="55"/>
                      <a:pt x="284" y="55"/>
                    </a:cubicBezTo>
                    <a:cubicBezTo>
                      <a:pt x="266" y="55"/>
                      <a:pt x="247" y="42"/>
                      <a:pt x="236" y="42"/>
                    </a:cubicBezTo>
                    <a:cubicBezTo>
                      <a:pt x="229" y="42"/>
                      <a:pt x="221" y="51"/>
                      <a:pt x="218" y="53"/>
                    </a:cubicBezTo>
                    <a:cubicBezTo>
                      <a:pt x="196" y="66"/>
                      <a:pt x="170" y="66"/>
                      <a:pt x="152" y="81"/>
                    </a:cubicBezTo>
                    <a:cubicBezTo>
                      <a:pt x="145" y="88"/>
                      <a:pt x="159" y="112"/>
                      <a:pt x="123" y="108"/>
                    </a:cubicBezTo>
                    <a:cubicBezTo>
                      <a:pt x="110" y="106"/>
                      <a:pt x="108" y="133"/>
                      <a:pt x="86" y="137"/>
                    </a:cubicBezTo>
                    <a:cubicBezTo>
                      <a:pt x="86" y="186"/>
                      <a:pt x="58" y="207"/>
                      <a:pt x="17" y="207"/>
                    </a:cubicBezTo>
                    <a:cubicBezTo>
                      <a:pt x="10" y="207"/>
                      <a:pt x="1" y="227"/>
                      <a:pt x="0" y="236"/>
                    </a:cubicBezTo>
                    <a:cubicBezTo>
                      <a:pt x="11" y="238"/>
                      <a:pt x="13" y="241"/>
                      <a:pt x="15" y="251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61"/>
                      <a:pt x="19" y="259"/>
                      <a:pt x="25" y="261"/>
                    </a:cubicBezTo>
                    <a:cubicBezTo>
                      <a:pt x="30" y="262"/>
                      <a:pt x="28" y="268"/>
                      <a:pt x="31" y="271"/>
                    </a:cubicBezTo>
                    <a:cubicBezTo>
                      <a:pt x="37" y="277"/>
                      <a:pt x="42" y="277"/>
                      <a:pt x="50" y="280"/>
                    </a:cubicBezTo>
                    <a:cubicBezTo>
                      <a:pt x="58" y="279"/>
                      <a:pt x="61" y="272"/>
                      <a:pt x="69" y="272"/>
                    </a:cubicBezTo>
                    <a:cubicBezTo>
                      <a:pt x="73" y="272"/>
                      <a:pt x="83" y="280"/>
                      <a:pt x="83" y="284"/>
                    </a:cubicBezTo>
                    <a:cubicBezTo>
                      <a:pt x="83" y="296"/>
                      <a:pt x="66" y="294"/>
                      <a:pt x="66" y="306"/>
                    </a:cubicBezTo>
                    <a:cubicBezTo>
                      <a:pt x="66" y="311"/>
                      <a:pt x="73" y="312"/>
                      <a:pt x="73" y="317"/>
                    </a:cubicBezTo>
                    <a:cubicBezTo>
                      <a:pt x="73" y="323"/>
                      <a:pt x="68" y="322"/>
                      <a:pt x="63" y="322"/>
                    </a:cubicBezTo>
                    <a:cubicBezTo>
                      <a:pt x="63" y="326"/>
                      <a:pt x="63" y="326"/>
                      <a:pt x="63" y="326"/>
                    </a:cubicBezTo>
                    <a:cubicBezTo>
                      <a:pt x="64" y="331"/>
                      <a:pt x="64" y="335"/>
                      <a:pt x="65" y="340"/>
                    </a:cubicBezTo>
                    <a:cubicBezTo>
                      <a:pt x="66" y="343"/>
                      <a:pt x="71" y="342"/>
                      <a:pt x="73" y="343"/>
                    </a:cubicBezTo>
                    <a:cubicBezTo>
                      <a:pt x="80" y="345"/>
                      <a:pt x="83" y="351"/>
                      <a:pt x="91" y="353"/>
                    </a:cubicBezTo>
                    <a:cubicBezTo>
                      <a:pt x="100" y="355"/>
                      <a:pt x="105" y="352"/>
                      <a:pt x="110" y="357"/>
                    </a:cubicBezTo>
                    <a:cubicBezTo>
                      <a:pt x="116" y="363"/>
                      <a:pt x="120" y="361"/>
                      <a:pt x="127" y="364"/>
                    </a:cubicBezTo>
                    <a:cubicBezTo>
                      <a:pt x="130" y="366"/>
                      <a:pt x="130" y="369"/>
                      <a:pt x="132" y="373"/>
                    </a:cubicBezTo>
                    <a:cubicBezTo>
                      <a:pt x="133" y="376"/>
                      <a:pt x="137" y="372"/>
                      <a:pt x="139" y="373"/>
                    </a:cubicBezTo>
                    <a:cubicBezTo>
                      <a:pt x="146" y="378"/>
                      <a:pt x="150" y="384"/>
                      <a:pt x="160" y="384"/>
                    </a:cubicBezTo>
                    <a:cubicBezTo>
                      <a:pt x="166" y="384"/>
                      <a:pt x="172" y="384"/>
                      <a:pt x="178" y="384"/>
                    </a:cubicBezTo>
                    <a:cubicBezTo>
                      <a:pt x="182" y="384"/>
                      <a:pt x="184" y="382"/>
                      <a:pt x="186" y="382"/>
                    </a:cubicBezTo>
                    <a:cubicBezTo>
                      <a:pt x="189" y="382"/>
                      <a:pt x="190" y="389"/>
                      <a:pt x="191" y="392"/>
                    </a:cubicBezTo>
                    <a:cubicBezTo>
                      <a:pt x="197" y="389"/>
                      <a:pt x="199" y="381"/>
                      <a:pt x="210" y="381"/>
                    </a:cubicBezTo>
                    <a:cubicBezTo>
                      <a:pt x="219" y="381"/>
                      <a:pt x="224" y="386"/>
                      <a:pt x="231" y="386"/>
                    </a:cubicBezTo>
                    <a:cubicBezTo>
                      <a:pt x="238" y="386"/>
                      <a:pt x="252" y="374"/>
                      <a:pt x="255" y="372"/>
                    </a:cubicBezTo>
                    <a:cubicBezTo>
                      <a:pt x="258" y="370"/>
                      <a:pt x="259" y="369"/>
                      <a:pt x="260" y="367"/>
                    </a:cubicBezTo>
                    <a:cubicBezTo>
                      <a:pt x="264" y="363"/>
                      <a:pt x="270" y="368"/>
                      <a:pt x="275" y="366"/>
                    </a:cubicBezTo>
                    <a:cubicBezTo>
                      <a:pt x="279" y="362"/>
                      <a:pt x="279" y="362"/>
                      <a:pt x="279" y="362"/>
                    </a:cubicBezTo>
                    <a:cubicBezTo>
                      <a:pt x="282" y="362"/>
                      <a:pt x="282" y="362"/>
                      <a:pt x="282" y="362"/>
                    </a:cubicBezTo>
                    <a:cubicBezTo>
                      <a:pt x="285" y="377"/>
                      <a:pt x="294" y="376"/>
                      <a:pt x="305" y="381"/>
                    </a:cubicBezTo>
                    <a:cubicBezTo>
                      <a:pt x="309" y="388"/>
                      <a:pt x="316" y="391"/>
                      <a:pt x="316" y="400"/>
                    </a:cubicBezTo>
                    <a:cubicBezTo>
                      <a:pt x="316" y="417"/>
                      <a:pt x="304" y="418"/>
                      <a:pt x="304" y="434"/>
                    </a:cubicBezTo>
                    <a:cubicBezTo>
                      <a:pt x="304" y="436"/>
                      <a:pt x="305" y="439"/>
                      <a:pt x="306" y="439"/>
                    </a:cubicBezTo>
                    <a:cubicBezTo>
                      <a:pt x="309" y="439"/>
                      <a:pt x="312" y="436"/>
                      <a:pt x="315" y="436"/>
                    </a:cubicBezTo>
                    <a:cubicBezTo>
                      <a:pt x="319" y="436"/>
                      <a:pt x="320" y="449"/>
                      <a:pt x="324" y="450"/>
                    </a:cubicBezTo>
                    <a:cubicBezTo>
                      <a:pt x="324" y="459"/>
                      <a:pt x="330" y="468"/>
                      <a:pt x="338" y="468"/>
                    </a:cubicBezTo>
                    <a:cubicBezTo>
                      <a:pt x="342" y="468"/>
                      <a:pt x="343" y="467"/>
                      <a:pt x="346" y="467"/>
                    </a:cubicBezTo>
                    <a:cubicBezTo>
                      <a:pt x="348" y="467"/>
                      <a:pt x="348" y="467"/>
                      <a:pt x="348" y="467"/>
                    </a:cubicBezTo>
                    <a:cubicBezTo>
                      <a:pt x="348" y="471"/>
                      <a:pt x="350" y="472"/>
                      <a:pt x="351" y="472"/>
                    </a:cubicBezTo>
                    <a:cubicBezTo>
                      <a:pt x="352" y="472"/>
                      <a:pt x="353" y="470"/>
                      <a:pt x="353" y="468"/>
                    </a:cubicBezTo>
                    <a:cubicBezTo>
                      <a:pt x="353" y="464"/>
                      <a:pt x="353" y="461"/>
                      <a:pt x="353" y="457"/>
                    </a:cubicBezTo>
                    <a:cubicBezTo>
                      <a:pt x="353" y="457"/>
                      <a:pt x="363" y="454"/>
                      <a:pt x="365" y="454"/>
                    </a:cubicBezTo>
                    <a:cubicBezTo>
                      <a:pt x="379" y="454"/>
                      <a:pt x="379" y="454"/>
                      <a:pt x="379" y="454"/>
                    </a:cubicBezTo>
                    <a:cubicBezTo>
                      <a:pt x="385" y="457"/>
                      <a:pt x="390" y="448"/>
                      <a:pt x="397" y="448"/>
                    </a:cubicBezTo>
                    <a:cubicBezTo>
                      <a:pt x="404" y="448"/>
                      <a:pt x="408" y="453"/>
                      <a:pt x="416" y="453"/>
                    </a:cubicBezTo>
                    <a:cubicBezTo>
                      <a:pt x="416" y="464"/>
                      <a:pt x="424" y="468"/>
                      <a:pt x="431" y="470"/>
                    </a:cubicBezTo>
                    <a:cubicBezTo>
                      <a:pt x="431" y="470"/>
                      <a:pt x="431" y="470"/>
                      <a:pt x="431" y="470"/>
                    </a:cubicBezTo>
                    <a:cubicBezTo>
                      <a:pt x="439" y="474"/>
                      <a:pt x="444" y="471"/>
                      <a:pt x="452" y="475"/>
                    </a:cubicBezTo>
                    <a:cubicBezTo>
                      <a:pt x="452" y="477"/>
                      <a:pt x="451" y="486"/>
                      <a:pt x="454" y="486"/>
                    </a:cubicBezTo>
                    <a:cubicBezTo>
                      <a:pt x="459" y="486"/>
                      <a:pt x="457" y="480"/>
                      <a:pt x="460" y="477"/>
                    </a:cubicBezTo>
                    <a:cubicBezTo>
                      <a:pt x="463" y="474"/>
                      <a:pt x="472" y="472"/>
                      <a:pt x="476" y="470"/>
                    </a:cubicBezTo>
                    <a:cubicBezTo>
                      <a:pt x="484" y="466"/>
                      <a:pt x="492" y="468"/>
                      <a:pt x="498" y="463"/>
                    </a:cubicBezTo>
                    <a:cubicBezTo>
                      <a:pt x="498" y="463"/>
                      <a:pt x="502" y="455"/>
                      <a:pt x="503" y="455"/>
                    </a:cubicBezTo>
                    <a:cubicBezTo>
                      <a:pt x="507" y="455"/>
                      <a:pt x="510" y="458"/>
                      <a:pt x="514" y="458"/>
                    </a:cubicBezTo>
                    <a:cubicBezTo>
                      <a:pt x="534" y="458"/>
                      <a:pt x="539" y="446"/>
                      <a:pt x="552" y="439"/>
                    </a:cubicBezTo>
                    <a:cubicBezTo>
                      <a:pt x="555" y="437"/>
                      <a:pt x="557" y="435"/>
                      <a:pt x="558" y="431"/>
                    </a:cubicBezTo>
                    <a:cubicBezTo>
                      <a:pt x="569" y="431"/>
                      <a:pt x="572" y="414"/>
                      <a:pt x="576" y="406"/>
                    </a:cubicBezTo>
                    <a:cubicBezTo>
                      <a:pt x="578" y="401"/>
                      <a:pt x="590" y="383"/>
                      <a:pt x="597" y="382"/>
                    </a:cubicBezTo>
                    <a:cubicBezTo>
                      <a:pt x="597" y="372"/>
                      <a:pt x="604" y="368"/>
                      <a:pt x="604" y="355"/>
                    </a:cubicBezTo>
                    <a:cubicBezTo>
                      <a:pt x="604" y="336"/>
                      <a:pt x="599" y="329"/>
                      <a:pt x="591" y="317"/>
                    </a:cubicBezTo>
                    <a:cubicBezTo>
                      <a:pt x="590" y="315"/>
                      <a:pt x="590" y="309"/>
                      <a:pt x="586" y="3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3" name="Freeform 148">
                <a:extLst>
                  <a:ext uri="{FF2B5EF4-FFF2-40B4-BE49-F238E27FC236}">
                    <a16:creationId xmlns:a16="http://schemas.microsoft.com/office/drawing/2014/main" id="{48B13DEE-E496-941A-0AA4-F6816B995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175" y="1395413"/>
                <a:ext cx="58738" cy="25400"/>
              </a:xfrm>
              <a:custGeom>
                <a:avLst/>
                <a:gdLst/>
                <a:ahLst/>
                <a:cxnLst>
                  <a:cxn ang="0">
                    <a:pos x="4" y="19"/>
                  </a:cxn>
                  <a:cxn ang="0">
                    <a:pos x="0" y="14"/>
                  </a:cxn>
                  <a:cxn ang="0">
                    <a:pos x="20" y="0"/>
                  </a:cxn>
                  <a:cxn ang="0">
                    <a:pos x="44" y="11"/>
                  </a:cxn>
                  <a:cxn ang="0">
                    <a:pos x="4" y="19"/>
                  </a:cxn>
                </a:cxnLst>
                <a:rect l="0" t="0" r="r" b="b"/>
                <a:pathLst>
                  <a:path w="44" h="19">
                    <a:moveTo>
                      <a:pt x="4" y="19"/>
                    </a:moveTo>
                    <a:cubicBezTo>
                      <a:pt x="1" y="19"/>
                      <a:pt x="0" y="17"/>
                      <a:pt x="0" y="14"/>
                    </a:cubicBezTo>
                    <a:cubicBezTo>
                      <a:pt x="0" y="8"/>
                      <a:pt x="13" y="0"/>
                      <a:pt x="20" y="0"/>
                    </a:cubicBezTo>
                    <a:cubicBezTo>
                      <a:pt x="27" y="0"/>
                      <a:pt x="44" y="4"/>
                      <a:pt x="44" y="11"/>
                    </a:cubicBezTo>
                    <a:cubicBezTo>
                      <a:pt x="44" y="17"/>
                      <a:pt x="9" y="19"/>
                      <a:pt x="4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4" name="Freeform 149">
                <a:extLst>
                  <a:ext uri="{FF2B5EF4-FFF2-40B4-BE49-F238E27FC236}">
                    <a16:creationId xmlns:a16="http://schemas.microsoft.com/office/drawing/2014/main" id="{0968FEB6-0DC4-0865-1FF2-916356DA5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1375" y="1443038"/>
                <a:ext cx="23813" cy="14288"/>
              </a:xfrm>
              <a:custGeom>
                <a:avLst/>
                <a:gdLst/>
                <a:ahLst/>
                <a:cxnLst>
                  <a:cxn ang="0">
                    <a:pos x="13" y="10"/>
                  </a:cxn>
                  <a:cxn ang="0">
                    <a:pos x="18" y="6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13" y="10"/>
                  </a:cxn>
                </a:cxnLst>
                <a:rect l="0" t="0" r="r" b="b"/>
                <a:pathLst>
                  <a:path w="18" h="10">
                    <a:moveTo>
                      <a:pt x="13" y="10"/>
                    </a:moveTo>
                    <a:cubicBezTo>
                      <a:pt x="15" y="10"/>
                      <a:pt x="18" y="8"/>
                      <a:pt x="18" y="6"/>
                    </a:cubicBezTo>
                    <a:cubicBezTo>
                      <a:pt x="18" y="3"/>
                      <a:pt x="15" y="2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7" y="10"/>
                      <a:pt x="13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5" name="Freeform 150">
                <a:extLst>
                  <a:ext uri="{FF2B5EF4-FFF2-40B4-BE49-F238E27FC236}">
                    <a16:creationId xmlns:a16="http://schemas.microsoft.com/office/drawing/2014/main" id="{22672439-00D4-5796-386E-02C51170D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5275" y="1257300"/>
                <a:ext cx="11113" cy="12700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3" y="0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8" y="4"/>
                  </a:cxn>
                  <a:cxn ang="0">
                    <a:pos x="6" y="4"/>
                  </a:cxn>
                  <a:cxn ang="0">
                    <a:pos x="8" y="5"/>
                  </a:cxn>
                </a:cxnLst>
                <a:rect l="0" t="0" r="r" b="b"/>
                <a:pathLst>
                  <a:path w="8" h="10">
                    <a:moveTo>
                      <a:pt x="8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0" y="4"/>
                      <a:pt x="0" y="7"/>
                    </a:cubicBezTo>
                    <a:cubicBezTo>
                      <a:pt x="0" y="9"/>
                      <a:pt x="1" y="10"/>
                      <a:pt x="3" y="10"/>
                    </a:cubicBezTo>
                    <a:cubicBezTo>
                      <a:pt x="7" y="10"/>
                      <a:pt x="7" y="6"/>
                      <a:pt x="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8" y="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6" name="Freeform 151">
                <a:extLst>
                  <a:ext uri="{FF2B5EF4-FFF2-40B4-BE49-F238E27FC236}">
                    <a16:creationId xmlns:a16="http://schemas.microsoft.com/office/drawing/2014/main" id="{0C591338-3A84-0BC7-7F17-221EBB882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9988" y="1300163"/>
                <a:ext cx="26988" cy="1587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0" y="12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0" y="7"/>
                  </a:cxn>
                  <a:cxn ang="0">
                    <a:pos x="17" y="12"/>
                  </a:cxn>
                  <a:cxn ang="0">
                    <a:pos x="20" y="9"/>
                  </a:cxn>
                </a:cxnLst>
                <a:rect l="0" t="0" r="r" b="b"/>
                <a:pathLst>
                  <a:path w="20" h="12">
                    <a:moveTo>
                      <a:pt x="20" y="9"/>
                    </a:moveTo>
                    <a:cubicBezTo>
                      <a:pt x="17" y="11"/>
                      <a:pt x="14" y="12"/>
                      <a:pt x="10" y="12"/>
                    </a:cubicBezTo>
                    <a:cubicBezTo>
                      <a:pt x="5" y="12"/>
                      <a:pt x="0" y="11"/>
                      <a:pt x="0" y="7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6" y="0"/>
                      <a:pt x="20" y="2"/>
                      <a:pt x="20" y="7"/>
                    </a:cubicBezTo>
                    <a:cubicBezTo>
                      <a:pt x="20" y="10"/>
                      <a:pt x="18" y="11"/>
                      <a:pt x="17" y="12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7" name="Freeform 152">
                <a:extLst>
                  <a:ext uri="{FF2B5EF4-FFF2-40B4-BE49-F238E27FC236}">
                    <a16:creationId xmlns:a16="http://schemas.microsoft.com/office/drawing/2014/main" id="{4CF669D5-B19E-0FC0-992C-D6D738DED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3613" y="1128713"/>
                <a:ext cx="100013" cy="57150"/>
              </a:xfrm>
              <a:custGeom>
                <a:avLst/>
                <a:gdLst/>
                <a:ahLst/>
                <a:cxnLst>
                  <a:cxn ang="0">
                    <a:pos x="6" y="43"/>
                  </a:cxn>
                  <a:cxn ang="0">
                    <a:pos x="0" y="37"/>
                  </a:cxn>
                  <a:cxn ang="0">
                    <a:pos x="8" y="27"/>
                  </a:cxn>
                  <a:cxn ang="0">
                    <a:pos x="39" y="0"/>
                  </a:cxn>
                  <a:cxn ang="0">
                    <a:pos x="45" y="0"/>
                  </a:cxn>
                  <a:cxn ang="0">
                    <a:pos x="44" y="10"/>
                  </a:cxn>
                  <a:cxn ang="0">
                    <a:pos x="52" y="6"/>
                  </a:cxn>
                  <a:cxn ang="0">
                    <a:pos x="76" y="23"/>
                  </a:cxn>
                  <a:cxn ang="0">
                    <a:pos x="45" y="34"/>
                  </a:cxn>
                  <a:cxn ang="0">
                    <a:pos x="30" y="37"/>
                  </a:cxn>
                  <a:cxn ang="0">
                    <a:pos x="6" y="43"/>
                  </a:cxn>
                </a:cxnLst>
                <a:rect l="0" t="0" r="r" b="b"/>
                <a:pathLst>
                  <a:path w="76" h="43">
                    <a:moveTo>
                      <a:pt x="6" y="43"/>
                    </a:moveTo>
                    <a:cubicBezTo>
                      <a:pt x="1" y="43"/>
                      <a:pt x="0" y="41"/>
                      <a:pt x="0" y="37"/>
                    </a:cubicBezTo>
                    <a:cubicBezTo>
                      <a:pt x="0" y="30"/>
                      <a:pt x="5" y="30"/>
                      <a:pt x="8" y="27"/>
                    </a:cubicBezTo>
                    <a:cubicBezTo>
                      <a:pt x="18" y="17"/>
                      <a:pt x="22" y="0"/>
                      <a:pt x="39" y="0"/>
                    </a:cubicBezTo>
                    <a:cubicBezTo>
                      <a:pt x="43" y="0"/>
                      <a:pt x="43" y="0"/>
                      <a:pt x="45" y="0"/>
                    </a:cubicBezTo>
                    <a:cubicBezTo>
                      <a:pt x="45" y="7"/>
                      <a:pt x="47" y="7"/>
                      <a:pt x="44" y="10"/>
                    </a:cubicBezTo>
                    <a:cubicBezTo>
                      <a:pt x="47" y="9"/>
                      <a:pt x="49" y="6"/>
                      <a:pt x="52" y="6"/>
                    </a:cubicBezTo>
                    <a:cubicBezTo>
                      <a:pt x="58" y="6"/>
                      <a:pt x="76" y="17"/>
                      <a:pt x="76" y="23"/>
                    </a:cubicBezTo>
                    <a:cubicBezTo>
                      <a:pt x="76" y="34"/>
                      <a:pt x="53" y="36"/>
                      <a:pt x="45" y="34"/>
                    </a:cubicBezTo>
                    <a:cubicBezTo>
                      <a:pt x="43" y="34"/>
                      <a:pt x="30" y="37"/>
                      <a:pt x="30" y="37"/>
                    </a:cubicBezTo>
                    <a:lnTo>
                      <a:pt x="6" y="4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8" name="Freeform 153">
                <a:extLst>
                  <a:ext uri="{FF2B5EF4-FFF2-40B4-BE49-F238E27FC236}">
                    <a16:creationId xmlns:a16="http://schemas.microsoft.com/office/drawing/2014/main" id="{3545BF4D-91A1-CE24-593B-2E5E073E6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0738" y="1101725"/>
                <a:ext cx="39688" cy="206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0" y="7"/>
                  </a:cxn>
                  <a:cxn ang="0">
                    <a:pos x="9" y="16"/>
                  </a:cxn>
                  <a:cxn ang="0">
                    <a:pos x="0" y="5"/>
                  </a:cxn>
                  <a:cxn ang="0">
                    <a:pos x="12" y="0"/>
                  </a:cxn>
                </a:cxnLst>
                <a:rect l="0" t="0" r="r" b="b"/>
                <a:pathLst>
                  <a:path w="30" h="16">
                    <a:moveTo>
                      <a:pt x="12" y="0"/>
                    </a:moveTo>
                    <a:cubicBezTo>
                      <a:pt x="14" y="0"/>
                      <a:pt x="26" y="6"/>
                      <a:pt x="30" y="7"/>
                    </a:cubicBezTo>
                    <a:cubicBezTo>
                      <a:pt x="29" y="15"/>
                      <a:pt x="14" y="16"/>
                      <a:pt x="9" y="16"/>
                    </a:cubicBezTo>
                    <a:cubicBezTo>
                      <a:pt x="6" y="16"/>
                      <a:pt x="0" y="9"/>
                      <a:pt x="0" y="5"/>
                    </a:cubicBezTo>
                    <a:cubicBezTo>
                      <a:pt x="0" y="0"/>
                      <a:pt x="9" y="0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19" name="Freeform 154">
                <a:extLst>
                  <a:ext uri="{FF2B5EF4-FFF2-40B4-BE49-F238E27FC236}">
                    <a16:creationId xmlns:a16="http://schemas.microsoft.com/office/drawing/2014/main" id="{DC815872-5924-99CA-C44D-7AC939E15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3438" y="1057275"/>
                <a:ext cx="139700" cy="98425"/>
              </a:xfrm>
              <a:custGeom>
                <a:avLst/>
                <a:gdLst/>
                <a:ahLst/>
                <a:cxnLst>
                  <a:cxn ang="0">
                    <a:pos x="99" y="68"/>
                  </a:cxn>
                  <a:cxn ang="0">
                    <a:pos x="90" y="74"/>
                  </a:cxn>
                  <a:cxn ang="0">
                    <a:pos x="41" y="66"/>
                  </a:cxn>
                  <a:cxn ang="0">
                    <a:pos x="17" y="50"/>
                  </a:cxn>
                  <a:cxn ang="0">
                    <a:pos x="50" y="36"/>
                  </a:cxn>
                  <a:cxn ang="0">
                    <a:pos x="32" y="36"/>
                  </a:cxn>
                  <a:cxn ang="0">
                    <a:pos x="0" y="26"/>
                  </a:cxn>
                  <a:cxn ang="0">
                    <a:pos x="46" y="0"/>
                  </a:cxn>
                  <a:cxn ang="0">
                    <a:pos x="72" y="17"/>
                  </a:cxn>
                  <a:cxn ang="0">
                    <a:pos x="67" y="18"/>
                  </a:cxn>
                  <a:cxn ang="0">
                    <a:pos x="67" y="27"/>
                  </a:cxn>
                  <a:cxn ang="0">
                    <a:pos x="59" y="35"/>
                  </a:cxn>
                  <a:cxn ang="0">
                    <a:pos x="68" y="35"/>
                  </a:cxn>
                  <a:cxn ang="0">
                    <a:pos x="81" y="39"/>
                  </a:cxn>
                  <a:cxn ang="0">
                    <a:pos x="90" y="39"/>
                  </a:cxn>
                  <a:cxn ang="0">
                    <a:pos x="105" y="48"/>
                  </a:cxn>
                  <a:cxn ang="0">
                    <a:pos x="101" y="57"/>
                  </a:cxn>
                  <a:cxn ang="0">
                    <a:pos x="92" y="62"/>
                  </a:cxn>
                  <a:cxn ang="0">
                    <a:pos x="99" y="68"/>
                  </a:cxn>
                </a:cxnLst>
                <a:rect l="0" t="0" r="r" b="b"/>
                <a:pathLst>
                  <a:path w="105" h="74">
                    <a:moveTo>
                      <a:pt x="99" y="68"/>
                    </a:moveTo>
                    <a:cubicBezTo>
                      <a:pt x="99" y="72"/>
                      <a:pt x="94" y="74"/>
                      <a:pt x="90" y="74"/>
                    </a:cubicBezTo>
                    <a:cubicBezTo>
                      <a:pt x="71" y="74"/>
                      <a:pt x="57" y="66"/>
                      <a:pt x="41" y="66"/>
                    </a:cubicBezTo>
                    <a:cubicBezTo>
                      <a:pt x="35" y="66"/>
                      <a:pt x="24" y="54"/>
                      <a:pt x="17" y="50"/>
                    </a:cubicBezTo>
                    <a:cubicBezTo>
                      <a:pt x="32" y="46"/>
                      <a:pt x="36" y="41"/>
                      <a:pt x="50" y="36"/>
                    </a:cubicBezTo>
                    <a:cubicBezTo>
                      <a:pt x="46" y="36"/>
                      <a:pt x="35" y="36"/>
                      <a:pt x="32" y="36"/>
                    </a:cubicBezTo>
                    <a:cubicBezTo>
                      <a:pt x="20" y="36"/>
                      <a:pt x="11" y="32"/>
                      <a:pt x="0" y="26"/>
                    </a:cubicBezTo>
                    <a:cubicBezTo>
                      <a:pt x="18" y="21"/>
                      <a:pt x="25" y="0"/>
                      <a:pt x="46" y="0"/>
                    </a:cubicBezTo>
                    <a:cubicBezTo>
                      <a:pt x="58" y="0"/>
                      <a:pt x="65" y="12"/>
                      <a:pt x="72" y="17"/>
                    </a:cubicBezTo>
                    <a:cubicBezTo>
                      <a:pt x="68" y="19"/>
                      <a:pt x="69" y="18"/>
                      <a:pt x="67" y="18"/>
                    </a:cubicBezTo>
                    <a:cubicBezTo>
                      <a:pt x="68" y="23"/>
                      <a:pt x="67" y="24"/>
                      <a:pt x="67" y="27"/>
                    </a:cubicBezTo>
                    <a:cubicBezTo>
                      <a:pt x="67" y="29"/>
                      <a:pt x="62" y="33"/>
                      <a:pt x="59" y="35"/>
                    </a:cubicBezTo>
                    <a:cubicBezTo>
                      <a:pt x="63" y="33"/>
                      <a:pt x="65" y="35"/>
                      <a:pt x="68" y="35"/>
                    </a:cubicBezTo>
                    <a:cubicBezTo>
                      <a:pt x="73" y="35"/>
                      <a:pt x="76" y="39"/>
                      <a:pt x="81" y="39"/>
                    </a:cubicBezTo>
                    <a:cubicBezTo>
                      <a:pt x="84" y="39"/>
                      <a:pt x="87" y="39"/>
                      <a:pt x="90" y="39"/>
                    </a:cubicBezTo>
                    <a:cubicBezTo>
                      <a:pt x="99" y="39"/>
                      <a:pt x="99" y="42"/>
                      <a:pt x="105" y="48"/>
                    </a:cubicBezTo>
                    <a:cubicBezTo>
                      <a:pt x="100" y="51"/>
                      <a:pt x="101" y="52"/>
                      <a:pt x="101" y="57"/>
                    </a:cubicBezTo>
                    <a:cubicBezTo>
                      <a:pt x="101" y="61"/>
                      <a:pt x="95" y="62"/>
                      <a:pt x="92" y="62"/>
                    </a:cubicBezTo>
                    <a:cubicBezTo>
                      <a:pt x="95" y="63"/>
                      <a:pt x="99" y="65"/>
                      <a:pt x="99" y="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0" name="Freeform 155">
                <a:extLst>
                  <a:ext uri="{FF2B5EF4-FFF2-40B4-BE49-F238E27FC236}">
                    <a16:creationId xmlns:a16="http://schemas.microsoft.com/office/drawing/2014/main" id="{9F8EA997-5BCA-B9CA-14B2-DAB1625A2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3763" y="1212850"/>
                <a:ext cx="17463" cy="12700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5" y="9"/>
                  </a:cxn>
                  <a:cxn ang="0">
                    <a:pos x="0" y="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3"/>
                      <a:pt x="5" y="1"/>
                      <a:pt x="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6"/>
                      <a:pt x="10" y="9"/>
                      <a:pt x="5" y="9"/>
                    </a:cubicBezTo>
                    <a:cubicBezTo>
                      <a:pt x="2" y="9"/>
                      <a:pt x="1" y="7"/>
                      <a:pt x="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1" name="Freeform 156">
                <a:extLst>
                  <a:ext uri="{FF2B5EF4-FFF2-40B4-BE49-F238E27FC236}">
                    <a16:creationId xmlns:a16="http://schemas.microsoft.com/office/drawing/2014/main" id="{550D16EE-89F0-030A-E408-28D9E0A69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6450" y="1060450"/>
                <a:ext cx="23813" cy="7938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6">
                    <a:moveTo>
                      <a:pt x="18" y="4"/>
                    </a:moveTo>
                    <a:cubicBezTo>
                      <a:pt x="11" y="5"/>
                      <a:pt x="3" y="6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8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2" name="Freeform 157">
                <a:extLst>
                  <a:ext uri="{FF2B5EF4-FFF2-40B4-BE49-F238E27FC236}">
                    <a16:creationId xmlns:a16="http://schemas.microsoft.com/office/drawing/2014/main" id="{01FF0B8D-3CB3-AFB3-521D-01731D6AB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2675" y="1173163"/>
                <a:ext cx="20638" cy="9525"/>
              </a:xfrm>
              <a:custGeom>
                <a:avLst/>
                <a:gdLst/>
                <a:ahLst/>
                <a:cxnLst>
                  <a:cxn ang="0">
                    <a:pos x="15" y="1"/>
                  </a:cxn>
                  <a:cxn ang="0">
                    <a:pos x="9" y="7"/>
                  </a:cxn>
                  <a:cxn ang="0">
                    <a:pos x="0" y="2"/>
                  </a:cxn>
                  <a:cxn ang="0">
                    <a:pos x="15" y="1"/>
                  </a:cxn>
                </a:cxnLst>
                <a:rect l="0" t="0" r="r" b="b"/>
                <a:pathLst>
                  <a:path w="15" h="7">
                    <a:moveTo>
                      <a:pt x="15" y="1"/>
                    </a:moveTo>
                    <a:cubicBezTo>
                      <a:pt x="14" y="4"/>
                      <a:pt x="12" y="7"/>
                      <a:pt x="9" y="7"/>
                    </a:cubicBezTo>
                    <a:cubicBezTo>
                      <a:pt x="4" y="7"/>
                      <a:pt x="1" y="4"/>
                      <a:pt x="0" y="2"/>
                    </a:cubicBezTo>
                    <a:cubicBezTo>
                      <a:pt x="9" y="0"/>
                      <a:pt x="11" y="2"/>
                      <a:pt x="1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3" name="Freeform 158">
                <a:extLst>
                  <a:ext uri="{FF2B5EF4-FFF2-40B4-BE49-F238E27FC236}">
                    <a16:creationId xmlns:a16="http://schemas.microsoft.com/office/drawing/2014/main" id="{CD6314DC-65B0-6127-D875-084A96C93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1074738"/>
                <a:ext cx="117475" cy="36513"/>
              </a:xfrm>
              <a:custGeom>
                <a:avLst/>
                <a:gdLst/>
                <a:ahLst/>
                <a:cxnLst>
                  <a:cxn ang="0">
                    <a:pos x="76" y="14"/>
                  </a:cxn>
                  <a:cxn ang="0">
                    <a:pos x="58" y="17"/>
                  </a:cxn>
                  <a:cxn ang="0">
                    <a:pos x="49" y="27"/>
                  </a:cxn>
                  <a:cxn ang="0">
                    <a:pos x="44" y="23"/>
                  </a:cxn>
                  <a:cxn ang="0">
                    <a:pos x="44" y="23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33" y="13"/>
                  </a:cxn>
                  <a:cxn ang="0">
                    <a:pos x="40" y="9"/>
                  </a:cxn>
                  <a:cxn ang="0">
                    <a:pos x="30" y="5"/>
                  </a:cxn>
                  <a:cxn ang="0">
                    <a:pos x="10" y="11"/>
                  </a:cxn>
                  <a:cxn ang="0">
                    <a:pos x="0" y="9"/>
                  </a:cxn>
                  <a:cxn ang="0">
                    <a:pos x="34" y="0"/>
                  </a:cxn>
                  <a:cxn ang="0">
                    <a:pos x="60" y="6"/>
                  </a:cxn>
                  <a:cxn ang="0">
                    <a:pos x="76" y="0"/>
                  </a:cxn>
                  <a:cxn ang="0">
                    <a:pos x="89" y="5"/>
                  </a:cxn>
                  <a:cxn ang="0">
                    <a:pos x="78" y="13"/>
                  </a:cxn>
                  <a:cxn ang="0">
                    <a:pos x="73" y="13"/>
                  </a:cxn>
                  <a:cxn ang="0">
                    <a:pos x="73" y="17"/>
                  </a:cxn>
                  <a:cxn ang="0">
                    <a:pos x="76" y="14"/>
                  </a:cxn>
                </a:cxnLst>
                <a:rect l="0" t="0" r="r" b="b"/>
                <a:pathLst>
                  <a:path w="89" h="27">
                    <a:moveTo>
                      <a:pt x="76" y="14"/>
                    </a:moveTo>
                    <a:cubicBezTo>
                      <a:pt x="69" y="19"/>
                      <a:pt x="65" y="13"/>
                      <a:pt x="58" y="17"/>
                    </a:cubicBezTo>
                    <a:cubicBezTo>
                      <a:pt x="54" y="19"/>
                      <a:pt x="53" y="27"/>
                      <a:pt x="49" y="27"/>
                    </a:cubicBezTo>
                    <a:cubicBezTo>
                      <a:pt x="47" y="26"/>
                      <a:pt x="45" y="24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38" y="23"/>
                      <a:pt x="33" y="21"/>
                      <a:pt x="32" y="17"/>
                    </a:cubicBezTo>
                    <a:cubicBezTo>
                      <a:pt x="36" y="15"/>
                      <a:pt x="38" y="15"/>
                      <a:pt x="41" y="14"/>
                    </a:cubicBezTo>
                    <a:cubicBezTo>
                      <a:pt x="37" y="14"/>
                      <a:pt x="35" y="13"/>
                      <a:pt x="33" y="13"/>
                    </a:cubicBezTo>
                    <a:cubicBezTo>
                      <a:pt x="36" y="11"/>
                      <a:pt x="38" y="11"/>
                      <a:pt x="40" y="9"/>
                    </a:cubicBezTo>
                    <a:cubicBezTo>
                      <a:pt x="36" y="8"/>
                      <a:pt x="34" y="5"/>
                      <a:pt x="30" y="5"/>
                    </a:cubicBezTo>
                    <a:cubicBezTo>
                      <a:pt x="25" y="5"/>
                      <a:pt x="17" y="11"/>
                      <a:pt x="10" y="11"/>
                    </a:cubicBezTo>
                    <a:cubicBezTo>
                      <a:pt x="7" y="11"/>
                      <a:pt x="4" y="9"/>
                      <a:pt x="0" y="9"/>
                    </a:cubicBezTo>
                    <a:cubicBezTo>
                      <a:pt x="4" y="2"/>
                      <a:pt x="25" y="0"/>
                      <a:pt x="34" y="0"/>
                    </a:cubicBezTo>
                    <a:cubicBezTo>
                      <a:pt x="45" y="0"/>
                      <a:pt x="52" y="6"/>
                      <a:pt x="60" y="6"/>
                    </a:cubicBezTo>
                    <a:cubicBezTo>
                      <a:pt x="67" y="6"/>
                      <a:pt x="70" y="0"/>
                      <a:pt x="76" y="0"/>
                    </a:cubicBezTo>
                    <a:cubicBezTo>
                      <a:pt x="82" y="0"/>
                      <a:pt x="87" y="4"/>
                      <a:pt x="89" y="5"/>
                    </a:cubicBezTo>
                    <a:cubicBezTo>
                      <a:pt x="89" y="13"/>
                      <a:pt x="83" y="9"/>
                      <a:pt x="78" y="13"/>
                    </a:cubicBezTo>
                    <a:cubicBezTo>
                      <a:pt x="76" y="13"/>
                      <a:pt x="75" y="13"/>
                      <a:pt x="73" y="13"/>
                    </a:cubicBezTo>
                    <a:cubicBezTo>
                      <a:pt x="73" y="17"/>
                      <a:pt x="73" y="17"/>
                      <a:pt x="73" y="17"/>
                    </a:cubicBezTo>
                    <a:lnTo>
                      <a:pt x="7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4" name="Freeform 159">
                <a:extLst>
                  <a:ext uri="{FF2B5EF4-FFF2-40B4-BE49-F238E27FC236}">
                    <a16:creationId xmlns:a16="http://schemas.microsoft.com/office/drawing/2014/main" id="{FD95C94D-DA1F-F212-27C6-93EE0A277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7663" y="1052513"/>
                <a:ext cx="41275" cy="26988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0" y="13"/>
                  </a:cxn>
                  <a:cxn ang="0">
                    <a:pos x="25" y="0"/>
                  </a:cxn>
                  <a:cxn ang="0">
                    <a:pos x="31" y="14"/>
                  </a:cxn>
                  <a:cxn ang="0">
                    <a:pos x="7" y="20"/>
                  </a:cxn>
                </a:cxnLst>
                <a:rect l="0" t="0" r="r" b="b"/>
                <a:pathLst>
                  <a:path w="31" h="20">
                    <a:moveTo>
                      <a:pt x="7" y="20"/>
                    </a:moveTo>
                    <a:cubicBezTo>
                      <a:pt x="2" y="20"/>
                      <a:pt x="0" y="17"/>
                      <a:pt x="0" y="13"/>
                    </a:cubicBezTo>
                    <a:cubicBezTo>
                      <a:pt x="0" y="7"/>
                      <a:pt x="18" y="0"/>
                      <a:pt x="25" y="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28" y="16"/>
                      <a:pt x="11" y="20"/>
                      <a:pt x="7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5" name="Freeform 160">
                <a:extLst>
                  <a:ext uri="{FF2B5EF4-FFF2-40B4-BE49-F238E27FC236}">
                    <a16:creationId xmlns:a16="http://schemas.microsoft.com/office/drawing/2014/main" id="{09C10292-45A1-93FB-1433-CD3038638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3688" y="1069975"/>
                <a:ext cx="44450" cy="25400"/>
              </a:xfrm>
              <a:custGeom>
                <a:avLst/>
                <a:gdLst/>
                <a:ahLst/>
                <a:cxnLst>
                  <a:cxn ang="0">
                    <a:pos x="33" y="4"/>
                  </a:cxn>
                  <a:cxn ang="0">
                    <a:pos x="33" y="10"/>
                  </a:cxn>
                  <a:cxn ang="0">
                    <a:pos x="22" y="12"/>
                  </a:cxn>
                  <a:cxn ang="0">
                    <a:pos x="24" y="18"/>
                  </a:cxn>
                  <a:cxn ang="0">
                    <a:pos x="0" y="18"/>
                  </a:cxn>
                  <a:cxn ang="0">
                    <a:pos x="9" y="6"/>
                  </a:cxn>
                  <a:cxn ang="0">
                    <a:pos x="9" y="0"/>
                  </a:cxn>
                  <a:cxn ang="0">
                    <a:pos x="23" y="0"/>
                  </a:cxn>
                  <a:cxn ang="0">
                    <a:pos x="19" y="4"/>
                  </a:cxn>
                  <a:cxn ang="0">
                    <a:pos x="33" y="4"/>
                  </a:cxn>
                </a:cxnLst>
                <a:rect l="0" t="0" r="r" b="b"/>
                <a:pathLst>
                  <a:path w="33" h="20">
                    <a:moveTo>
                      <a:pt x="33" y="4"/>
                    </a:moveTo>
                    <a:cubicBezTo>
                      <a:pt x="33" y="8"/>
                      <a:pt x="33" y="8"/>
                      <a:pt x="33" y="10"/>
                    </a:cubicBezTo>
                    <a:cubicBezTo>
                      <a:pt x="30" y="14"/>
                      <a:pt x="26" y="12"/>
                      <a:pt x="22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9"/>
                      <a:pt x="0" y="20"/>
                      <a:pt x="0" y="18"/>
                    </a:cubicBezTo>
                    <a:cubicBezTo>
                      <a:pt x="0" y="11"/>
                      <a:pt x="3" y="8"/>
                      <a:pt x="9" y="6"/>
                    </a:cubicBezTo>
                    <a:cubicBezTo>
                      <a:pt x="8" y="2"/>
                      <a:pt x="9" y="1"/>
                      <a:pt x="9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2"/>
                      <a:pt x="20" y="4"/>
                      <a:pt x="19" y="4"/>
                    </a:cubicBezTo>
                    <a:cubicBezTo>
                      <a:pt x="22" y="4"/>
                      <a:pt x="29" y="4"/>
                      <a:pt x="33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6" name="Freeform 161">
                <a:extLst>
                  <a:ext uri="{FF2B5EF4-FFF2-40B4-BE49-F238E27FC236}">
                    <a16:creationId xmlns:a16="http://schemas.microsoft.com/office/drawing/2014/main" id="{620F38F8-C9E0-2C21-836A-8BD7A427C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4950" y="1092200"/>
                <a:ext cx="44450" cy="15875"/>
              </a:xfrm>
              <a:custGeom>
                <a:avLst/>
                <a:gdLst/>
                <a:ahLst/>
                <a:cxnLst>
                  <a:cxn ang="0">
                    <a:pos x="20" y="12"/>
                  </a:cxn>
                  <a:cxn ang="0">
                    <a:pos x="11" y="7"/>
                  </a:cxn>
                  <a:cxn ang="0">
                    <a:pos x="4" y="12"/>
                  </a:cxn>
                  <a:cxn ang="0">
                    <a:pos x="0" y="9"/>
                  </a:cxn>
                  <a:cxn ang="0">
                    <a:pos x="22" y="0"/>
                  </a:cxn>
                  <a:cxn ang="0">
                    <a:pos x="34" y="5"/>
                  </a:cxn>
                  <a:cxn ang="0">
                    <a:pos x="20" y="12"/>
                  </a:cxn>
                </a:cxnLst>
                <a:rect l="0" t="0" r="r" b="b"/>
                <a:pathLst>
                  <a:path w="34" h="12">
                    <a:moveTo>
                      <a:pt x="20" y="12"/>
                    </a:moveTo>
                    <a:cubicBezTo>
                      <a:pt x="17" y="12"/>
                      <a:pt x="14" y="7"/>
                      <a:pt x="11" y="7"/>
                    </a:cubicBezTo>
                    <a:cubicBezTo>
                      <a:pt x="10" y="12"/>
                      <a:pt x="8" y="12"/>
                      <a:pt x="4" y="12"/>
                    </a:cubicBezTo>
                    <a:cubicBezTo>
                      <a:pt x="2" y="12"/>
                      <a:pt x="0" y="10"/>
                      <a:pt x="0" y="9"/>
                    </a:cubicBezTo>
                    <a:cubicBezTo>
                      <a:pt x="0" y="2"/>
                      <a:pt x="17" y="0"/>
                      <a:pt x="22" y="0"/>
                    </a:cubicBezTo>
                    <a:cubicBezTo>
                      <a:pt x="28" y="0"/>
                      <a:pt x="32" y="2"/>
                      <a:pt x="34" y="5"/>
                    </a:cubicBezTo>
                    <a:cubicBezTo>
                      <a:pt x="25" y="5"/>
                      <a:pt x="26" y="12"/>
                      <a:pt x="20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7" name="Freeform 162">
                <a:extLst>
                  <a:ext uri="{FF2B5EF4-FFF2-40B4-BE49-F238E27FC236}">
                    <a16:creationId xmlns:a16="http://schemas.microsoft.com/office/drawing/2014/main" id="{E1F2C8B9-7303-76BD-5BEA-986F307FF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7963" y="1038225"/>
                <a:ext cx="71438" cy="49213"/>
              </a:xfrm>
              <a:custGeom>
                <a:avLst/>
                <a:gdLst/>
                <a:ahLst/>
                <a:cxnLst>
                  <a:cxn ang="0">
                    <a:pos x="40" y="31"/>
                  </a:cxn>
                  <a:cxn ang="0">
                    <a:pos x="22" y="36"/>
                  </a:cxn>
                  <a:cxn ang="0">
                    <a:pos x="0" y="28"/>
                  </a:cxn>
                  <a:cxn ang="0">
                    <a:pos x="6" y="23"/>
                  </a:cxn>
                  <a:cxn ang="0">
                    <a:pos x="24" y="23"/>
                  </a:cxn>
                  <a:cxn ang="0">
                    <a:pos x="17" y="22"/>
                  </a:cxn>
                  <a:cxn ang="0">
                    <a:pos x="17" y="16"/>
                  </a:cxn>
                  <a:cxn ang="0">
                    <a:pos x="43" y="8"/>
                  </a:cxn>
                  <a:cxn ang="0">
                    <a:pos x="51" y="0"/>
                  </a:cxn>
                  <a:cxn ang="0">
                    <a:pos x="52" y="5"/>
                  </a:cxn>
                  <a:cxn ang="0">
                    <a:pos x="48" y="11"/>
                  </a:cxn>
                  <a:cxn ang="0">
                    <a:pos x="28" y="23"/>
                  </a:cxn>
                  <a:cxn ang="0">
                    <a:pos x="53" y="29"/>
                  </a:cxn>
                  <a:cxn ang="0">
                    <a:pos x="40" y="31"/>
                  </a:cxn>
                </a:cxnLst>
                <a:rect l="0" t="0" r="r" b="b"/>
                <a:pathLst>
                  <a:path w="53" h="36">
                    <a:moveTo>
                      <a:pt x="40" y="31"/>
                    </a:moveTo>
                    <a:cubicBezTo>
                      <a:pt x="34" y="31"/>
                      <a:pt x="27" y="36"/>
                      <a:pt x="22" y="36"/>
                    </a:cubicBezTo>
                    <a:cubicBezTo>
                      <a:pt x="19" y="36"/>
                      <a:pt x="1" y="28"/>
                      <a:pt x="0" y="28"/>
                    </a:cubicBezTo>
                    <a:cubicBezTo>
                      <a:pt x="3" y="26"/>
                      <a:pt x="4" y="25"/>
                      <a:pt x="6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19" y="21"/>
                      <a:pt x="21" y="20"/>
                      <a:pt x="17" y="22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30" y="16"/>
                      <a:pt x="30" y="8"/>
                      <a:pt x="43" y="8"/>
                    </a:cubicBezTo>
                    <a:cubicBezTo>
                      <a:pt x="44" y="4"/>
                      <a:pt x="47" y="0"/>
                      <a:pt x="51" y="0"/>
                    </a:cubicBezTo>
                    <a:cubicBezTo>
                      <a:pt x="52" y="0"/>
                      <a:pt x="52" y="4"/>
                      <a:pt x="52" y="5"/>
                    </a:cubicBezTo>
                    <a:cubicBezTo>
                      <a:pt x="50" y="7"/>
                      <a:pt x="48" y="9"/>
                      <a:pt x="48" y="11"/>
                    </a:cubicBezTo>
                    <a:cubicBezTo>
                      <a:pt x="41" y="16"/>
                      <a:pt x="32" y="18"/>
                      <a:pt x="28" y="23"/>
                    </a:cubicBezTo>
                    <a:cubicBezTo>
                      <a:pt x="40" y="24"/>
                      <a:pt x="43" y="25"/>
                      <a:pt x="53" y="29"/>
                    </a:cubicBezTo>
                    <a:cubicBezTo>
                      <a:pt x="49" y="32"/>
                      <a:pt x="45" y="31"/>
                      <a:pt x="40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8" name="Freeform 164">
                <a:extLst>
                  <a:ext uri="{FF2B5EF4-FFF2-40B4-BE49-F238E27FC236}">
                    <a16:creationId xmlns:a16="http://schemas.microsoft.com/office/drawing/2014/main" id="{FDE31277-BA58-DF3D-B4E2-4C87BB9C54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5438" y="1244600"/>
                <a:ext cx="128588" cy="49213"/>
              </a:xfrm>
              <a:custGeom>
                <a:avLst/>
                <a:gdLst/>
                <a:ahLst/>
                <a:cxnLst>
                  <a:cxn ang="0">
                    <a:pos x="77" y="29"/>
                  </a:cxn>
                  <a:cxn ang="0">
                    <a:pos x="66" y="34"/>
                  </a:cxn>
                  <a:cxn ang="0">
                    <a:pos x="58" y="29"/>
                  </a:cxn>
                  <a:cxn ang="0">
                    <a:pos x="50" y="32"/>
                  </a:cxn>
                  <a:cxn ang="0">
                    <a:pos x="40" y="36"/>
                  </a:cxn>
                  <a:cxn ang="0">
                    <a:pos x="32" y="31"/>
                  </a:cxn>
                  <a:cxn ang="0">
                    <a:pos x="22" y="38"/>
                  </a:cxn>
                  <a:cxn ang="0">
                    <a:pos x="0" y="18"/>
                  </a:cxn>
                  <a:cxn ang="0">
                    <a:pos x="20" y="0"/>
                  </a:cxn>
                  <a:cxn ang="0">
                    <a:pos x="47" y="15"/>
                  </a:cxn>
                  <a:cxn ang="0">
                    <a:pos x="54" y="3"/>
                  </a:cxn>
                  <a:cxn ang="0">
                    <a:pos x="97" y="15"/>
                  </a:cxn>
                  <a:cxn ang="0">
                    <a:pos x="89" y="29"/>
                  </a:cxn>
                  <a:cxn ang="0">
                    <a:pos x="77" y="29"/>
                  </a:cxn>
                </a:cxnLst>
                <a:rect l="0" t="0" r="r" b="b"/>
                <a:pathLst>
                  <a:path w="97" h="38">
                    <a:moveTo>
                      <a:pt x="77" y="29"/>
                    </a:moveTo>
                    <a:cubicBezTo>
                      <a:pt x="74" y="29"/>
                      <a:pt x="72" y="34"/>
                      <a:pt x="66" y="34"/>
                    </a:cubicBezTo>
                    <a:cubicBezTo>
                      <a:pt x="63" y="34"/>
                      <a:pt x="62" y="29"/>
                      <a:pt x="58" y="29"/>
                    </a:cubicBezTo>
                    <a:cubicBezTo>
                      <a:pt x="55" y="29"/>
                      <a:pt x="53" y="32"/>
                      <a:pt x="50" y="32"/>
                    </a:cubicBezTo>
                    <a:cubicBezTo>
                      <a:pt x="47" y="32"/>
                      <a:pt x="44" y="36"/>
                      <a:pt x="40" y="36"/>
                    </a:cubicBezTo>
                    <a:cubicBezTo>
                      <a:pt x="36" y="36"/>
                      <a:pt x="34" y="34"/>
                      <a:pt x="32" y="31"/>
                    </a:cubicBezTo>
                    <a:cubicBezTo>
                      <a:pt x="29" y="34"/>
                      <a:pt x="27" y="38"/>
                      <a:pt x="22" y="38"/>
                    </a:cubicBezTo>
                    <a:cubicBezTo>
                      <a:pt x="11" y="38"/>
                      <a:pt x="0" y="29"/>
                      <a:pt x="0" y="18"/>
                    </a:cubicBezTo>
                    <a:cubicBezTo>
                      <a:pt x="0" y="8"/>
                      <a:pt x="11" y="0"/>
                      <a:pt x="20" y="0"/>
                    </a:cubicBezTo>
                    <a:cubicBezTo>
                      <a:pt x="34" y="0"/>
                      <a:pt x="35" y="15"/>
                      <a:pt x="47" y="15"/>
                    </a:cubicBezTo>
                    <a:cubicBezTo>
                      <a:pt x="47" y="8"/>
                      <a:pt x="49" y="3"/>
                      <a:pt x="54" y="3"/>
                    </a:cubicBezTo>
                    <a:cubicBezTo>
                      <a:pt x="62" y="3"/>
                      <a:pt x="88" y="12"/>
                      <a:pt x="97" y="15"/>
                    </a:cubicBezTo>
                    <a:cubicBezTo>
                      <a:pt x="95" y="21"/>
                      <a:pt x="89" y="26"/>
                      <a:pt x="89" y="29"/>
                    </a:cubicBezTo>
                    <a:lnTo>
                      <a:pt x="77" y="2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29" name="Freeform 165">
                <a:extLst>
                  <a:ext uri="{FF2B5EF4-FFF2-40B4-BE49-F238E27FC236}">
                    <a16:creationId xmlns:a16="http://schemas.microsoft.com/office/drawing/2014/main" id="{F9D85424-3DD8-4C79-35B7-56CE22FB2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4425" y="2252663"/>
                <a:ext cx="34925" cy="17463"/>
              </a:xfrm>
              <a:custGeom>
                <a:avLst/>
                <a:gdLst/>
                <a:ahLst/>
                <a:cxnLst>
                  <a:cxn ang="0">
                    <a:pos x="5" y="13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26" y="0"/>
                  </a:cxn>
                  <a:cxn ang="0">
                    <a:pos x="20" y="4"/>
                  </a:cxn>
                  <a:cxn ang="0">
                    <a:pos x="19" y="8"/>
                  </a:cxn>
                  <a:cxn ang="0">
                    <a:pos x="5" y="13"/>
                  </a:cxn>
                </a:cxnLst>
                <a:rect l="0" t="0" r="r" b="b"/>
                <a:pathLst>
                  <a:path w="26" h="13">
                    <a:moveTo>
                      <a:pt x="5" y="13"/>
                    </a:moveTo>
                    <a:cubicBezTo>
                      <a:pt x="4" y="13"/>
                      <a:pt x="2" y="12"/>
                      <a:pt x="2" y="11"/>
                    </a:cubicBezTo>
                    <a:cubicBezTo>
                      <a:pt x="1" y="11"/>
                      <a:pt x="0" y="9"/>
                      <a:pt x="0" y="9"/>
                    </a:cubicBezTo>
                    <a:cubicBezTo>
                      <a:pt x="7" y="6"/>
                      <a:pt x="18" y="1"/>
                      <a:pt x="26" y="0"/>
                    </a:cubicBezTo>
                    <a:cubicBezTo>
                      <a:pt x="25" y="4"/>
                      <a:pt x="22" y="2"/>
                      <a:pt x="20" y="4"/>
                    </a:cubicBezTo>
                    <a:cubicBezTo>
                      <a:pt x="18" y="4"/>
                      <a:pt x="19" y="7"/>
                      <a:pt x="19" y="8"/>
                    </a:cubicBezTo>
                    <a:cubicBezTo>
                      <a:pt x="18" y="11"/>
                      <a:pt x="9" y="13"/>
                      <a:pt x="5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30" name="Freeform 166">
                <a:extLst>
                  <a:ext uri="{FF2B5EF4-FFF2-40B4-BE49-F238E27FC236}">
                    <a16:creationId xmlns:a16="http://schemas.microsoft.com/office/drawing/2014/main" id="{EE2D4F8A-796F-ACAA-8E6A-08E0D8485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3188" y="1463675"/>
                <a:ext cx="34925" cy="25400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1" y="0"/>
                  </a:cxn>
                  <a:cxn ang="0">
                    <a:pos x="26" y="6"/>
                  </a:cxn>
                  <a:cxn ang="0">
                    <a:pos x="26" y="12"/>
                  </a:cxn>
                  <a:cxn ang="0">
                    <a:pos x="8" y="19"/>
                  </a:cxn>
                  <a:cxn ang="0">
                    <a:pos x="0" y="14"/>
                  </a:cxn>
                  <a:cxn ang="0">
                    <a:pos x="5" y="4"/>
                  </a:cxn>
                </a:cxnLst>
                <a:rect l="0" t="0" r="r" b="b"/>
                <a:pathLst>
                  <a:path w="26" h="19">
                    <a:moveTo>
                      <a:pt x="5" y="4"/>
                    </a:moveTo>
                    <a:cubicBezTo>
                      <a:pt x="8" y="4"/>
                      <a:pt x="8" y="0"/>
                      <a:pt x="11" y="0"/>
                    </a:cubicBezTo>
                    <a:cubicBezTo>
                      <a:pt x="17" y="0"/>
                      <a:pt x="20" y="5"/>
                      <a:pt x="26" y="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0" y="15"/>
                      <a:pt x="15" y="19"/>
                      <a:pt x="8" y="19"/>
                    </a:cubicBezTo>
                    <a:cubicBezTo>
                      <a:pt x="2" y="19"/>
                      <a:pt x="0" y="19"/>
                      <a:pt x="0" y="14"/>
                    </a:cubicBezTo>
                    <a:cubicBezTo>
                      <a:pt x="0" y="12"/>
                      <a:pt x="4" y="4"/>
                      <a:pt x="5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31" name="Freeform 167">
                <a:extLst>
                  <a:ext uri="{FF2B5EF4-FFF2-40B4-BE49-F238E27FC236}">
                    <a16:creationId xmlns:a16="http://schemas.microsoft.com/office/drawing/2014/main" id="{590BD1F1-E1F1-18F0-8AFB-DE69008B1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9400" y="1433513"/>
                <a:ext cx="26988" cy="25400"/>
              </a:xfrm>
              <a:custGeom>
                <a:avLst/>
                <a:gdLst/>
                <a:ahLst/>
                <a:cxnLst>
                  <a:cxn ang="0">
                    <a:pos x="21" y="17"/>
                  </a:cxn>
                  <a:cxn ang="0">
                    <a:pos x="15" y="19"/>
                  </a:cxn>
                  <a:cxn ang="0">
                    <a:pos x="0" y="8"/>
                  </a:cxn>
                  <a:cxn ang="0">
                    <a:pos x="21" y="17"/>
                  </a:cxn>
                </a:cxnLst>
                <a:rect l="0" t="0" r="r" b="b"/>
                <a:pathLst>
                  <a:path w="21" h="20">
                    <a:moveTo>
                      <a:pt x="21" y="17"/>
                    </a:moveTo>
                    <a:cubicBezTo>
                      <a:pt x="21" y="20"/>
                      <a:pt x="15" y="19"/>
                      <a:pt x="15" y="19"/>
                    </a:cubicBezTo>
                    <a:cubicBezTo>
                      <a:pt x="10" y="19"/>
                      <a:pt x="0" y="14"/>
                      <a:pt x="0" y="8"/>
                    </a:cubicBezTo>
                    <a:cubicBezTo>
                      <a:pt x="0" y="0"/>
                      <a:pt x="21" y="8"/>
                      <a:pt x="21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32" name="Freeform 168">
                <a:extLst>
                  <a:ext uri="{FF2B5EF4-FFF2-40B4-BE49-F238E27FC236}">
                    <a16:creationId xmlns:a16="http://schemas.microsoft.com/office/drawing/2014/main" id="{E5D50DC9-0DE2-070B-2CEC-6A0589B15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9900" y="1338263"/>
                <a:ext cx="25400" cy="17463"/>
              </a:xfrm>
              <a:custGeom>
                <a:avLst/>
                <a:gdLst/>
                <a:ahLst/>
                <a:cxnLst>
                  <a:cxn ang="0">
                    <a:pos x="2" y="13"/>
                  </a:cxn>
                  <a:cxn ang="0">
                    <a:pos x="19" y="8"/>
                  </a:cxn>
                  <a:cxn ang="0">
                    <a:pos x="8" y="0"/>
                  </a:cxn>
                  <a:cxn ang="0">
                    <a:pos x="2" y="9"/>
                  </a:cxn>
                  <a:cxn ang="0">
                    <a:pos x="2" y="13"/>
                  </a:cxn>
                </a:cxnLst>
                <a:rect l="0" t="0" r="r" b="b"/>
                <a:pathLst>
                  <a:path w="19" h="13">
                    <a:moveTo>
                      <a:pt x="2" y="13"/>
                    </a:moveTo>
                    <a:cubicBezTo>
                      <a:pt x="7" y="13"/>
                      <a:pt x="17" y="10"/>
                      <a:pt x="19" y="8"/>
                    </a:cubicBezTo>
                    <a:cubicBezTo>
                      <a:pt x="15" y="5"/>
                      <a:pt x="13" y="0"/>
                      <a:pt x="8" y="0"/>
                    </a:cubicBezTo>
                    <a:cubicBezTo>
                      <a:pt x="4" y="0"/>
                      <a:pt x="2" y="5"/>
                      <a:pt x="2" y="9"/>
                    </a:cubicBezTo>
                    <a:cubicBezTo>
                      <a:pt x="2" y="10"/>
                      <a:pt x="0" y="13"/>
                      <a:pt x="2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33" name="Freeform 169">
                <a:extLst>
                  <a:ext uri="{FF2B5EF4-FFF2-40B4-BE49-F238E27FC236}">
                    <a16:creationId xmlns:a16="http://schemas.microsoft.com/office/drawing/2014/main" id="{470B297F-27E6-734F-484A-BE8E62921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7825" y="1320800"/>
                <a:ext cx="53975" cy="22225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1" y="0"/>
                  </a:cxn>
                  <a:cxn ang="0">
                    <a:pos x="41" y="17"/>
                  </a:cxn>
                  <a:cxn ang="0">
                    <a:pos x="28" y="17"/>
                  </a:cxn>
                  <a:cxn ang="0">
                    <a:pos x="2" y="11"/>
                  </a:cxn>
                  <a:cxn ang="0">
                    <a:pos x="0" y="13"/>
                  </a:cxn>
                </a:cxnLst>
                <a:rect l="0" t="0" r="r" b="b"/>
                <a:pathLst>
                  <a:path w="41" h="17">
                    <a:moveTo>
                      <a:pt x="0" y="13"/>
                    </a:moveTo>
                    <a:cubicBezTo>
                      <a:pt x="5" y="6"/>
                      <a:pt x="11" y="0"/>
                      <a:pt x="21" y="0"/>
                    </a:cubicBezTo>
                    <a:cubicBezTo>
                      <a:pt x="32" y="0"/>
                      <a:pt x="41" y="7"/>
                      <a:pt x="41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0" y="13"/>
                      <a:pt x="10" y="14"/>
                      <a:pt x="2" y="11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34" name="Freeform 170">
                <a:extLst>
                  <a:ext uri="{FF2B5EF4-FFF2-40B4-BE49-F238E27FC236}">
                    <a16:creationId xmlns:a16="http://schemas.microsoft.com/office/drawing/2014/main" id="{FDD909F8-2C61-544A-94D3-E13B4A844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2600" y="1266825"/>
                <a:ext cx="74613" cy="26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" y="9"/>
                  </a:cxn>
                  <a:cxn ang="0">
                    <a:pos x="56" y="13"/>
                  </a:cxn>
                  <a:cxn ang="0">
                    <a:pos x="37" y="20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56" h="20">
                    <a:moveTo>
                      <a:pt x="0" y="0"/>
                    </a:moveTo>
                    <a:cubicBezTo>
                      <a:pt x="4" y="3"/>
                      <a:pt x="50" y="9"/>
                      <a:pt x="52" y="9"/>
                    </a:cubicBezTo>
                    <a:cubicBezTo>
                      <a:pt x="55" y="9"/>
                      <a:pt x="56" y="11"/>
                      <a:pt x="56" y="13"/>
                    </a:cubicBezTo>
                    <a:cubicBezTo>
                      <a:pt x="56" y="18"/>
                      <a:pt x="44" y="20"/>
                      <a:pt x="37" y="20"/>
                    </a:cubicBezTo>
                    <a:cubicBezTo>
                      <a:pt x="25" y="20"/>
                      <a:pt x="4" y="14"/>
                      <a:pt x="4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35" name="Freeform 171">
                <a:extLst>
                  <a:ext uri="{FF2B5EF4-FFF2-40B4-BE49-F238E27FC236}">
                    <a16:creationId xmlns:a16="http://schemas.microsoft.com/office/drawing/2014/main" id="{E47CDC2B-99EE-595B-3AB8-62B4CA966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6238" y="1303338"/>
                <a:ext cx="15875" cy="17463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5" y="13"/>
                  </a:cxn>
                  <a:cxn ang="0">
                    <a:pos x="0" y="7"/>
                  </a:cxn>
                  <a:cxn ang="0">
                    <a:pos x="12" y="7"/>
                  </a:cxn>
                </a:cxnLst>
                <a:rect l="0" t="0" r="r" b="b"/>
                <a:pathLst>
                  <a:path w="12" h="13">
                    <a:moveTo>
                      <a:pt x="12" y="7"/>
                    </a:moveTo>
                    <a:cubicBezTo>
                      <a:pt x="12" y="11"/>
                      <a:pt x="8" y="13"/>
                      <a:pt x="5" y="13"/>
                    </a:cubicBezTo>
                    <a:cubicBezTo>
                      <a:pt x="0" y="13"/>
                      <a:pt x="0" y="11"/>
                      <a:pt x="0" y="7"/>
                    </a:cubicBezTo>
                    <a:cubicBezTo>
                      <a:pt x="0" y="0"/>
                      <a:pt x="12" y="1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DB8F10B2-E912-D97D-141C-38917A6E26B8}"/>
                </a:ext>
              </a:extLst>
            </p:cNvPr>
            <p:cNvGrpSpPr/>
            <p:nvPr/>
          </p:nvGrpSpPr>
          <p:grpSpPr>
            <a:xfrm>
              <a:off x="2131108" y="2428969"/>
              <a:ext cx="1675252" cy="1995096"/>
              <a:chOff x="759329" y="573017"/>
              <a:chExt cx="4108745" cy="4893198"/>
            </a:xfrm>
            <a:grpFill/>
          </p:grpSpPr>
          <p:sp>
            <p:nvSpPr>
              <p:cNvPr id="233" name="Freeform 165">
                <a:extLst>
                  <a:ext uri="{FF2B5EF4-FFF2-40B4-BE49-F238E27FC236}">
                    <a16:creationId xmlns:a16="http://schemas.microsoft.com/office/drawing/2014/main" id="{6F939649-7F8F-AE62-AF5D-8B7B8D926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38876" y="3546876"/>
                <a:ext cx="987911" cy="890516"/>
              </a:xfrm>
              <a:custGeom>
                <a:avLst/>
                <a:gdLst>
                  <a:gd name="T0" fmla="*/ 0 w 1082"/>
                  <a:gd name="T1" fmla="*/ 239 h 1935"/>
                  <a:gd name="T2" fmla="*/ 1 w 1082"/>
                  <a:gd name="T3" fmla="*/ 244 h 1935"/>
                  <a:gd name="T4" fmla="*/ 7 w 1082"/>
                  <a:gd name="T5" fmla="*/ 243 h 1935"/>
                  <a:gd name="T6" fmla="*/ 8 w 1082"/>
                  <a:gd name="T7" fmla="*/ 256 h 1935"/>
                  <a:gd name="T8" fmla="*/ 31 w 1082"/>
                  <a:gd name="T9" fmla="*/ 258 h 1935"/>
                  <a:gd name="T10" fmla="*/ 25 w 1082"/>
                  <a:gd name="T11" fmla="*/ 252 h 1935"/>
                  <a:gd name="T12" fmla="*/ 29 w 1082"/>
                  <a:gd name="T13" fmla="*/ 235 h 1935"/>
                  <a:gd name="T14" fmla="*/ 34 w 1082"/>
                  <a:gd name="T15" fmla="*/ 238 h 1935"/>
                  <a:gd name="T16" fmla="*/ 48 w 1082"/>
                  <a:gd name="T17" fmla="*/ 213 h 1935"/>
                  <a:gd name="T18" fmla="*/ 37 w 1082"/>
                  <a:gd name="T19" fmla="*/ 199 h 1935"/>
                  <a:gd name="T20" fmla="*/ 50 w 1082"/>
                  <a:gd name="T21" fmla="*/ 191 h 1935"/>
                  <a:gd name="T22" fmla="*/ 51 w 1082"/>
                  <a:gd name="T23" fmla="*/ 178 h 1935"/>
                  <a:gd name="T24" fmla="*/ 57 w 1082"/>
                  <a:gd name="T25" fmla="*/ 172 h 1935"/>
                  <a:gd name="T26" fmla="*/ 52 w 1082"/>
                  <a:gd name="T27" fmla="*/ 170 h 1935"/>
                  <a:gd name="T28" fmla="*/ 62 w 1082"/>
                  <a:gd name="T29" fmla="*/ 170 h 1935"/>
                  <a:gd name="T30" fmla="*/ 61 w 1082"/>
                  <a:gd name="T31" fmla="*/ 164 h 1935"/>
                  <a:gd name="T32" fmla="*/ 56 w 1082"/>
                  <a:gd name="T33" fmla="*/ 168 h 1935"/>
                  <a:gd name="T34" fmla="*/ 52 w 1082"/>
                  <a:gd name="T35" fmla="*/ 163 h 1935"/>
                  <a:gd name="T36" fmla="*/ 52 w 1082"/>
                  <a:gd name="T37" fmla="*/ 155 h 1935"/>
                  <a:gd name="T38" fmla="*/ 69 w 1082"/>
                  <a:gd name="T39" fmla="*/ 155 h 1935"/>
                  <a:gd name="T40" fmla="*/ 70 w 1082"/>
                  <a:gd name="T41" fmla="*/ 136 h 1935"/>
                  <a:gd name="T42" fmla="*/ 97 w 1082"/>
                  <a:gd name="T43" fmla="*/ 133 h 1935"/>
                  <a:gd name="T44" fmla="*/ 104 w 1082"/>
                  <a:gd name="T45" fmla="*/ 120 h 1935"/>
                  <a:gd name="T46" fmla="*/ 94 w 1082"/>
                  <a:gd name="T47" fmla="*/ 96 h 1935"/>
                  <a:gd name="T48" fmla="*/ 99 w 1082"/>
                  <a:gd name="T49" fmla="*/ 66 h 1935"/>
                  <a:gd name="T50" fmla="*/ 124 w 1082"/>
                  <a:gd name="T51" fmla="*/ 41 h 1935"/>
                  <a:gd name="T52" fmla="*/ 123 w 1082"/>
                  <a:gd name="T53" fmla="*/ 30 h 1935"/>
                  <a:gd name="T54" fmla="*/ 118 w 1082"/>
                  <a:gd name="T55" fmla="*/ 30 h 1935"/>
                  <a:gd name="T56" fmla="*/ 111 w 1082"/>
                  <a:gd name="T57" fmla="*/ 43 h 1935"/>
                  <a:gd name="T58" fmla="*/ 94 w 1082"/>
                  <a:gd name="T59" fmla="*/ 42 h 1935"/>
                  <a:gd name="T60" fmla="*/ 98 w 1082"/>
                  <a:gd name="T61" fmla="*/ 27 h 1935"/>
                  <a:gd name="T62" fmla="*/ 68 w 1082"/>
                  <a:gd name="T63" fmla="*/ 4 h 1935"/>
                  <a:gd name="T64" fmla="*/ 58 w 1082"/>
                  <a:gd name="T65" fmla="*/ 2 h 1935"/>
                  <a:gd name="T66" fmla="*/ 57 w 1082"/>
                  <a:gd name="T67" fmla="*/ 7 h 1935"/>
                  <a:gd name="T68" fmla="*/ 45 w 1082"/>
                  <a:gd name="T69" fmla="*/ 0 h 1935"/>
                  <a:gd name="T70" fmla="*/ 39 w 1082"/>
                  <a:gd name="T71" fmla="*/ 8 h 1935"/>
                  <a:gd name="T72" fmla="*/ 38 w 1082"/>
                  <a:gd name="T73" fmla="*/ 18 h 1935"/>
                  <a:gd name="T74" fmla="*/ 31 w 1082"/>
                  <a:gd name="T75" fmla="*/ 22 h 1935"/>
                  <a:gd name="T76" fmla="*/ 31 w 1082"/>
                  <a:gd name="T77" fmla="*/ 39 h 1935"/>
                  <a:gd name="T78" fmla="*/ 24 w 1082"/>
                  <a:gd name="T79" fmla="*/ 49 h 1935"/>
                  <a:gd name="T80" fmla="*/ 18 w 1082"/>
                  <a:gd name="T81" fmla="*/ 75 h 1935"/>
                  <a:gd name="T82" fmla="*/ 22 w 1082"/>
                  <a:gd name="T83" fmla="*/ 99 h 1935"/>
                  <a:gd name="T84" fmla="*/ 14 w 1082"/>
                  <a:gd name="T85" fmla="*/ 118 h 1935"/>
                  <a:gd name="T86" fmla="*/ 8 w 1082"/>
                  <a:gd name="T87" fmla="*/ 169 h 1935"/>
                  <a:gd name="T88" fmla="*/ 13 w 1082"/>
                  <a:gd name="T89" fmla="*/ 187 h 1935"/>
                  <a:gd name="T90" fmla="*/ 9 w 1082"/>
                  <a:gd name="T91" fmla="*/ 189 h 1935"/>
                  <a:gd name="T92" fmla="*/ 11 w 1082"/>
                  <a:gd name="T93" fmla="*/ 205 h 1935"/>
                  <a:gd name="T94" fmla="*/ 0 w 1082"/>
                  <a:gd name="T95" fmla="*/ 239 h 193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082"/>
                  <a:gd name="T145" fmla="*/ 0 h 1935"/>
                  <a:gd name="T146" fmla="*/ 1082 w 1082"/>
                  <a:gd name="T147" fmla="*/ 1935 h 193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082" h="1935">
                    <a:moveTo>
                      <a:pt x="0" y="1790"/>
                    </a:moveTo>
                    <a:lnTo>
                      <a:pt x="9" y="1832"/>
                    </a:lnTo>
                    <a:lnTo>
                      <a:pt x="58" y="1820"/>
                    </a:lnTo>
                    <a:lnTo>
                      <a:pt x="74" y="1916"/>
                    </a:lnTo>
                    <a:lnTo>
                      <a:pt x="272" y="1935"/>
                    </a:lnTo>
                    <a:lnTo>
                      <a:pt x="218" y="1887"/>
                    </a:lnTo>
                    <a:lnTo>
                      <a:pt x="258" y="1756"/>
                    </a:lnTo>
                    <a:lnTo>
                      <a:pt x="298" y="1782"/>
                    </a:lnTo>
                    <a:lnTo>
                      <a:pt x="422" y="1596"/>
                    </a:lnTo>
                    <a:lnTo>
                      <a:pt x="326" y="1493"/>
                    </a:lnTo>
                    <a:lnTo>
                      <a:pt x="435" y="1432"/>
                    </a:lnTo>
                    <a:lnTo>
                      <a:pt x="448" y="1333"/>
                    </a:lnTo>
                    <a:lnTo>
                      <a:pt x="499" y="1291"/>
                    </a:lnTo>
                    <a:lnTo>
                      <a:pt x="454" y="1275"/>
                    </a:lnTo>
                    <a:lnTo>
                      <a:pt x="537" y="1275"/>
                    </a:lnTo>
                    <a:lnTo>
                      <a:pt x="528" y="1227"/>
                    </a:lnTo>
                    <a:lnTo>
                      <a:pt x="493" y="1259"/>
                    </a:lnTo>
                    <a:lnTo>
                      <a:pt x="454" y="1224"/>
                    </a:lnTo>
                    <a:lnTo>
                      <a:pt x="451" y="1157"/>
                    </a:lnTo>
                    <a:lnTo>
                      <a:pt x="599" y="1163"/>
                    </a:lnTo>
                    <a:lnTo>
                      <a:pt x="611" y="1019"/>
                    </a:lnTo>
                    <a:lnTo>
                      <a:pt x="845" y="996"/>
                    </a:lnTo>
                    <a:lnTo>
                      <a:pt x="912" y="898"/>
                    </a:lnTo>
                    <a:lnTo>
                      <a:pt x="819" y="722"/>
                    </a:lnTo>
                    <a:lnTo>
                      <a:pt x="867" y="493"/>
                    </a:lnTo>
                    <a:lnTo>
                      <a:pt x="1082" y="309"/>
                    </a:lnTo>
                    <a:lnTo>
                      <a:pt x="1072" y="225"/>
                    </a:lnTo>
                    <a:lnTo>
                      <a:pt x="1030" y="222"/>
                    </a:lnTo>
                    <a:lnTo>
                      <a:pt x="973" y="321"/>
                    </a:lnTo>
                    <a:lnTo>
                      <a:pt x="826" y="315"/>
                    </a:lnTo>
                    <a:lnTo>
                      <a:pt x="858" y="203"/>
                    </a:lnTo>
                    <a:lnTo>
                      <a:pt x="593" y="30"/>
                    </a:lnTo>
                    <a:lnTo>
                      <a:pt x="505" y="16"/>
                    </a:lnTo>
                    <a:lnTo>
                      <a:pt x="496" y="52"/>
                    </a:lnTo>
                    <a:lnTo>
                      <a:pt x="397" y="0"/>
                    </a:lnTo>
                    <a:lnTo>
                      <a:pt x="336" y="62"/>
                    </a:lnTo>
                    <a:lnTo>
                      <a:pt x="330" y="132"/>
                    </a:lnTo>
                    <a:lnTo>
                      <a:pt x="272" y="161"/>
                    </a:lnTo>
                    <a:lnTo>
                      <a:pt x="272" y="293"/>
                    </a:lnTo>
                    <a:lnTo>
                      <a:pt x="208" y="369"/>
                    </a:lnTo>
                    <a:lnTo>
                      <a:pt x="156" y="558"/>
                    </a:lnTo>
                    <a:lnTo>
                      <a:pt x="194" y="738"/>
                    </a:lnTo>
                    <a:lnTo>
                      <a:pt x="124" y="888"/>
                    </a:lnTo>
                    <a:lnTo>
                      <a:pt x="74" y="1265"/>
                    </a:lnTo>
                    <a:lnTo>
                      <a:pt x="112" y="1403"/>
                    </a:lnTo>
                    <a:lnTo>
                      <a:pt x="76" y="1416"/>
                    </a:lnTo>
                    <a:lnTo>
                      <a:pt x="96" y="1538"/>
                    </a:lnTo>
                    <a:lnTo>
                      <a:pt x="0" y="179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4" name="Freeform 166">
                <a:extLst>
                  <a:ext uri="{FF2B5EF4-FFF2-40B4-BE49-F238E27FC236}">
                    <a16:creationId xmlns:a16="http://schemas.microsoft.com/office/drawing/2014/main" id="{DF748CE4-24BA-2B57-8DD9-860B42288D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73277" y="4470532"/>
                <a:ext cx="175494" cy="890516"/>
              </a:xfrm>
              <a:custGeom>
                <a:avLst/>
                <a:gdLst>
                  <a:gd name="T0" fmla="*/ 0 w 193"/>
                  <a:gd name="T1" fmla="*/ 0 h 166"/>
                  <a:gd name="T2" fmla="*/ 1 w 193"/>
                  <a:gd name="T3" fmla="*/ 22 h 166"/>
                  <a:gd name="T4" fmla="*/ 22 w 193"/>
                  <a:gd name="T5" fmla="*/ 20 h 166"/>
                  <a:gd name="T6" fmla="*/ 5 w 193"/>
                  <a:gd name="T7" fmla="*/ 10 h 166"/>
                  <a:gd name="T8" fmla="*/ 0 w 193"/>
                  <a:gd name="T9" fmla="*/ 0 h 1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166"/>
                  <a:gd name="T17" fmla="*/ 193 w 193"/>
                  <a:gd name="T18" fmla="*/ 166 h 1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166">
                    <a:moveTo>
                      <a:pt x="0" y="0"/>
                    </a:moveTo>
                    <a:lnTo>
                      <a:pt x="8" y="166"/>
                    </a:lnTo>
                    <a:lnTo>
                      <a:pt x="193" y="150"/>
                    </a:lnTo>
                    <a:lnTo>
                      <a:pt x="46" y="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5" name="Freeform 167">
                <a:extLst>
                  <a:ext uri="{FF2B5EF4-FFF2-40B4-BE49-F238E27FC236}">
                    <a16:creationId xmlns:a16="http://schemas.microsoft.com/office/drawing/2014/main" id="{B3D60F5E-DFD4-99E7-C283-50FCBD1EB0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25417" y="2460695"/>
                <a:ext cx="601338" cy="890516"/>
              </a:xfrm>
              <a:custGeom>
                <a:avLst/>
                <a:gdLst>
                  <a:gd name="T0" fmla="*/ 0 w 657"/>
                  <a:gd name="T1" fmla="*/ 10 h 743"/>
                  <a:gd name="T2" fmla="*/ 5 w 657"/>
                  <a:gd name="T3" fmla="*/ 20 h 743"/>
                  <a:gd name="T4" fmla="*/ 2 w 657"/>
                  <a:gd name="T5" fmla="*/ 43 h 743"/>
                  <a:gd name="T6" fmla="*/ 5 w 657"/>
                  <a:gd name="T7" fmla="*/ 46 h 743"/>
                  <a:gd name="T8" fmla="*/ 4 w 657"/>
                  <a:gd name="T9" fmla="*/ 49 h 743"/>
                  <a:gd name="T10" fmla="*/ 0 w 657"/>
                  <a:gd name="T11" fmla="*/ 58 h 743"/>
                  <a:gd name="T12" fmla="*/ 7 w 657"/>
                  <a:gd name="T13" fmla="*/ 71 h 743"/>
                  <a:gd name="T14" fmla="*/ 11 w 657"/>
                  <a:gd name="T15" fmla="*/ 98 h 743"/>
                  <a:gd name="T16" fmla="*/ 15 w 657"/>
                  <a:gd name="T17" fmla="*/ 99 h 743"/>
                  <a:gd name="T18" fmla="*/ 22 w 657"/>
                  <a:gd name="T19" fmla="*/ 90 h 743"/>
                  <a:gd name="T20" fmla="*/ 34 w 657"/>
                  <a:gd name="T21" fmla="*/ 97 h 743"/>
                  <a:gd name="T22" fmla="*/ 35 w 657"/>
                  <a:gd name="T23" fmla="*/ 93 h 743"/>
                  <a:gd name="T24" fmla="*/ 45 w 657"/>
                  <a:gd name="T25" fmla="*/ 94 h 743"/>
                  <a:gd name="T26" fmla="*/ 49 w 657"/>
                  <a:gd name="T27" fmla="*/ 75 h 743"/>
                  <a:gd name="T28" fmla="*/ 67 w 657"/>
                  <a:gd name="T29" fmla="*/ 71 h 743"/>
                  <a:gd name="T30" fmla="*/ 74 w 657"/>
                  <a:gd name="T31" fmla="*/ 78 h 743"/>
                  <a:gd name="T32" fmla="*/ 76 w 657"/>
                  <a:gd name="T33" fmla="*/ 63 h 743"/>
                  <a:gd name="T34" fmla="*/ 72 w 657"/>
                  <a:gd name="T35" fmla="*/ 50 h 743"/>
                  <a:gd name="T36" fmla="*/ 61 w 657"/>
                  <a:gd name="T37" fmla="*/ 50 h 743"/>
                  <a:gd name="T38" fmla="*/ 57 w 657"/>
                  <a:gd name="T39" fmla="*/ 30 h 743"/>
                  <a:gd name="T40" fmla="*/ 28 w 657"/>
                  <a:gd name="T41" fmla="*/ 17 h 743"/>
                  <a:gd name="T42" fmla="*/ 27 w 657"/>
                  <a:gd name="T43" fmla="*/ 0 h 743"/>
                  <a:gd name="T44" fmla="*/ 8 w 657"/>
                  <a:gd name="T45" fmla="*/ 11 h 743"/>
                  <a:gd name="T46" fmla="*/ 0 w 657"/>
                  <a:gd name="T47" fmla="*/ 10 h 74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657"/>
                  <a:gd name="T73" fmla="*/ 0 h 743"/>
                  <a:gd name="T74" fmla="*/ 657 w 657"/>
                  <a:gd name="T75" fmla="*/ 743 h 74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657" h="743">
                    <a:moveTo>
                      <a:pt x="0" y="74"/>
                    </a:moveTo>
                    <a:lnTo>
                      <a:pt x="48" y="154"/>
                    </a:lnTo>
                    <a:lnTo>
                      <a:pt x="14" y="324"/>
                    </a:lnTo>
                    <a:lnTo>
                      <a:pt x="48" y="342"/>
                    </a:lnTo>
                    <a:lnTo>
                      <a:pt x="32" y="368"/>
                    </a:lnTo>
                    <a:lnTo>
                      <a:pt x="4" y="438"/>
                    </a:lnTo>
                    <a:lnTo>
                      <a:pt x="62" y="538"/>
                    </a:lnTo>
                    <a:lnTo>
                      <a:pt x="94" y="739"/>
                    </a:lnTo>
                    <a:lnTo>
                      <a:pt x="132" y="743"/>
                    </a:lnTo>
                    <a:lnTo>
                      <a:pt x="193" y="681"/>
                    </a:lnTo>
                    <a:lnTo>
                      <a:pt x="292" y="733"/>
                    </a:lnTo>
                    <a:lnTo>
                      <a:pt x="301" y="697"/>
                    </a:lnTo>
                    <a:lnTo>
                      <a:pt x="389" y="711"/>
                    </a:lnTo>
                    <a:lnTo>
                      <a:pt x="423" y="563"/>
                    </a:lnTo>
                    <a:lnTo>
                      <a:pt x="583" y="538"/>
                    </a:lnTo>
                    <a:lnTo>
                      <a:pt x="638" y="586"/>
                    </a:lnTo>
                    <a:lnTo>
                      <a:pt x="657" y="474"/>
                    </a:lnTo>
                    <a:lnTo>
                      <a:pt x="622" y="378"/>
                    </a:lnTo>
                    <a:lnTo>
                      <a:pt x="529" y="372"/>
                    </a:lnTo>
                    <a:lnTo>
                      <a:pt x="491" y="224"/>
                    </a:lnTo>
                    <a:lnTo>
                      <a:pt x="244" y="125"/>
                    </a:lnTo>
                    <a:lnTo>
                      <a:pt x="234" y="0"/>
                    </a:lnTo>
                    <a:lnTo>
                      <a:pt x="68" y="80"/>
                    </a:lnTo>
                    <a:lnTo>
                      <a:pt x="0" y="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6" name="Freeform 168">
                <a:extLst>
                  <a:ext uri="{FF2B5EF4-FFF2-40B4-BE49-F238E27FC236}">
                    <a16:creationId xmlns:a16="http://schemas.microsoft.com/office/drawing/2014/main" id="{899BC3D4-B791-462E-B0CF-17ADE7523A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14331" y="2393239"/>
                <a:ext cx="1953743" cy="890516"/>
              </a:xfrm>
              <a:custGeom>
                <a:avLst/>
                <a:gdLst>
                  <a:gd name="T0" fmla="*/ 5 w 2145"/>
                  <a:gd name="T1" fmla="*/ 106 h 2190"/>
                  <a:gd name="T2" fmla="*/ 21 w 2145"/>
                  <a:gd name="T3" fmla="*/ 105 h 2190"/>
                  <a:gd name="T4" fmla="*/ 26 w 2145"/>
                  <a:gd name="T5" fmla="*/ 117 h 2190"/>
                  <a:gd name="T6" fmla="*/ 53 w 2145"/>
                  <a:gd name="T7" fmla="*/ 107 h 2190"/>
                  <a:gd name="T8" fmla="*/ 82 w 2145"/>
                  <a:gd name="T9" fmla="*/ 137 h 2190"/>
                  <a:gd name="T10" fmla="*/ 97 w 2145"/>
                  <a:gd name="T11" fmla="*/ 157 h 2190"/>
                  <a:gd name="T12" fmla="*/ 99 w 2145"/>
                  <a:gd name="T13" fmla="*/ 185 h 2190"/>
                  <a:gd name="T14" fmla="*/ 113 w 2145"/>
                  <a:gd name="T15" fmla="*/ 202 h 2190"/>
                  <a:gd name="T16" fmla="*/ 122 w 2145"/>
                  <a:gd name="T17" fmla="*/ 215 h 2190"/>
                  <a:gd name="T18" fmla="*/ 125 w 2145"/>
                  <a:gd name="T19" fmla="*/ 228 h 2190"/>
                  <a:gd name="T20" fmla="*/ 102 w 2145"/>
                  <a:gd name="T21" fmla="*/ 263 h 2190"/>
                  <a:gd name="T22" fmla="*/ 125 w 2145"/>
                  <a:gd name="T23" fmla="*/ 277 h 2190"/>
                  <a:gd name="T24" fmla="*/ 128 w 2145"/>
                  <a:gd name="T25" fmla="*/ 292 h 2190"/>
                  <a:gd name="T26" fmla="*/ 159 w 2145"/>
                  <a:gd name="T27" fmla="*/ 226 h 2190"/>
                  <a:gd name="T28" fmla="*/ 198 w 2145"/>
                  <a:gd name="T29" fmla="*/ 206 h 2190"/>
                  <a:gd name="T30" fmla="*/ 217 w 2145"/>
                  <a:gd name="T31" fmla="*/ 166 h 2190"/>
                  <a:gd name="T32" fmla="*/ 242 w 2145"/>
                  <a:gd name="T33" fmla="*/ 103 h 2190"/>
                  <a:gd name="T34" fmla="*/ 240 w 2145"/>
                  <a:gd name="T35" fmla="*/ 76 h 2190"/>
                  <a:gd name="T36" fmla="*/ 215 w 2145"/>
                  <a:gd name="T37" fmla="*/ 60 h 2190"/>
                  <a:gd name="T38" fmla="*/ 182 w 2145"/>
                  <a:gd name="T39" fmla="*/ 49 h 2190"/>
                  <a:gd name="T40" fmla="*/ 162 w 2145"/>
                  <a:gd name="T41" fmla="*/ 42 h 2190"/>
                  <a:gd name="T42" fmla="*/ 154 w 2145"/>
                  <a:gd name="T43" fmla="*/ 50 h 2190"/>
                  <a:gd name="T44" fmla="*/ 146 w 2145"/>
                  <a:gd name="T45" fmla="*/ 50 h 2190"/>
                  <a:gd name="T46" fmla="*/ 150 w 2145"/>
                  <a:gd name="T47" fmla="*/ 26 h 2190"/>
                  <a:gd name="T48" fmla="*/ 131 w 2145"/>
                  <a:gd name="T49" fmla="*/ 22 h 2190"/>
                  <a:gd name="T50" fmla="*/ 109 w 2145"/>
                  <a:gd name="T51" fmla="*/ 23 h 2190"/>
                  <a:gd name="T52" fmla="*/ 88 w 2145"/>
                  <a:gd name="T53" fmla="*/ 19 h 2190"/>
                  <a:gd name="T54" fmla="*/ 83 w 2145"/>
                  <a:gd name="T55" fmla="*/ 0 h 2190"/>
                  <a:gd name="T56" fmla="*/ 57 w 2145"/>
                  <a:gd name="T57" fmla="*/ 6 h 2190"/>
                  <a:gd name="T58" fmla="*/ 66 w 2145"/>
                  <a:gd name="T59" fmla="*/ 21 h 2190"/>
                  <a:gd name="T60" fmla="*/ 44 w 2145"/>
                  <a:gd name="T61" fmla="*/ 28 h 2190"/>
                  <a:gd name="T62" fmla="*/ 26 w 2145"/>
                  <a:gd name="T63" fmla="*/ 26 h 2190"/>
                  <a:gd name="T64" fmla="*/ 24 w 2145"/>
                  <a:gd name="T65" fmla="*/ 34 h 2190"/>
                  <a:gd name="T66" fmla="*/ 25 w 2145"/>
                  <a:gd name="T67" fmla="*/ 67 h 2190"/>
                  <a:gd name="T68" fmla="*/ 0 w 2145"/>
                  <a:gd name="T69" fmla="*/ 92 h 219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145"/>
                  <a:gd name="T106" fmla="*/ 0 h 2190"/>
                  <a:gd name="T107" fmla="*/ 2145 w 2145"/>
                  <a:gd name="T108" fmla="*/ 2190 h 219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145" h="2190">
                    <a:moveTo>
                      <a:pt x="0" y="691"/>
                    </a:moveTo>
                    <a:lnTo>
                      <a:pt x="48" y="794"/>
                    </a:lnTo>
                    <a:lnTo>
                      <a:pt x="122" y="829"/>
                    </a:lnTo>
                    <a:lnTo>
                      <a:pt x="182" y="788"/>
                    </a:lnTo>
                    <a:lnTo>
                      <a:pt x="182" y="878"/>
                    </a:lnTo>
                    <a:lnTo>
                      <a:pt x="230" y="878"/>
                    </a:lnTo>
                    <a:lnTo>
                      <a:pt x="298" y="884"/>
                    </a:lnTo>
                    <a:lnTo>
                      <a:pt x="464" y="804"/>
                    </a:lnTo>
                    <a:lnTo>
                      <a:pt x="474" y="929"/>
                    </a:lnTo>
                    <a:lnTo>
                      <a:pt x="721" y="1028"/>
                    </a:lnTo>
                    <a:lnTo>
                      <a:pt x="759" y="1176"/>
                    </a:lnTo>
                    <a:lnTo>
                      <a:pt x="852" y="1182"/>
                    </a:lnTo>
                    <a:lnTo>
                      <a:pt x="887" y="1278"/>
                    </a:lnTo>
                    <a:lnTo>
                      <a:pt x="868" y="1390"/>
                    </a:lnTo>
                    <a:lnTo>
                      <a:pt x="880" y="1501"/>
                    </a:lnTo>
                    <a:lnTo>
                      <a:pt x="992" y="1521"/>
                    </a:lnTo>
                    <a:lnTo>
                      <a:pt x="1008" y="1598"/>
                    </a:lnTo>
                    <a:lnTo>
                      <a:pt x="1066" y="1611"/>
                    </a:lnTo>
                    <a:lnTo>
                      <a:pt x="1056" y="1707"/>
                    </a:lnTo>
                    <a:lnTo>
                      <a:pt x="1098" y="1710"/>
                    </a:lnTo>
                    <a:lnTo>
                      <a:pt x="1108" y="1794"/>
                    </a:lnTo>
                    <a:lnTo>
                      <a:pt x="893" y="1978"/>
                    </a:lnTo>
                    <a:lnTo>
                      <a:pt x="935" y="1970"/>
                    </a:lnTo>
                    <a:lnTo>
                      <a:pt x="1098" y="2084"/>
                    </a:lnTo>
                    <a:lnTo>
                      <a:pt x="1134" y="2130"/>
                    </a:lnTo>
                    <a:lnTo>
                      <a:pt x="1120" y="2190"/>
                    </a:lnTo>
                    <a:lnTo>
                      <a:pt x="1383" y="1864"/>
                    </a:lnTo>
                    <a:lnTo>
                      <a:pt x="1396" y="1697"/>
                    </a:lnTo>
                    <a:lnTo>
                      <a:pt x="1611" y="1547"/>
                    </a:lnTo>
                    <a:lnTo>
                      <a:pt x="1742" y="1547"/>
                    </a:lnTo>
                    <a:lnTo>
                      <a:pt x="1793" y="1499"/>
                    </a:lnTo>
                    <a:lnTo>
                      <a:pt x="1902" y="1249"/>
                    </a:lnTo>
                    <a:lnTo>
                      <a:pt x="1918" y="1002"/>
                    </a:lnTo>
                    <a:lnTo>
                      <a:pt x="2122" y="772"/>
                    </a:lnTo>
                    <a:lnTo>
                      <a:pt x="2145" y="669"/>
                    </a:lnTo>
                    <a:lnTo>
                      <a:pt x="2110" y="567"/>
                    </a:lnTo>
                    <a:lnTo>
                      <a:pt x="2024" y="555"/>
                    </a:lnTo>
                    <a:lnTo>
                      <a:pt x="1886" y="449"/>
                    </a:lnTo>
                    <a:lnTo>
                      <a:pt x="1621" y="426"/>
                    </a:lnTo>
                    <a:lnTo>
                      <a:pt x="1595" y="365"/>
                    </a:lnTo>
                    <a:lnTo>
                      <a:pt x="1469" y="317"/>
                    </a:lnTo>
                    <a:lnTo>
                      <a:pt x="1421" y="317"/>
                    </a:lnTo>
                    <a:lnTo>
                      <a:pt x="1348" y="413"/>
                    </a:lnTo>
                    <a:lnTo>
                      <a:pt x="1348" y="378"/>
                    </a:lnTo>
                    <a:lnTo>
                      <a:pt x="1232" y="394"/>
                    </a:lnTo>
                    <a:lnTo>
                      <a:pt x="1281" y="375"/>
                    </a:lnTo>
                    <a:lnTo>
                      <a:pt x="1232" y="301"/>
                    </a:lnTo>
                    <a:lnTo>
                      <a:pt x="1319" y="196"/>
                    </a:lnTo>
                    <a:lnTo>
                      <a:pt x="1230" y="61"/>
                    </a:lnTo>
                    <a:lnTo>
                      <a:pt x="1150" y="166"/>
                    </a:lnTo>
                    <a:lnTo>
                      <a:pt x="1070" y="160"/>
                    </a:lnTo>
                    <a:lnTo>
                      <a:pt x="954" y="176"/>
                    </a:lnTo>
                    <a:lnTo>
                      <a:pt x="801" y="198"/>
                    </a:lnTo>
                    <a:lnTo>
                      <a:pt x="769" y="142"/>
                    </a:lnTo>
                    <a:lnTo>
                      <a:pt x="781" y="36"/>
                    </a:lnTo>
                    <a:lnTo>
                      <a:pt x="729" y="0"/>
                    </a:lnTo>
                    <a:lnTo>
                      <a:pt x="595" y="64"/>
                    </a:lnTo>
                    <a:lnTo>
                      <a:pt x="499" y="45"/>
                    </a:lnTo>
                    <a:lnTo>
                      <a:pt x="529" y="148"/>
                    </a:lnTo>
                    <a:lnTo>
                      <a:pt x="579" y="160"/>
                    </a:lnTo>
                    <a:lnTo>
                      <a:pt x="448" y="238"/>
                    </a:lnTo>
                    <a:lnTo>
                      <a:pt x="384" y="212"/>
                    </a:lnTo>
                    <a:lnTo>
                      <a:pt x="352" y="170"/>
                    </a:lnTo>
                    <a:lnTo>
                      <a:pt x="224" y="192"/>
                    </a:lnTo>
                    <a:lnTo>
                      <a:pt x="262" y="250"/>
                    </a:lnTo>
                    <a:lnTo>
                      <a:pt x="212" y="254"/>
                    </a:lnTo>
                    <a:lnTo>
                      <a:pt x="240" y="349"/>
                    </a:lnTo>
                    <a:lnTo>
                      <a:pt x="218" y="507"/>
                    </a:lnTo>
                    <a:lnTo>
                      <a:pt x="77" y="563"/>
                    </a:lnTo>
                    <a:lnTo>
                      <a:pt x="0" y="69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7" name="Freeform 169">
                <a:extLst>
                  <a:ext uri="{FF2B5EF4-FFF2-40B4-BE49-F238E27FC236}">
                    <a16:creationId xmlns:a16="http://schemas.microsoft.com/office/drawing/2014/main" id="{B96DAC67-C533-B4F7-CC68-559CBE031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28426" y="3494295"/>
                <a:ext cx="416028" cy="890516"/>
              </a:xfrm>
              <a:custGeom>
                <a:avLst/>
                <a:gdLst>
                  <a:gd name="T0" fmla="*/ 0 w 458"/>
                  <a:gd name="T1" fmla="*/ 238 h 2293"/>
                  <a:gd name="T2" fmla="*/ 4 w 458"/>
                  <a:gd name="T3" fmla="*/ 230 h 2293"/>
                  <a:gd name="T4" fmla="*/ 11 w 458"/>
                  <a:gd name="T5" fmla="*/ 236 h 2293"/>
                  <a:gd name="T6" fmla="*/ 18 w 458"/>
                  <a:gd name="T7" fmla="*/ 221 h 2293"/>
                  <a:gd name="T8" fmla="*/ 15 w 458"/>
                  <a:gd name="T9" fmla="*/ 214 h 2293"/>
                  <a:gd name="T10" fmla="*/ 21 w 458"/>
                  <a:gd name="T11" fmla="*/ 193 h 2293"/>
                  <a:gd name="T12" fmla="*/ 11 w 458"/>
                  <a:gd name="T13" fmla="*/ 191 h 2293"/>
                  <a:gd name="T14" fmla="*/ 12 w 458"/>
                  <a:gd name="T15" fmla="*/ 156 h 2293"/>
                  <a:gd name="T16" fmla="*/ 25 w 458"/>
                  <a:gd name="T17" fmla="*/ 120 h 2293"/>
                  <a:gd name="T18" fmla="*/ 25 w 458"/>
                  <a:gd name="T19" fmla="*/ 89 h 2293"/>
                  <a:gd name="T20" fmla="*/ 34 w 458"/>
                  <a:gd name="T21" fmla="*/ 31 h 2293"/>
                  <a:gd name="T22" fmla="*/ 31 w 458"/>
                  <a:gd name="T23" fmla="*/ 5 h 2293"/>
                  <a:gd name="T24" fmla="*/ 37 w 458"/>
                  <a:gd name="T25" fmla="*/ 0 h 2293"/>
                  <a:gd name="T26" fmla="*/ 44 w 458"/>
                  <a:gd name="T27" fmla="*/ 13 h 2293"/>
                  <a:gd name="T28" fmla="*/ 47 w 458"/>
                  <a:gd name="T29" fmla="*/ 40 h 2293"/>
                  <a:gd name="T30" fmla="*/ 52 w 458"/>
                  <a:gd name="T31" fmla="*/ 40 h 2293"/>
                  <a:gd name="T32" fmla="*/ 51 w 458"/>
                  <a:gd name="T33" fmla="*/ 50 h 2293"/>
                  <a:gd name="T34" fmla="*/ 44 w 458"/>
                  <a:gd name="T35" fmla="*/ 54 h 2293"/>
                  <a:gd name="T36" fmla="*/ 44 w 458"/>
                  <a:gd name="T37" fmla="*/ 71 h 2293"/>
                  <a:gd name="T38" fmla="*/ 37 w 458"/>
                  <a:gd name="T39" fmla="*/ 81 h 2293"/>
                  <a:gd name="T40" fmla="*/ 31 w 458"/>
                  <a:gd name="T41" fmla="*/ 106 h 2293"/>
                  <a:gd name="T42" fmla="*/ 36 w 458"/>
                  <a:gd name="T43" fmla="*/ 131 h 2293"/>
                  <a:gd name="T44" fmla="*/ 28 w 458"/>
                  <a:gd name="T45" fmla="*/ 150 h 2293"/>
                  <a:gd name="T46" fmla="*/ 22 w 458"/>
                  <a:gd name="T47" fmla="*/ 201 h 2293"/>
                  <a:gd name="T48" fmla="*/ 27 w 458"/>
                  <a:gd name="T49" fmla="*/ 219 h 2293"/>
                  <a:gd name="T50" fmla="*/ 23 w 458"/>
                  <a:gd name="T51" fmla="*/ 221 h 2293"/>
                  <a:gd name="T52" fmla="*/ 25 w 458"/>
                  <a:gd name="T53" fmla="*/ 237 h 2293"/>
                  <a:gd name="T54" fmla="*/ 14 w 458"/>
                  <a:gd name="T55" fmla="*/ 270 h 2293"/>
                  <a:gd name="T56" fmla="*/ 15 w 458"/>
                  <a:gd name="T57" fmla="*/ 276 h 2293"/>
                  <a:gd name="T58" fmla="*/ 21 w 458"/>
                  <a:gd name="T59" fmla="*/ 274 h 2293"/>
                  <a:gd name="T60" fmla="*/ 22 w 458"/>
                  <a:gd name="T61" fmla="*/ 287 h 2293"/>
                  <a:gd name="T62" fmla="*/ 44 w 458"/>
                  <a:gd name="T63" fmla="*/ 289 h 2293"/>
                  <a:gd name="T64" fmla="*/ 30 w 458"/>
                  <a:gd name="T65" fmla="*/ 295 h 2293"/>
                  <a:gd name="T66" fmla="*/ 28 w 458"/>
                  <a:gd name="T67" fmla="*/ 305 h 2293"/>
                  <a:gd name="T68" fmla="*/ 22 w 458"/>
                  <a:gd name="T69" fmla="*/ 302 h 2293"/>
                  <a:gd name="T70" fmla="*/ 29 w 458"/>
                  <a:gd name="T71" fmla="*/ 296 h 2293"/>
                  <a:gd name="T72" fmla="*/ 18 w 458"/>
                  <a:gd name="T73" fmla="*/ 293 h 2293"/>
                  <a:gd name="T74" fmla="*/ 16 w 458"/>
                  <a:gd name="T75" fmla="*/ 282 h 2293"/>
                  <a:gd name="T76" fmla="*/ 13 w 458"/>
                  <a:gd name="T77" fmla="*/ 287 h 2293"/>
                  <a:gd name="T78" fmla="*/ 9 w 458"/>
                  <a:gd name="T79" fmla="*/ 278 h 2293"/>
                  <a:gd name="T80" fmla="*/ 11 w 458"/>
                  <a:gd name="T81" fmla="*/ 274 h 2293"/>
                  <a:gd name="T82" fmla="*/ 6 w 458"/>
                  <a:gd name="T83" fmla="*/ 270 h 2293"/>
                  <a:gd name="T84" fmla="*/ 11 w 458"/>
                  <a:gd name="T85" fmla="*/ 264 h 2293"/>
                  <a:gd name="T86" fmla="*/ 7 w 458"/>
                  <a:gd name="T87" fmla="*/ 249 h 2293"/>
                  <a:gd name="T88" fmla="*/ 15 w 458"/>
                  <a:gd name="T89" fmla="*/ 251 h 2293"/>
                  <a:gd name="T90" fmla="*/ 7 w 458"/>
                  <a:gd name="T91" fmla="*/ 244 h 2293"/>
                  <a:gd name="T92" fmla="*/ 9 w 458"/>
                  <a:gd name="T93" fmla="*/ 238 h 2293"/>
                  <a:gd name="T94" fmla="*/ 0 w 458"/>
                  <a:gd name="T95" fmla="*/ 238 h 229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58"/>
                  <a:gd name="T145" fmla="*/ 0 h 2293"/>
                  <a:gd name="T146" fmla="*/ 458 w 458"/>
                  <a:gd name="T147" fmla="*/ 2293 h 2293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58" h="2293">
                    <a:moveTo>
                      <a:pt x="0" y="1794"/>
                    </a:moveTo>
                    <a:lnTo>
                      <a:pt x="38" y="1730"/>
                    </a:lnTo>
                    <a:lnTo>
                      <a:pt x="99" y="1774"/>
                    </a:lnTo>
                    <a:lnTo>
                      <a:pt x="157" y="1659"/>
                    </a:lnTo>
                    <a:lnTo>
                      <a:pt x="134" y="1612"/>
                    </a:lnTo>
                    <a:lnTo>
                      <a:pt x="182" y="1451"/>
                    </a:lnTo>
                    <a:lnTo>
                      <a:pt x="96" y="1435"/>
                    </a:lnTo>
                    <a:lnTo>
                      <a:pt x="109" y="1173"/>
                    </a:lnTo>
                    <a:lnTo>
                      <a:pt x="221" y="900"/>
                    </a:lnTo>
                    <a:lnTo>
                      <a:pt x="221" y="666"/>
                    </a:lnTo>
                    <a:lnTo>
                      <a:pt x="300" y="231"/>
                    </a:lnTo>
                    <a:lnTo>
                      <a:pt x="276" y="39"/>
                    </a:lnTo>
                    <a:lnTo>
                      <a:pt x="330" y="0"/>
                    </a:lnTo>
                    <a:lnTo>
                      <a:pt x="388" y="100"/>
                    </a:lnTo>
                    <a:lnTo>
                      <a:pt x="420" y="301"/>
                    </a:lnTo>
                    <a:lnTo>
                      <a:pt x="458" y="305"/>
                    </a:lnTo>
                    <a:lnTo>
                      <a:pt x="452" y="375"/>
                    </a:lnTo>
                    <a:lnTo>
                      <a:pt x="394" y="404"/>
                    </a:lnTo>
                    <a:lnTo>
                      <a:pt x="394" y="536"/>
                    </a:lnTo>
                    <a:lnTo>
                      <a:pt x="330" y="612"/>
                    </a:lnTo>
                    <a:lnTo>
                      <a:pt x="278" y="801"/>
                    </a:lnTo>
                    <a:lnTo>
                      <a:pt x="316" y="981"/>
                    </a:lnTo>
                    <a:lnTo>
                      <a:pt x="246" y="1131"/>
                    </a:lnTo>
                    <a:lnTo>
                      <a:pt x="196" y="1508"/>
                    </a:lnTo>
                    <a:lnTo>
                      <a:pt x="234" y="1646"/>
                    </a:lnTo>
                    <a:lnTo>
                      <a:pt x="198" y="1659"/>
                    </a:lnTo>
                    <a:lnTo>
                      <a:pt x="218" y="1781"/>
                    </a:lnTo>
                    <a:lnTo>
                      <a:pt x="122" y="2033"/>
                    </a:lnTo>
                    <a:lnTo>
                      <a:pt x="131" y="2075"/>
                    </a:lnTo>
                    <a:lnTo>
                      <a:pt x="180" y="2063"/>
                    </a:lnTo>
                    <a:lnTo>
                      <a:pt x="196" y="2159"/>
                    </a:lnTo>
                    <a:lnTo>
                      <a:pt x="394" y="2178"/>
                    </a:lnTo>
                    <a:lnTo>
                      <a:pt x="262" y="2219"/>
                    </a:lnTo>
                    <a:lnTo>
                      <a:pt x="246" y="2293"/>
                    </a:lnTo>
                    <a:lnTo>
                      <a:pt x="189" y="2271"/>
                    </a:lnTo>
                    <a:lnTo>
                      <a:pt x="253" y="2226"/>
                    </a:lnTo>
                    <a:lnTo>
                      <a:pt x="157" y="2203"/>
                    </a:lnTo>
                    <a:lnTo>
                      <a:pt x="144" y="2123"/>
                    </a:lnTo>
                    <a:lnTo>
                      <a:pt x="118" y="2162"/>
                    </a:lnTo>
                    <a:lnTo>
                      <a:pt x="83" y="2089"/>
                    </a:lnTo>
                    <a:lnTo>
                      <a:pt x="102" y="2063"/>
                    </a:lnTo>
                    <a:lnTo>
                      <a:pt x="57" y="2031"/>
                    </a:lnTo>
                    <a:lnTo>
                      <a:pt x="96" y="1989"/>
                    </a:lnTo>
                    <a:lnTo>
                      <a:pt x="61" y="1877"/>
                    </a:lnTo>
                    <a:lnTo>
                      <a:pt x="131" y="1889"/>
                    </a:lnTo>
                    <a:lnTo>
                      <a:pt x="61" y="1832"/>
                    </a:lnTo>
                    <a:lnTo>
                      <a:pt x="77" y="1790"/>
                    </a:lnTo>
                    <a:lnTo>
                      <a:pt x="0" y="179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8" name="Freeform 170">
                <a:extLst>
                  <a:ext uri="{FF2B5EF4-FFF2-40B4-BE49-F238E27FC236}">
                    <a16:creationId xmlns:a16="http://schemas.microsoft.com/office/drawing/2014/main" id="{F989B4C8-1759-22AC-7970-2EE0BDD1D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52971" y="4190087"/>
                <a:ext cx="31908" cy="890516"/>
              </a:xfrm>
              <a:custGeom>
                <a:avLst/>
                <a:gdLst>
                  <a:gd name="T0" fmla="*/ 0 w 39"/>
                  <a:gd name="T1" fmla="*/ 5 h 88"/>
                  <a:gd name="T2" fmla="*/ 1 w 39"/>
                  <a:gd name="T3" fmla="*/ 0 h 88"/>
                  <a:gd name="T4" fmla="*/ 4 w 39"/>
                  <a:gd name="T5" fmla="*/ 12 h 88"/>
                  <a:gd name="T6" fmla="*/ 0 w 39"/>
                  <a:gd name="T7" fmla="*/ 5 h 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88"/>
                  <a:gd name="T14" fmla="*/ 39 w 39"/>
                  <a:gd name="T15" fmla="*/ 88 h 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88">
                    <a:moveTo>
                      <a:pt x="0" y="42"/>
                    </a:moveTo>
                    <a:lnTo>
                      <a:pt x="13" y="0"/>
                    </a:lnTo>
                    <a:lnTo>
                      <a:pt x="39" y="88"/>
                    </a:lnTo>
                    <a:lnTo>
                      <a:pt x="0" y="4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9" name="Freeform 171">
                <a:extLst>
                  <a:ext uri="{FF2B5EF4-FFF2-40B4-BE49-F238E27FC236}">
                    <a16:creationId xmlns:a16="http://schemas.microsoft.com/office/drawing/2014/main" id="{6B7AED67-F652-F4F5-7ABC-C6AE028604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84882" y="3804481"/>
                <a:ext cx="29453" cy="890516"/>
              </a:xfrm>
              <a:custGeom>
                <a:avLst/>
                <a:gdLst>
                  <a:gd name="T0" fmla="*/ 0 w 32"/>
                  <a:gd name="T1" fmla="*/ 13 h 108"/>
                  <a:gd name="T2" fmla="*/ 4 w 32"/>
                  <a:gd name="T3" fmla="*/ 0 h 108"/>
                  <a:gd name="T4" fmla="*/ 4 w 32"/>
                  <a:gd name="T5" fmla="*/ 15 h 108"/>
                  <a:gd name="T6" fmla="*/ 0 w 32"/>
                  <a:gd name="T7" fmla="*/ 13 h 1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108"/>
                  <a:gd name="T14" fmla="*/ 32 w 32"/>
                  <a:gd name="T15" fmla="*/ 108 h 1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108">
                    <a:moveTo>
                      <a:pt x="0" y="92"/>
                    </a:moveTo>
                    <a:lnTo>
                      <a:pt x="32" y="0"/>
                    </a:lnTo>
                    <a:lnTo>
                      <a:pt x="32" y="108"/>
                    </a:lnTo>
                    <a:lnTo>
                      <a:pt x="0" y="9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0" name="Freeform 172">
                <a:extLst>
                  <a:ext uri="{FF2B5EF4-FFF2-40B4-BE49-F238E27FC236}">
                    <a16:creationId xmlns:a16="http://schemas.microsoft.com/office/drawing/2014/main" id="{5CE82949-9032-C73D-A8C9-97269D2953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18015" y="4464690"/>
                <a:ext cx="74861" cy="890516"/>
              </a:xfrm>
              <a:custGeom>
                <a:avLst/>
                <a:gdLst>
                  <a:gd name="T0" fmla="*/ 0 w 74"/>
                  <a:gd name="T1" fmla="*/ 0 h 44"/>
                  <a:gd name="T2" fmla="*/ 10 w 74"/>
                  <a:gd name="T3" fmla="*/ 1 h 44"/>
                  <a:gd name="T4" fmla="*/ 11 w 74"/>
                  <a:gd name="T5" fmla="*/ 7 h 44"/>
                  <a:gd name="T6" fmla="*/ 0 w 74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4"/>
                  <a:gd name="T13" fmla="*/ 0 h 44"/>
                  <a:gd name="T14" fmla="*/ 74 w 74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4" h="44">
                    <a:moveTo>
                      <a:pt x="0" y="0"/>
                    </a:moveTo>
                    <a:lnTo>
                      <a:pt x="71" y="9"/>
                    </a:lnTo>
                    <a:lnTo>
                      <a:pt x="74" y="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1" name="Freeform 173">
                <a:extLst>
                  <a:ext uri="{FF2B5EF4-FFF2-40B4-BE49-F238E27FC236}">
                    <a16:creationId xmlns:a16="http://schemas.microsoft.com/office/drawing/2014/main" id="{4456EC31-711C-813E-0850-E939658E0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33970" y="4399357"/>
                <a:ext cx="99405" cy="890516"/>
              </a:xfrm>
              <a:custGeom>
                <a:avLst/>
                <a:gdLst>
                  <a:gd name="T0" fmla="*/ 0 w 109"/>
                  <a:gd name="T1" fmla="*/ 3 h 109"/>
                  <a:gd name="T2" fmla="*/ 4 w 109"/>
                  <a:gd name="T3" fmla="*/ 0 h 109"/>
                  <a:gd name="T4" fmla="*/ 3 w 109"/>
                  <a:gd name="T5" fmla="*/ 6 h 109"/>
                  <a:gd name="T6" fmla="*/ 13 w 109"/>
                  <a:gd name="T7" fmla="*/ 9 h 109"/>
                  <a:gd name="T8" fmla="*/ 7 w 109"/>
                  <a:gd name="T9" fmla="*/ 14 h 109"/>
                  <a:gd name="T10" fmla="*/ 0 w 109"/>
                  <a:gd name="T11" fmla="*/ 3 h 1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9"/>
                  <a:gd name="T19" fmla="*/ 0 h 109"/>
                  <a:gd name="T20" fmla="*/ 109 w 109"/>
                  <a:gd name="T21" fmla="*/ 109 h 10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9" h="109">
                    <a:moveTo>
                      <a:pt x="0" y="19"/>
                    </a:moveTo>
                    <a:lnTo>
                      <a:pt x="32" y="0"/>
                    </a:lnTo>
                    <a:lnTo>
                      <a:pt x="29" y="51"/>
                    </a:lnTo>
                    <a:lnTo>
                      <a:pt x="109" y="70"/>
                    </a:lnTo>
                    <a:lnTo>
                      <a:pt x="58" y="109"/>
                    </a:lnTo>
                    <a:lnTo>
                      <a:pt x="0" y="1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2" name="Freeform 174">
                <a:extLst>
                  <a:ext uri="{FF2B5EF4-FFF2-40B4-BE49-F238E27FC236}">
                    <a16:creationId xmlns:a16="http://schemas.microsoft.com/office/drawing/2014/main" id="{1D634DC3-2F19-A94A-9DC0-3FC3F9805D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41964" y="4470532"/>
                <a:ext cx="139905" cy="890516"/>
              </a:xfrm>
              <a:custGeom>
                <a:avLst/>
                <a:gdLst>
                  <a:gd name="T0" fmla="*/ 0 w 154"/>
                  <a:gd name="T1" fmla="*/ 17 h 166"/>
                  <a:gd name="T2" fmla="*/ 3 w 154"/>
                  <a:gd name="T3" fmla="*/ 14 h 166"/>
                  <a:gd name="T4" fmla="*/ 12 w 154"/>
                  <a:gd name="T5" fmla="*/ 16 h 166"/>
                  <a:gd name="T6" fmla="*/ 8 w 154"/>
                  <a:gd name="T7" fmla="*/ 11 h 166"/>
                  <a:gd name="T8" fmla="*/ 12 w 154"/>
                  <a:gd name="T9" fmla="*/ 8 h 166"/>
                  <a:gd name="T10" fmla="*/ 6 w 154"/>
                  <a:gd name="T11" fmla="*/ 7 h 166"/>
                  <a:gd name="T12" fmla="*/ 6 w 154"/>
                  <a:gd name="T13" fmla="*/ 1 h 166"/>
                  <a:gd name="T14" fmla="*/ 17 w 154"/>
                  <a:gd name="T15" fmla="*/ 0 h 166"/>
                  <a:gd name="T16" fmla="*/ 18 w 154"/>
                  <a:gd name="T17" fmla="*/ 22 h 166"/>
                  <a:gd name="T18" fmla="*/ 0 w 154"/>
                  <a:gd name="T19" fmla="*/ 17 h 1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4"/>
                  <a:gd name="T31" fmla="*/ 0 h 166"/>
                  <a:gd name="T32" fmla="*/ 154 w 154"/>
                  <a:gd name="T33" fmla="*/ 166 h 16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4" h="166">
                    <a:moveTo>
                      <a:pt x="0" y="134"/>
                    </a:moveTo>
                    <a:lnTo>
                      <a:pt x="26" y="109"/>
                    </a:lnTo>
                    <a:lnTo>
                      <a:pt x="106" y="125"/>
                    </a:lnTo>
                    <a:lnTo>
                      <a:pt x="70" y="83"/>
                    </a:lnTo>
                    <a:lnTo>
                      <a:pt x="108" y="58"/>
                    </a:lnTo>
                    <a:lnTo>
                      <a:pt x="50" y="51"/>
                    </a:lnTo>
                    <a:lnTo>
                      <a:pt x="50" y="9"/>
                    </a:lnTo>
                    <a:lnTo>
                      <a:pt x="146" y="0"/>
                    </a:lnTo>
                    <a:lnTo>
                      <a:pt x="154" y="166"/>
                    </a:lnTo>
                    <a:lnTo>
                      <a:pt x="0" y="13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3" name="Freeform 175">
                <a:extLst>
                  <a:ext uri="{FF2B5EF4-FFF2-40B4-BE49-F238E27FC236}">
                    <a16:creationId xmlns:a16="http://schemas.microsoft.com/office/drawing/2014/main" id="{A1878397-E696-78F1-16B2-B23DD0340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369" y="4575699"/>
                <a:ext cx="105541" cy="890516"/>
              </a:xfrm>
              <a:custGeom>
                <a:avLst/>
                <a:gdLst>
                  <a:gd name="T0" fmla="*/ 0 w 112"/>
                  <a:gd name="T1" fmla="*/ 0 h 32"/>
                  <a:gd name="T2" fmla="*/ 12 w 112"/>
                  <a:gd name="T3" fmla="*/ 1 h 32"/>
                  <a:gd name="T4" fmla="*/ 14 w 112"/>
                  <a:gd name="T5" fmla="*/ 4 h 32"/>
                  <a:gd name="T6" fmla="*/ 0 w 112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2"/>
                  <a:gd name="T13" fmla="*/ 0 h 32"/>
                  <a:gd name="T14" fmla="*/ 112 w 112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2" h="32">
                    <a:moveTo>
                      <a:pt x="0" y="0"/>
                    </a:moveTo>
                    <a:lnTo>
                      <a:pt x="99" y="6"/>
                    </a:lnTo>
                    <a:lnTo>
                      <a:pt x="112" y="3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4" name="Freeform 176">
                <a:extLst>
                  <a:ext uri="{FF2B5EF4-FFF2-40B4-BE49-F238E27FC236}">
                    <a16:creationId xmlns:a16="http://schemas.microsoft.com/office/drawing/2014/main" id="{2DBF8384-21D4-A887-0586-A0EC330E47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1322" y="4551266"/>
                <a:ext cx="46636" cy="890516"/>
              </a:xfrm>
              <a:custGeom>
                <a:avLst/>
                <a:gdLst>
                  <a:gd name="T0" fmla="*/ 0 w 50"/>
                  <a:gd name="T1" fmla="*/ 4 h 22"/>
                  <a:gd name="T2" fmla="*/ 1 w 50"/>
                  <a:gd name="T3" fmla="*/ 0 h 22"/>
                  <a:gd name="T4" fmla="*/ 6 w 50"/>
                  <a:gd name="T5" fmla="*/ 4 h 22"/>
                  <a:gd name="T6" fmla="*/ 0 w 50"/>
                  <a:gd name="T7" fmla="*/ 4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22"/>
                  <a:gd name="T14" fmla="*/ 50 w 50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22">
                    <a:moveTo>
                      <a:pt x="0" y="22"/>
                    </a:moveTo>
                    <a:lnTo>
                      <a:pt x="12" y="0"/>
                    </a:lnTo>
                    <a:lnTo>
                      <a:pt x="50" y="2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5" name="Freeform 177">
                <a:extLst>
                  <a:ext uri="{FF2B5EF4-FFF2-40B4-BE49-F238E27FC236}">
                    <a16:creationId xmlns:a16="http://schemas.microsoft.com/office/drawing/2014/main" id="{790A5BAA-F9D6-AAD6-99BD-577A09B151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64764" y="4338278"/>
                <a:ext cx="72405" cy="890516"/>
              </a:xfrm>
              <a:custGeom>
                <a:avLst/>
                <a:gdLst>
                  <a:gd name="T0" fmla="*/ 0 w 86"/>
                  <a:gd name="T1" fmla="*/ 6 h 45"/>
                  <a:gd name="T2" fmla="*/ 5 w 86"/>
                  <a:gd name="T3" fmla="*/ 3 h 45"/>
                  <a:gd name="T4" fmla="*/ 3 w 86"/>
                  <a:gd name="T5" fmla="*/ 0 h 45"/>
                  <a:gd name="T6" fmla="*/ 8 w 86"/>
                  <a:gd name="T7" fmla="*/ 0 h 45"/>
                  <a:gd name="T8" fmla="*/ 0 w 86"/>
                  <a:gd name="T9" fmla="*/ 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"/>
                  <a:gd name="T16" fmla="*/ 0 h 45"/>
                  <a:gd name="T17" fmla="*/ 86 w 86"/>
                  <a:gd name="T18" fmla="*/ 45 h 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" h="45">
                    <a:moveTo>
                      <a:pt x="0" y="45"/>
                    </a:moveTo>
                    <a:lnTo>
                      <a:pt x="51" y="22"/>
                    </a:lnTo>
                    <a:lnTo>
                      <a:pt x="26" y="0"/>
                    </a:lnTo>
                    <a:lnTo>
                      <a:pt x="86" y="3"/>
                    </a:lnTo>
                    <a:lnTo>
                      <a:pt x="0" y="4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6" name="Freeform 178">
                <a:extLst>
                  <a:ext uri="{FF2B5EF4-FFF2-40B4-BE49-F238E27FC236}">
                    <a16:creationId xmlns:a16="http://schemas.microsoft.com/office/drawing/2014/main" id="{7B2986E9-88FA-291C-8C02-C5F98D170B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27350" y="4336153"/>
                <a:ext cx="90816" cy="890516"/>
              </a:xfrm>
              <a:custGeom>
                <a:avLst/>
                <a:gdLst>
                  <a:gd name="T0" fmla="*/ 0 w 99"/>
                  <a:gd name="T1" fmla="*/ 8 h 57"/>
                  <a:gd name="T2" fmla="*/ 5 w 99"/>
                  <a:gd name="T3" fmla="*/ 0 h 57"/>
                  <a:gd name="T4" fmla="*/ 12 w 99"/>
                  <a:gd name="T5" fmla="*/ 3 h 57"/>
                  <a:gd name="T6" fmla="*/ 0 w 99"/>
                  <a:gd name="T7" fmla="*/ 8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57"/>
                  <a:gd name="T14" fmla="*/ 99 w 9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57">
                    <a:moveTo>
                      <a:pt x="0" y="57"/>
                    </a:moveTo>
                    <a:lnTo>
                      <a:pt x="45" y="0"/>
                    </a:lnTo>
                    <a:lnTo>
                      <a:pt x="99" y="19"/>
                    </a:lnTo>
                    <a:lnTo>
                      <a:pt x="0" y="5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7" name="Freeform 179">
                <a:extLst>
                  <a:ext uri="{FF2B5EF4-FFF2-40B4-BE49-F238E27FC236}">
                    <a16:creationId xmlns:a16="http://schemas.microsoft.com/office/drawing/2014/main" id="{5BA4729F-708B-3DC4-F522-B30F4B3D5C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86293" y="1520044"/>
                <a:ext cx="144813" cy="890516"/>
              </a:xfrm>
              <a:custGeom>
                <a:avLst/>
                <a:gdLst>
                  <a:gd name="T0" fmla="*/ 0 w 160"/>
                  <a:gd name="T1" fmla="*/ 25 h 188"/>
                  <a:gd name="T2" fmla="*/ 2 w 160"/>
                  <a:gd name="T3" fmla="*/ 0 h 188"/>
                  <a:gd name="T4" fmla="*/ 18 w 160"/>
                  <a:gd name="T5" fmla="*/ 11 h 188"/>
                  <a:gd name="T6" fmla="*/ 9 w 160"/>
                  <a:gd name="T7" fmla="*/ 25 h 188"/>
                  <a:gd name="T8" fmla="*/ 0 w 160"/>
                  <a:gd name="T9" fmla="*/ 25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0"/>
                  <a:gd name="T16" fmla="*/ 0 h 188"/>
                  <a:gd name="T17" fmla="*/ 160 w 160"/>
                  <a:gd name="T18" fmla="*/ 188 h 1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0" h="188">
                    <a:moveTo>
                      <a:pt x="0" y="182"/>
                    </a:moveTo>
                    <a:lnTo>
                      <a:pt x="22" y="0"/>
                    </a:lnTo>
                    <a:lnTo>
                      <a:pt x="160" y="83"/>
                    </a:lnTo>
                    <a:lnTo>
                      <a:pt x="80" y="188"/>
                    </a:lnTo>
                    <a:lnTo>
                      <a:pt x="0" y="18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8" name="Freeform 180">
                <a:extLst>
                  <a:ext uri="{FF2B5EF4-FFF2-40B4-BE49-F238E27FC236}">
                    <a16:creationId xmlns:a16="http://schemas.microsoft.com/office/drawing/2014/main" id="{56F40952-5B3E-8F3F-442C-E7E1124F0E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48809" y="1468525"/>
                <a:ext cx="231946" cy="890516"/>
              </a:xfrm>
              <a:custGeom>
                <a:avLst/>
                <a:gdLst>
                  <a:gd name="T0" fmla="*/ 0 w 259"/>
                  <a:gd name="T1" fmla="*/ 16 h 373"/>
                  <a:gd name="T2" fmla="*/ 4 w 259"/>
                  <a:gd name="T3" fmla="*/ 24 h 373"/>
                  <a:gd name="T4" fmla="*/ 10 w 259"/>
                  <a:gd name="T5" fmla="*/ 28 h 373"/>
                  <a:gd name="T6" fmla="*/ 8 w 259"/>
                  <a:gd name="T7" fmla="*/ 43 h 373"/>
                  <a:gd name="T8" fmla="*/ 12 w 259"/>
                  <a:gd name="T9" fmla="*/ 50 h 373"/>
                  <a:gd name="T10" fmla="*/ 29 w 259"/>
                  <a:gd name="T11" fmla="*/ 47 h 373"/>
                  <a:gd name="T12" fmla="*/ 19 w 259"/>
                  <a:gd name="T13" fmla="*/ 32 h 373"/>
                  <a:gd name="T14" fmla="*/ 26 w 259"/>
                  <a:gd name="T15" fmla="*/ 18 h 373"/>
                  <a:gd name="T16" fmla="*/ 8 w 259"/>
                  <a:gd name="T17" fmla="*/ 0 h 373"/>
                  <a:gd name="T18" fmla="*/ 3 w 259"/>
                  <a:gd name="T19" fmla="*/ 5 h 373"/>
                  <a:gd name="T20" fmla="*/ 5 w 259"/>
                  <a:gd name="T21" fmla="*/ 10 h 373"/>
                  <a:gd name="T22" fmla="*/ 0 w 259"/>
                  <a:gd name="T23" fmla="*/ 16 h 37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9"/>
                  <a:gd name="T37" fmla="*/ 0 h 373"/>
                  <a:gd name="T38" fmla="*/ 259 w 259"/>
                  <a:gd name="T39" fmla="*/ 373 h 37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9" h="373">
                    <a:moveTo>
                      <a:pt x="0" y="121"/>
                    </a:moveTo>
                    <a:lnTo>
                      <a:pt x="34" y="175"/>
                    </a:lnTo>
                    <a:lnTo>
                      <a:pt x="86" y="211"/>
                    </a:lnTo>
                    <a:lnTo>
                      <a:pt x="74" y="317"/>
                    </a:lnTo>
                    <a:lnTo>
                      <a:pt x="106" y="373"/>
                    </a:lnTo>
                    <a:lnTo>
                      <a:pt x="259" y="351"/>
                    </a:lnTo>
                    <a:lnTo>
                      <a:pt x="173" y="236"/>
                    </a:lnTo>
                    <a:lnTo>
                      <a:pt x="233" y="137"/>
                    </a:lnTo>
                    <a:lnTo>
                      <a:pt x="76" y="0"/>
                    </a:lnTo>
                    <a:lnTo>
                      <a:pt x="26" y="38"/>
                    </a:lnTo>
                    <a:lnTo>
                      <a:pt x="44" y="76"/>
                    </a:lnTo>
                    <a:lnTo>
                      <a:pt x="0" y="12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9" name="Freeform 181">
                <a:extLst>
                  <a:ext uri="{FF2B5EF4-FFF2-40B4-BE49-F238E27FC236}">
                    <a16:creationId xmlns:a16="http://schemas.microsoft.com/office/drawing/2014/main" id="{CC344876-5D54-FB5A-A8F1-416D7E70D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83768" y="2799565"/>
                <a:ext cx="402531" cy="890516"/>
              </a:xfrm>
              <a:custGeom>
                <a:avLst/>
                <a:gdLst>
                  <a:gd name="T0" fmla="*/ 0 w 447"/>
                  <a:gd name="T1" fmla="*/ 22 h 464"/>
                  <a:gd name="T2" fmla="*/ 4 w 447"/>
                  <a:gd name="T3" fmla="*/ 3 h 464"/>
                  <a:gd name="T4" fmla="*/ 22 w 447"/>
                  <a:gd name="T5" fmla="*/ 0 h 464"/>
                  <a:gd name="T6" fmla="*/ 28 w 447"/>
                  <a:gd name="T7" fmla="*/ 6 h 464"/>
                  <a:gd name="T8" fmla="*/ 29 w 447"/>
                  <a:gd name="T9" fmla="*/ 21 h 464"/>
                  <a:gd name="T10" fmla="*/ 41 w 447"/>
                  <a:gd name="T11" fmla="*/ 23 h 464"/>
                  <a:gd name="T12" fmla="*/ 43 w 447"/>
                  <a:gd name="T13" fmla="*/ 33 h 464"/>
                  <a:gd name="T14" fmla="*/ 50 w 447"/>
                  <a:gd name="T15" fmla="*/ 35 h 464"/>
                  <a:gd name="T16" fmla="*/ 49 w 447"/>
                  <a:gd name="T17" fmla="*/ 47 h 464"/>
                  <a:gd name="T18" fmla="*/ 42 w 447"/>
                  <a:gd name="T19" fmla="*/ 60 h 464"/>
                  <a:gd name="T20" fmla="*/ 26 w 447"/>
                  <a:gd name="T21" fmla="*/ 59 h 464"/>
                  <a:gd name="T22" fmla="*/ 29 w 447"/>
                  <a:gd name="T23" fmla="*/ 45 h 464"/>
                  <a:gd name="T24" fmla="*/ 0 w 447"/>
                  <a:gd name="T25" fmla="*/ 22 h 4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47"/>
                  <a:gd name="T40" fmla="*/ 0 h 464"/>
                  <a:gd name="T41" fmla="*/ 447 w 447"/>
                  <a:gd name="T42" fmla="*/ 464 h 46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47" h="464">
                    <a:moveTo>
                      <a:pt x="0" y="173"/>
                    </a:moveTo>
                    <a:lnTo>
                      <a:pt x="34" y="25"/>
                    </a:lnTo>
                    <a:lnTo>
                      <a:pt x="194" y="0"/>
                    </a:lnTo>
                    <a:lnTo>
                      <a:pt x="249" y="48"/>
                    </a:lnTo>
                    <a:lnTo>
                      <a:pt x="261" y="159"/>
                    </a:lnTo>
                    <a:lnTo>
                      <a:pt x="373" y="179"/>
                    </a:lnTo>
                    <a:lnTo>
                      <a:pt x="389" y="256"/>
                    </a:lnTo>
                    <a:lnTo>
                      <a:pt x="447" y="269"/>
                    </a:lnTo>
                    <a:lnTo>
                      <a:pt x="437" y="365"/>
                    </a:lnTo>
                    <a:lnTo>
                      <a:pt x="380" y="464"/>
                    </a:lnTo>
                    <a:lnTo>
                      <a:pt x="233" y="458"/>
                    </a:lnTo>
                    <a:lnTo>
                      <a:pt x="265" y="346"/>
                    </a:lnTo>
                    <a:lnTo>
                      <a:pt x="0" y="17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0" name="Freeform 182">
                <a:extLst>
                  <a:ext uri="{FF2B5EF4-FFF2-40B4-BE49-F238E27FC236}">
                    <a16:creationId xmlns:a16="http://schemas.microsoft.com/office/drawing/2014/main" id="{7CD478D4-F838-2AF6-9675-B3D258FCF6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44939" y="2123948"/>
                <a:ext cx="625883" cy="890516"/>
              </a:xfrm>
              <a:custGeom>
                <a:avLst/>
                <a:gdLst>
                  <a:gd name="T0" fmla="*/ 0 w 688"/>
                  <a:gd name="T1" fmla="*/ 31 h 995"/>
                  <a:gd name="T2" fmla="*/ 1 w 688"/>
                  <a:gd name="T3" fmla="*/ 42 h 995"/>
                  <a:gd name="T4" fmla="*/ 16 w 688"/>
                  <a:gd name="T5" fmla="*/ 60 h 995"/>
                  <a:gd name="T6" fmla="*/ 31 w 688"/>
                  <a:gd name="T7" fmla="*/ 104 h 995"/>
                  <a:gd name="T8" fmla="*/ 67 w 688"/>
                  <a:gd name="T9" fmla="*/ 133 h 995"/>
                  <a:gd name="T10" fmla="*/ 73 w 688"/>
                  <a:gd name="T11" fmla="*/ 128 h 995"/>
                  <a:gd name="T12" fmla="*/ 77 w 688"/>
                  <a:gd name="T13" fmla="*/ 119 h 995"/>
                  <a:gd name="T14" fmla="*/ 71 w 688"/>
                  <a:gd name="T15" fmla="*/ 115 h 995"/>
                  <a:gd name="T16" fmla="*/ 75 w 688"/>
                  <a:gd name="T17" fmla="*/ 113 h 995"/>
                  <a:gd name="T18" fmla="*/ 78 w 688"/>
                  <a:gd name="T19" fmla="*/ 90 h 995"/>
                  <a:gd name="T20" fmla="*/ 73 w 688"/>
                  <a:gd name="T21" fmla="*/ 79 h 995"/>
                  <a:gd name="T22" fmla="*/ 67 w 688"/>
                  <a:gd name="T23" fmla="*/ 79 h 995"/>
                  <a:gd name="T24" fmla="*/ 67 w 688"/>
                  <a:gd name="T25" fmla="*/ 67 h 995"/>
                  <a:gd name="T26" fmla="*/ 60 w 688"/>
                  <a:gd name="T27" fmla="*/ 73 h 995"/>
                  <a:gd name="T28" fmla="*/ 52 w 688"/>
                  <a:gd name="T29" fmla="*/ 68 h 995"/>
                  <a:gd name="T30" fmla="*/ 47 w 688"/>
                  <a:gd name="T31" fmla="*/ 54 h 995"/>
                  <a:gd name="T32" fmla="*/ 55 w 688"/>
                  <a:gd name="T33" fmla="*/ 37 h 995"/>
                  <a:gd name="T34" fmla="*/ 71 w 688"/>
                  <a:gd name="T35" fmla="*/ 30 h 995"/>
                  <a:gd name="T36" fmla="*/ 67 w 688"/>
                  <a:gd name="T37" fmla="*/ 27 h 995"/>
                  <a:gd name="T38" fmla="*/ 69 w 688"/>
                  <a:gd name="T39" fmla="*/ 18 h 995"/>
                  <a:gd name="T40" fmla="*/ 51 w 688"/>
                  <a:gd name="T41" fmla="*/ 16 h 995"/>
                  <a:gd name="T42" fmla="*/ 38 w 688"/>
                  <a:gd name="T43" fmla="*/ 0 h 995"/>
                  <a:gd name="T44" fmla="*/ 35 w 688"/>
                  <a:gd name="T45" fmla="*/ 12 h 995"/>
                  <a:gd name="T46" fmla="*/ 21 w 688"/>
                  <a:gd name="T47" fmla="*/ 22 h 995"/>
                  <a:gd name="T48" fmla="*/ 13 w 688"/>
                  <a:gd name="T49" fmla="*/ 35 h 995"/>
                  <a:gd name="T50" fmla="*/ 5 w 688"/>
                  <a:gd name="T51" fmla="*/ 33 h 995"/>
                  <a:gd name="T52" fmla="*/ 7 w 688"/>
                  <a:gd name="T53" fmla="*/ 25 h 995"/>
                  <a:gd name="T54" fmla="*/ 0 w 688"/>
                  <a:gd name="T55" fmla="*/ 31 h 99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688"/>
                  <a:gd name="T85" fmla="*/ 0 h 995"/>
                  <a:gd name="T86" fmla="*/ 688 w 688"/>
                  <a:gd name="T87" fmla="*/ 995 h 99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688" h="995">
                    <a:moveTo>
                      <a:pt x="0" y="233"/>
                    </a:moveTo>
                    <a:lnTo>
                      <a:pt x="13" y="313"/>
                    </a:lnTo>
                    <a:lnTo>
                      <a:pt x="137" y="451"/>
                    </a:lnTo>
                    <a:lnTo>
                      <a:pt x="275" y="778"/>
                    </a:lnTo>
                    <a:lnTo>
                      <a:pt x="590" y="995"/>
                    </a:lnTo>
                    <a:lnTo>
                      <a:pt x="644" y="956"/>
                    </a:lnTo>
                    <a:lnTo>
                      <a:pt x="672" y="886"/>
                    </a:lnTo>
                    <a:lnTo>
                      <a:pt x="628" y="860"/>
                    </a:lnTo>
                    <a:lnTo>
                      <a:pt x="654" y="842"/>
                    </a:lnTo>
                    <a:lnTo>
                      <a:pt x="688" y="672"/>
                    </a:lnTo>
                    <a:lnTo>
                      <a:pt x="640" y="592"/>
                    </a:lnTo>
                    <a:lnTo>
                      <a:pt x="592" y="592"/>
                    </a:lnTo>
                    <a:lnTo>
                      <a:pt x="592" y="502"/>
                    </a:lnTo>
                    <a:lnTo>
                      <a:pt x="532" y="543"/>
                    </a:lnTo>
                    <a:lnTo>
                      <a:pt x="458" y="508"/>
                    </a:lnTo>
                    <a:lnTo>
                      <a:pt x="410" y="405"/>
                    </a:lnTo>
                    <a:lnTo>
                      <a:pt x="487" y="277"/>
                    </a:lnTo>
                    <a:lnTo>
                      <a:pt x="628" y="221"/>
                    </a:lnTo>
                    <a:lnTo>
                      <a:pt x="586" y="201"/>
                    </a:lnTo>
                    <a:lnTo>
                      <a:pt x="608" y="134"/>
                    </a:lnTo>
                    <a:lnTo>
                      <a:pt x="452" y="121"/>
                    </a:lnTo>
                    <a:lnTo>
                      <a:pt x="333" y="0"/>
                    </a:lnTo>
                    <a:lnTo>
                      <a:pt x="305" y="89"/>
                    </a:lnTo>
                    <a:lnTo>
                      <a:pt x="183" y="166"/>
                    </a:lnTo>
                    <a:lnTo>
                      <a:pt x="119" y="261"/>
                    </a:lnTo>
                    <a:lnTo>
                      <a:pt x="48" y="246"/>
                    </a:lnTo>
                    <a:lnTo>
                      <a:pt x="58" y="188"/>
                    </a:lnTo>
                    <a:lnTo>
                      <a:pt x="0" y="23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1" name="Freeform 183">
                <a:extLst>
                  <a:ext uri="{FF2B5EF4-FFF2-40B4-BE49-F238E27FC236}">
                    <a16:creationId xmlns:a16="http://schemas.microsoft.com/office/drawing/2014/main" id="{B717B02F-F1B1-7DED-9B54-C930C5E7A3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08347" y="1516326"/>
                <a:ext cx="201266" cy="890516"/>
              </a:xfrm>
              <a:custGeom>
                <a:avLst/>
                <a:gdLst>
                  <a:gd name="T0" fmla="*/ 0 w 224"/>
                  <a:gd name="T1" fmla="*/ 13 h 214"/>
                  <a:gd name="T2" fmla="*/ 7 w 224"/>
                  <a:gd name="T3" fmla="*/ 0 h 214"/>
                  <a:gd name="T4" fmla="*/ 25 w 224"/>
                  <a:gd name="T5" fmla="*/ 2 h 214"/>
                  <a:gd name="T6" fmla="*/ 23 w 224"/>
                  <a:gd name="T7" fmla="*/ 26 h 214"/>
                  <a:gd name="T8" fmla="*/ 10 w 224"/>
                  <a:gd name="T9" fmla="*/ 28 h 214"/>
                  <a:gd name="T10" fmla="*/ 0 w 224"/>
                  <a:gd name="T11" fmla="*/ 13 h 2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4"/>
                  <a:gd name="T19" fmla="*/ 0 h 214"/>
                  <a:gd name="T20" fmla="*/ 224 w 224"/>
                  <a:gd name="T21" fmla="*/ 214 h 2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4" h="214">
                    <a:moveTo>
                      <a:pt x="0" y="99"/>
                    </a:moveTo>
                    <a:lnTo>
                      <a:pt x="60" y="0"/>
                    </a:lnTo>
                    <a:lnTo>
                      <a:pt x="224" y="16"/>
                    </a:lnTo>
                    <a:lnTo>
                      <a:pt x="202" y="198"/>
                    </a:lnTo>
                    <a:lnTo>
                      <a:pt x="86" y="214"/>
                    </a:lnTo>
                    <a:lnTo>
                      <a:pt x="0" y="9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2" name="Freeform 184">
                <a:extLst>
                  <a:ext uri="{FF2B5EF4-FFF2-40B4-BE49-F238E27FC236}">
                    <a16:creationId xmlns:a16="http://schemas.microsoft.com/office/drawing/2014/main" id="{65B954E6-B2C7-6D27-4511-E2FEAF2D7D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83802" y="3259532"/>
                <a:ext cx="263851" cy="890516"/>
              </a:xfrm>
              <a:custGeom>
                <a:avLst/>
                <a:gdLst>
                  <a:gd name="T0" fmla="*/ 0 w 289"/>
                  <a:gd name="T1" fmla="*/ 32 h 291"/>
                  <a:gd name="T2" fmla="*/ 5 w 289"/>
                  <a:gd name="T3" fmla="*/ 1 h 291"/>
                  <a:gd name="T4" fmla="*/ 11 w 289"/>
                  <a:gd name="T5" fmla="*/ 0 h 291"/>
                  <a:gd name="T6" fmla="*/ 29 w 289"/>
                  <a:gd name="T7" fmla="*/ 15 h 291"/>
                  <a:gd name="T8" fmla="*/ 33 w 289"/>
                  <a:gd name="T9" fmla="*/ 22 h 291"/>
                  <a:gd name="T10" fmla="*/ 32 w 289"/>
                  <a:gd name="T11" fmla="*/ 30 h 291"/>
                  <a:gd name="T12" fmla="*/ 23 w 289"/>
                  <a:gd name="T13" fmla="*/ 39 h 291"/>
                  <a:gd name="T14" fmla="*/ 0 w 289"/>
                  <a:gd name="T15" fmla="*/ 32 h 2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9"/>
                  <a:gd name="T25" fmla="*/ 0 h 291"/>
                  <a:gd name="T26" fmla="*/ 289 w 289"/>
                  <a:gd name="T27" fmla="*/ 291 h 29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9" h="291">
                    <a:moveTo>
                      <a:pt x="0" y="237"/>
                    </a:moveTo>
                    <a:lnTo>
                      <a:pt x="48" y="8"/>
                    </a:lnTo>
                    <a:lnTo>
                      <a:pt x="90" y="0"/>
                    </a:lnTo>
                    <a:lnTo>
                      <a:pt x="253" y="114"/>
                    </a:lnTo>
                    <a:lnTo>
                      <a:pt x="289" y="160"/>
                    </a:lnTo>
                    <a:lnTo>
                      <a:pt x="275" y="220"/>
                    </a:lnTo>
                    <a:lnTo>
                      <a:pt x="199" y="291"/>
                    </a:lnTo>
                    <a:lnTo>
                      <a:pt x="0" y="23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3" name="Freeform 185">
                <a:extLst>
                  <a:ext uri="{FF2B5EF4-FFF2-40B4-BE49-F238E27FC236}">
                    <a16:creationId xmlns:a16="http://schemas.microsoft.com/office/drawing/2014/main" id="{CF9B87AA-6153-BA8F-FA54-4C0B7168F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44461" y="840712"/>
                <a:ext cx="79769" cy="890516"/>
              </a:xfrm>
              <a:custGeom>
                <a:avLst/>
                <a:gdLst>
                  <a:gd name="T0" fmla="*/ 0 w 83"/>
                  <a:gd name="T1" fmla="*/ 0 h 26"/>
                  <a:gd name="T2" fmla="*/ 1 w 83"/>
                  <a:gd name="T3" fmla="*/ 5 h 26"/>
                  <a:gd name="T4" fmla="*/ 11 w 83"/>
                  <a:gd name="T5" fmla="*/ 3 h 26"/>
                  <a:gd name="T6" fmla="*/ 0 w 8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3"/>
                  <a:gd name="T13" fmla="*/ 0 h 26"/>
                  <a:gd name="T14" fmla="*/ 83 w 83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3" h="26">
                    <a:moveTo>
                      <a:pt x="0" y="0"/>
                    </a:moveTo>
                    <a:lnTo>
                      <a:pt x="7" y="26"/>
                    </a:lnTo>
                    <a:lnTo>
                      <a:pt x="83" y="1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4" name="Freeform 186">
                <a:extLst>
                  <a:ext uri="{FF2B5EF4-FFF2-40B4-BE49-F238E27FC236}">
                    <a16:creationId xmlns:a16="http://schemas.microsoft.com/office/drawing/2014/main" id="{D6219D4F-2A8A-25F6-5FD6-BCBCA508F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51002" y="889580"/>
                <a:ext cx="35589" cy="890516"/>
              </a:xfrm>
              <a:custGeom>
                <a:avLst/>
                <a:gdLst>
                  <a:gd name="T0" fmla="*/ 0 w 42"/>
                  <a:gd name="T1" fmla="*/ 4 h 144"/>
                  <a:gd name="T2" fmla="*/ 2 w 42"/>
                  <a:gd name="T3" fmla="*/ 20 h 144"/>
                  <a:gd name="T4" fmla="*/ 4 w 42"/>
                  <a:gd name="T5" fmla="*/ 0 h 144"/>
                  <a:gd name="T6" fmla="*/ 0 w 42"/>
                  <a:gd name="T7" fmla="*/ 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144"/>
                  <a:gd name="T14" fmla="*/ 42 w 42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144">
                    <a:moveTo>
                      <a:pt x="0" y="32"/>
                    </a:moveTo>
                    <a:lnTo>
                      <a:pt x="19" y="144"/>
                    </a:lnTo>
                    <a:lnTo>
                      <a:pt x="42" y="0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5" name="Freeform 187">
                <a:extLst>
                  <a:ext uri="{FF2B5EF4-FFF2-40B4-BE49-F238E27FC236}">
                    <a16:creationId xmlns:a16="http://schemas.microsoft.com/office/drawing/2014/main" id="{C4D49BE3-23A6-13F1-94E9-7D29DCAAFD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66436" y="1505701"/>
                <a:ext cx="598886" cy="890516"/>
              </a:xfrm>
              <a:custGeom>
                <a:avLst/>
                <a:gdLst>
                  <a:gd name="T0" fmla="*/ 0 w 657"/>
                  <a:gd name="T1" fmla="*/ 81 h 907"/>
                  <a:gd name="T2" fmla="*/ 9 w 657"/>
                  <a:gd name="T3" fmla="*/ 89 h 907"/>
                  <a:gd name="T4" fmla="*/ 22 w 657"/>
                  <a:gd name="T5" fmla="*/ 91 h 907"/>
                  <a:gd name="T6" fmla="*/ 36 w 657"/>
                  <a:gd name="T7" fmla="*/ 108 h 907"/>
                  <a:gd name="T8" fmla="*/ 54 w 657"/>
                  <a:gd name="T9" fmla="*/ 109 h 907"/>
                  <a:gd name="T10" fmla="*/ 51 w 657"/>
                  <a:gd name="T11" fmla="*/ 118 h 907"/>
                  <a:gd name="T12" fmla="*/ 56 w 657"/>
                  <a:gd name="T13" fmla="*/ 121 h 907"/>
                  <a:gd name="T14" fmla="*/ 58 w 657"/>
                  <a:gd name="T15" fmla="*/ 100 h 907"/>
                  <a:gd name="T16" fmla="*/ 55 w 657"/>
                  <a:gd name="T17" fmla="*/ 87 h 907"/>
                  <a:gd name="T18" fmla="*/ 61 w 657"/>
                  <a:gd name="T19" fmla="*/ 86 h 907"/>
                  <a:gd name="T20" fmla="*/ 57 w 657"/>
                  <a:gd name="T21" fmla="*/ 79 h 907"/>
                  <a:gd name="T22" fmla="*/ 71 w 657"/>
                  <a:gd name="T23" fmla="*/ 76 h 907"/>
                  <a:gd name="T24" fmla="*/ 75 w 657"/>
                  <a:gd name="T25" fmla="*/ 81 h 907"/>
                  <a:gd name="T26" fmla="*/ 70 w 657"/>
                  <a:gd name="T27" fmla="*/ 71 h 907"/>
                  <a:gd name="T28" fmla="*/ 71 w 657"/>
                  <a:gd name="T29" fmla="*/ 45 h 907"/>
                  <a:gd name="T30" fmla="*/ 59 w 657"/>
                  <a:gd name="T31" fmla="*/ 46 h 907"/>
                  <a:gd name="T32" fmla="*/ 55 w 657"/>
                  <a:gd name="T33" fmla="*/ 41 h 907"/>
                  <a:gd name="T34" fmla="*/ 43 w 657"/>
                  <a:gd name="T35" fmla="*/ 38 h 907"/>
                  <a:gd name="T36" fmla="*/ 35 w 657"/>
                  <a:gd name="T37" fmla="*/ 24 h 907"/>
                  <a:gd name="T38" fmla="*/ 47 w 657"/>
                  <a:gd name="T39" fmla="*/ 5 h 907"/>
                  <a:gd name="T40" fmla="*/ 45 w 657"/>
                  <a:gd name="T41" fmla="*/ 0 h 907"/>
                  <a:gd name="T42" fmla="*/ 24 w 657"/>
                  <a:gd name="T43" fmla="*/ 11 h 907"/>
                  <a:gd name="T44" fmla="*/ 13 w 657"/>
                  <a:gd name="T45" fmla="*/ 32 h 907"/>
                  <a:gd name="T46" fmla="*/ 9 w 657"/>
                  <a:gd name="T47" fmla="*/ 27 h 907"/>
                  <a:gd name="T48" fmla="*/ 6 w 657"/>
                  <a:gd name="T49" fmla="*/ 38 h 907"/>
                  <a:gd name="T50" fmla="*/ 9 w 657"/>
                  <a:gd name="T51" fmla="*/ 62 h 907"/>
                  <a:gd name="T52" fmla="*/ 11 w 657"/>
                  <a:gd name="T53" fmla="*/ 62 h 907"/>
                  <a:gd name="T54" fmla="*/ 0 w 657"/>
                  <a:gd name="T55" fmla="*/ 81 h 90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657"/>
                  <a:gd name="T85" fmla="*/ 0 h 907"/>
                  <a:gd name="T86" fmla="*/ 657 w 657"/>
                  <a:gd name="T87" fmla="*/ 907 h 90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657" h="907">
                    <a:moveTo>
                      <a:pt x="0" y="606"/>
                    </a:moveTo>
                    <a:lnTo>
                      <a:pt x="80" y="670"/>
                    </a:lnTo>
                    <a:lnTo>
                      <a:pt x="196" y="686"/>
                    </a:lnTo>
                    <a:lnTo>
                      <a:pt x="315" y="807"/>
                    </a:lnTo>
                    <a:lnTo>
                      <a:pt x="471" y="820"/>
                    </a:lnTo>
                    <a:lnTo>
                      <a:pt x="449" y="887"/>
                    </a:lnTo>
                    <a:lnTo>
                      <a:pt x="491" y="907"/>
                    </a:lnTo>
                    <a:lnTo>
                      <a:pt x="513" y="749"/>
                    </a:lnTo>
                    <a:lnTo>
                      <a:pt x="485" y="654"/>
                    </a:lnTo>
                    <a:lnTo>
                      <a:pt x="535" y="650"/>
                    </a:lnTo>
                    <a:lnTo>
                      <a:pt x="497" y="592"/>
                    </a:lnTo>
                    <a:lnTo>
                      <a:pt x="625" y="570"/>
                    </a:lnTo>
                    <a:lnTo>
                      <a:pt x="657" y="612"/>
                    </a:lnTo>
                    <a:lnTo>
                      <a:pt x="609" y="532"/>
                    </a:lnTo>
                    <a:lnTo>
                      <a:pt x="625" y="339"/>
                    </a:lnTo>
                    <a:lnTo>
                      <a:pt x="517" y="346"/>
                    </a:lnTo>
                    <a:lnTo>
                      <a:pt x="485" y="304"/>
                    </a:lnTo>
                    <a:lnTo>
                      <a:pt x="375" y="288"/>
                    </a:lnTo>
                    <a:lnTo>
                      <a:pt x="308" y="183"/>
                    </a:lnTo>
                    <a:lnTo>
                      <a:pt x="411" y="35"/>
                    </a:lnTo>
                    <a:lnTo>
                      <a:pt x="398" y="0"/>
                    </a:lnTo>
                    <a:lnTo>
                      <a:pt x="212" y="81"/>
                    </a:lnTo>
                    <a:lnTo>
                      <a:pt x="110" y="243"/>
                    </a:lnTo>
                    <a:lnTo>
                      <a:pt x="78" y="205"/>
                    </a:lnTo>
                    <a:lnTo>
                      <a:pt x="52" y="285"/>
                    </a:lnTo>
                    <a:lnTo>
                      <a:pt x="78" y="464"/>
                    </a:lnTo>
                    <a:lnTo>
                      <a:pt x="100" y="464"/>
                    </a:lnTo>
                    <a:lnTo>
                      <a:pt x="0" y="60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6" name="Freeform 188">
                <a:extLst>
                  <a:ext uri="{FF2B5EF4-FFF2-40B4-BE49-F238E27FC236}">
                    <a16:creationId xmlns:a16="http://schemas.microsoft.com/office/drawing/2014/main" id="{BBF0F5F9-4E57-0670-057E-E9A60AD94C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24040" y="1245441"/>
                <a:ext cx="159538" cy="890516"/>
              </a:xfrm>
              <a:custGeom>
                <a:avLst/>
                <a:gdLst>
                  <a:gd name="T0" fmla="*/ 0 w 173"/>
                  <a:gd name="T1" fmla="*/ 0 h 148"/>
                  <a:gd name="T2" fmla="*/ 0 w 173"/>
                  <a:gd name="T3" fmla="*/ 8 h 148"/>
                  <a:gd name="T4" fmla="*/ 4 w 173"/>
                  <a:gd name="T5" fmla="*/ 7 h 148"/>
                  <a:gd name="T6" fmla="*/ 17 w 173"/>
                  <a:gd name="T7" fmla="*/ 20 h 148"/>
                  <a:gd name="T8" fmla="*/ 20 w 173"/>
                  <a:gd name="T9" fmla="*/ 10 h 148"/>
                  <a:gd name="T10" fmla="*/ 13 w 173"/>
                  <a:gd name="T11" fmla="*/ 1 h 148"/>
                  <a:gd name="T12" fmla="*/ 0 w 173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3"/>
                  <a:gd name="T22" fmla="*/ 0 h 148"/>
                  <a:gd name="T23" fmla="*/ 173 w 173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3" h="148">
                    <a:moveTo>
                      <a:pt x="0" y="0"/>
                    </a:moveTo>
                    <a:lnTo>
                      <a:pt x="0" y="58"/>
                    </a:lnTo>
                    <a:lnTo>
                      <a:pt x="38" y="48"/>
                    </a:lnTo>
                    <a:lnTo>
                      <a:pt x="147" y="148"/>
                    </a:lnTo>
                    <a:lnTo>
                      <a:pt x="173" y="74"/>
                    </a:lnTo>
                    <a:lnTo>
                      <a:pt x="112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7" name="Freeform 189">
                <a:extLst>
                  <a:ext uri="{FF2B5EF4-FFF2-40B4-BE49-F238E27FC236}">
                    <a16:creationId xmlns:a16="http://schemas.microsoft.com/office/drawing/2014/main" id="{F9E3DEF4-A9B9-ACD7-A9DA-3D5D6D50FF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64534" y="684029"/>
                <a:ext cx="533842" cy="890516"/>
              </a:xfrm>
              <a:custGeom>
                <a:avLst/>
                <a:gdLst>
                  <a:gd name="T0" fmla="*/ 0 w 589"/>
                  <a:gd name="T1" fmla="*/ 10 h 186"/>
                  <a:gd name="T2" fmla="*/ 9 w 589"/>
                  <a:gd name="T3" fmla="*/ 1 h 186"/>
                  <a:gd name="T4" fmla="*/ 26 w 589"/>
                  <a:gd name="T5" fmla="*/ 0 h 186"/>
                  <a:gd name="T6" fmla="*/ 67 w 589"/>
                  <a:gd name="T7" fmla="*/ 22 h 186"/>
                  <a:gd name="T8" fmla="*/ 44 w 589"/>
                  <a:gd name="T9" fmla="*/ 26 h 186"/>
                  <a:gd name="T10" fmla="*/ 48 w 589"/>
                  <a:gd name="T11" fmla="*/ 20 h 186"/>
                  <a:gd name="T12" fmla="*/ 38 w 589"/>
                  <a:gd name="T13" fmla="*/ 12 h 186"/>
                  <a:gd name="T14" fmla="*/ 18 w 589"/>
                  <a:gd name="T15" fmla="*/ 8 h 186"/>
                  <a:gd name="T16" fmla="*/ 19 w 589"/>
                  <a:gd name="T17" fmla="*/ 4 h 186"/>
                  <a:gd name="T18" fmla="*/ 0 w 589"/>
                  <a:gd name="T19" fmla="*/ 10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89"/>
                  <a:gd name="T31" fmla="*/ 0 h 186"/>
                  <a:gd name="T32" fmla="*/ 589 w 589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89" h="186">
                    <a:moveTo>
                      <a:pt x="0" y="74"/>
                    </a:moveTo>
                    <a:lnTo>
                      <a:pt x="76" y="7"/>
                    </a:lnTo>
                    <a:lnTo>
                      <a:pt x="230" y="0"/>
                    </a:lnTo>
                    <a:lnTo>
                      <a:pt x="589" y="157"/>
                    </a:lnTo>
                    <a:lnTo>
                      <a:pt x="393" y="186"/>
                    </a:lnTo>
                    <a:lnTo>
                      <a:pt x="429" y="148"/>
                    </a:lnTo>
                    <a:lnTo>
                      <a:pt x="335" y="90"/>
                    </a:lnTo>
                    <a:lnTo>
                      <a:pt x="157" y="58"/>
                    </a:lnTo>
                    <a:lnTo>
                      <a:pt x="166" y="29"/>
                    </a:lnTo>
                    <a:lnTo>
                      <a:pt x="0" y="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8" name="Freeform 190">
                <a:extLst>
                  <a:ext uri="{FF2B5EF4-FFF2-40B4-BE49-F238E27FC236}">
                    <a16:creationId xmlns:a16="http://schemas.microsoft.com/office/drawing/2014/main" id="{083738A4-ACC3-5F6B-95AE-4DCE57495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17420" y="808845"/>
                <a:ext cx="173038" cy="890516"/>
              </a:xfrm>
              <a:custGeom>
                <a:avLst/>
                <a:gdLst>
                  <a:gd name="T0" fmla="*/ 0 w 186"/>
                  <a:gd name="T1" fmla="*/ 0 h 102"/>
                  <a:gd name="T2" fmla="*/ 0 w 186"/>
                  <a:gd name="T3" fmla="*/ 14 h 102"/>
                  <a:gd name="T4" fmla="*/ 22 w 186"/>
                  <a:gd name="T5" fmla="*/ 10 h 102"/>
                  <a:gd name="T6" fmla="*/ 12 w 186"/>
                  <a:gd name="T7" fmla="*/ 1 h 102"/>
                  <a:gd name="T8" fmla="*/ 0 w 186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6"/>
                  <a:gd name="T16" fmla="*/ 0 h 102"/>
                  <a:gd name="T17" fmla="*/ 186 w 186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6" h="102">
                    <a:moveTo>
                      <a:pt x="0" y="0"/>
                    </a:moveTo>
                    <a:lnTo>
                      <a:pt x="0" y="102"/>
                    </a:lnTo>
                    <a:lnTo>
                      <a:pt x="186" y="70"/>
                    </a:lnTo>
                    <a:lnTo>
                      <a:pt x="106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9" name="Freeform 191">
                <a:extLst>
                  <a:ext uri="{FF2B5EF4-FFF2-40B4-BE49-F238E27FC236}">
                    <a16:creationId xmlns:a16="http://schemas.microsoft.com/office/drawing/2014/main" id="{C365B9F2-1CC2-31D9-58B6-9F881BE36D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69483" y="1779240"/>
                <a:ext cx="281035" cy="890516"/>
              </a:xfrm>
              <a:custGeom>
                <a:avLst/>
                <a:gdLst>
                  <a:gd name="T0" fmla="*/ 0 w 304"/>
                  <a:gd name="T1" fmla="*/ 18 h 341"/>
                  <a:gd name="T2" fmla="*/ 0 w 304"/>
                  <a:gd name="T3" fmla="*/ 28 h 341"/>
                  <a:gd name="T4" fmla="*/ 6 w 304"/>
                  <a:gd name="T5" fmla="*/ 30 h 341"/>
                  <a:gd name="T6" fmla="*/ 3 w 304"/>
                  <a:gd name="T7" fmla="*/ 37 h 341"/>
                  <a:gd name="T8" fmla="*/ 2 w 304"/>
                  <a:gd name="T9" fmla="*/ 45 h 341"/>
                  <a:gd name="T10" fmla="*/ 11 w 304"/>
                  <a:gd name="T11" fmla="*/ 47 h 341"/>
                  <a:gd name="T12" fmla="*/ 18 w 304"/>
                  <a:gd name="T13" fmla="*/ 34 h 341"/>
                  <a:gd name="T14" fmla="*/ 32 w 304"/>
                  <a:gd name="T15" fmla="*/ 23 h 341"/>
                  <a:gd name="T16" fmla="*/ 36 w 304"/>
                  <a:gd name="T17" fmla="*/ 11 h 341"/>
                  <a:gd name="T18" fmla="*/ 22 w 304"/>
                  <a:gd name="T19" fmla="*/ 9 h 341"/>
                  <a:gd name="T20" fmla="*/ 13 w 304"/>
                  <a:gd name="T21" fmla="*/ 0 h 341"/>
                  <a:gd name="T22" fmla="*/ 4 w 304"/>
                  <a:gd name="T23" fmla="*/ 5 h 341"/>
                  <a:gd name="T24" fmla="*/ 0 w 304"/>
                  <a:gd name="T25" fmla="*/ 18 h 3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04"/>
                  <a:gd name="T40" fmla="*/ 0 h 341"/>
                  <a:gd name="T41" fmla="*/ 304 w 304"/>
                  <a:gd name="T42" fmla="*/ 341 h 34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04" h="341">
                    <a:moveTo>
                      <a:pt x="0" y="130"/>
                    </a:moveTo>
                    <a:lnTo>
                      <a:pt x="3" y="198"/>
                    </a:lnTo>
                    <a:lnTo>
                      <a:pt x="54" y="214"/>
                    </a:lnTo>
                    <a:lnTo>
                      <a:pt x="29" y="268"/>
                    </a:lnTo>
                    <a:lnTo>
                      <a:pt x="19" y="326"/>
                    </a:lnTo>
                    <a:lnTo>
                      <a:pt x="90" y="341"/>
                    </a:lnTo>
                    <a:lnTo>
                      <a:pt x="154" y="246"/>
                    </a:lnTo>
                    <a:lnTo>
                      <a:pt x="276" y="169"/>
                    </a:lnTo>
                    <a:lnTo>
                      <a:pt x="304" y="80"/>
                    </a:lnTo>
                    <a:lnTo>
                      <a:pt x="188" y="64"/>
                    </a:lnTo>
                    <a:lnTo>
                      <a:pt x="108" y="0"/>
                    </a:lnTo>
                    <a:lnTo>
                      <a:pt x="38" y="34"/>
                    </a:lnTo>
                    <a:lnTo>
                      <a:pt x="0" y="13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0" name="Freeform 192">
                <a:extLst>
                  <a:ext uri="{FF2B5EF4-FFF2-40B4-BE49-F238E27FC236}">
                    <a16:creationId xmlns:a16="http://schemas.microsoft.com/office/drawing/2014/main" id="{45EF9AE5-2C1C-2DBE-F7AD-484F5C998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05591" y="1045731"/>
                <a:ext cx="112908" cy="890516"/>
              </a:xfrm>
              <a:custGeom>
                <a:avLst/>
                <a:gdLst>
                  <a:gd name="T0" fmla="*/ 0 w 124"/>
                  <a:gd name="T1" fmla="*/ 6 h 57"/>
                  <a:gd name="T2" fmla="*/ 4 w 124"/>
                  <a:gd name="T3" fmla="*/ 0 h 57"/>
                  <a:gd name="T4" fmla="*/ 14 w 124"/>
                  <a:gd name="T5" fmla="*/ 8 h 57"/>
                  <a:gd name="T6" fmla="*/ 0 w 124"/>
                  <a:gd name="T7" fmla="*/ 6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57"/>
                  <a:gd name="T14" fmla="*/ 124 w 124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57">
                    <a:moveTo>
                      <a:pt x="0" y="45"/>
                    </a:moveTo>
                    <a:lnTo>
                      <a:pt x="35" y="0"/>
                    </a:lnTo>
                    <a:lnTo>
                      <a:pt x="124" y="57"/>
                    </a:lnTo>
                    <a:lnTo>
                      <a:pt x="0" y="4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1" name="Freeform 193">
                <a:extLst>
                  <a:ext uri="{FF2B5EF4-FFF2-40B4-BE49-F238E27FC236}">
                    <a16:creationId xmlns:a16="http://schemas.microsoft.com/office/drawing/2014/main" id="{F4783EFC-39D1-A5BC-2E71-E6965FCDDC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2689" y="957033"/>
                <a:ext cx="198807" cy="890516"/>
              </a:xfrm>
              <a:custGeom>
                <a:avLst/>
                <a:gdLst>
                  <a:gd name="T0" fmla="*/ 0 w 217"/>
                  <a:gd name="T1" fmla="*/ 25 h 238"/>
                  <a:gd name="T2" fmla="*/ 5 w 217"/>
                  <a:gd name="T3" fmla="*/ 14 h 238"/>
                  <a:gd name="T4" fmla="*/ 12 w 217"/>
                  <a:gd name="T5" fmla="*/ 14 h 238"/>
                  <a:gd name="T6" fmla="*/ 5 w 217"/>
                  <a:gd name="T7" fmla="*/ 4 h 238"/>
                  <a:gd name="T8" fmla="*/ 20 w 217"/>
                  <a:gd name="T9" fmla="*/ 0 h 238"/>
                  <a:gd name="T10" fmla="*/ 22 w 217"/>
                  <a:gd name="T11" fmla="*/ 15 h 238"/>
                  <a:gd name="T12" fmla="*/ 25 w 217"/>
                  <a:gd name="T13" fmla="*/ 16 h 238"/>
                  <a:gd name="T14" fmla="*/ 19 w 217"/>
                  <a:gd name="T15" fmla="*/ 26 h 238"/>
                  <a:gd name="T16" fmla="*/ 15 w 217"/>
                  <a:gd name="T17" fmla="*/ 32 h 238"/>
                  <a:gd name="T18" fmla="*/ 0 w 217"/>
                  <a:gd name="T19" fmla="*/ 25 h 2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7"/>
                  <a:gd name="T31" fmla="*/ 0 h 238"/>
                  <a:gd name="T32" fmla="*/ 217 w 217"/>
                  <a:gd name="T33" fmla="*/ 238 h 2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7" h="238">
                    <a:moveTo>
                      <a:pt x="0" y="190"/>
                    </a:moveTo>
                    <a:lnTo>
                      <a:pt x="48" y="103"/>
                    </a:lnTo>
                    <a:lnTo>
                      <a:pt x="102" y="100"/>
                    </a:lnTo>
                    <a:lnTo>
                      <a:pt x="45" y="30"/>
                    </a:lnTo>
                    <a:lnTo>
                      <a:pt x="173" y="0"/>
                    </a:lnTo>
                    <a:lnTo>
                      <a:pt x="192" y="112"/>
                    </a:lnTo>
                    <a:lnTo>
                      <a:pt x="217" y="122"/>
                    </a:lnTo>
                    <a:lnTo>
                      <a:pt x="160" y="193"/>
                    </a:lnTo>
                    <a:lnTo>
                      <a:pt x="125" y="238"/>
                    </a:lnTo>
                    <a:lnTo>
                      <a:pt x="0" y="19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2" name="Freeform 194">
                <a:extLst>
                  <a:ext uri="{FF2B5EF4-FFF2-40B4-BE49-F238E27FC236}">
                    <a16:creationId xmlns:a16="http://schemas.microsoft.com/office/drawing/2014/main" id="{BC955223-DB6F-C671-CBDF-FC8CA57C37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84882" y="808845"/>
                <a:ext cx="132541" cy="890516"/>
              </a:xfrm>
              <a:custGeom>
                <a:avLst/>
                <a:gdLst>
                  <a:gd name="T0" fmla="*/ 0 w 144"/>
                  <a:gd name="T1" fmla="*/ 10 h 102"/>
                  <a:gd name="T2" fmla="*/ 13 w 144"/>
                  <a:gd name="T3" fmla="*/ 10 h 102"/>
                  <a:gd name="T4" fmla="*/ 7 w 144"/>
                  <a:gd name="T5" fmla="*/ 1 h 102"/>
                  <a:gd name="T6" fmla="*/ 17 w 144"/>
                  <a:gd name="T7" fmla="*/ 0 h 102"/>
                  <a:gd name="T8" fmla="*/ 17 w 144"/>
                  <a:gd name="T9" fmla="*/ 14 h 102"/>
                  <a:gd name="T10" fmla="*/ 0 w 144"/>
                  <a:gd name="T11" fmla="*/ 10 h 1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02"/>
                  <a:gd name="T20" fmla="*/ 144 w 144"/>
                  <a:gd name="T21" fmla="*/ 102 h 10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02">
                    <a:moveTo>
                      <a:pt x="0" y="76"/>
                    </a:moveTo>
                    <a:lnTo>
                      <a:pt x="109" y="74"/>
                    </a:lnTo>
                    <a:lnTo>
                      <a:pt x="58" y="6"/>
                    </a:lnTo>
                    <a:lnTo>
                      <a:pt x="144" y="0"/>
                    </a:lnTo>
                    <a:lnTo>
                      <a:pt x="144" y="102"/>
                    </a:lnTo>
                    <a:lnTo>
                      <a:pt x="0" y="7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3" name="Freeform 195">
                <a:extLst>
                  <a:ext uri="{FF2B5EF4-FFF2-40B4-BE49-F238E27FC236}">
                    <a16:creationId xmlns:a16="http://schemas.microsoft.com/office/drawing/2014/main" id="{2CC4DC46-3000-EAF9-5469-8A6699786E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37499" y="1021299"/>
                <a:ext cx="305579" cy="890516"/>
              </a:xfrm>
              <a:custGeom>
                <a:avLst/>
                <a:gdLst>
                  <a:gd name="T0" fmla="*/ 0 w 336"/>
                  <a:gd name="T1" fmla="*/ 11 h 164"/>
                  <a:gd name="T2" fmla="*/ 6 w 336"/>
                  <a:gd name="T3" fmla="*/ 1 h 164"/>
                  <a:gd name="T4" fmla="*/ 27 w 336"/>
                  <a:gd name="T5" fmla="*/ 0 h 164"/>
                  <a:gd name="T6" fmla="*/ 38 w 336"/>
                  <a:gd name="T7" fmla="*/ 7 h 164"/>
                  <a:gd name="T8" fmla="*/ 29 w 336"/>
                  <a:gd name="T9" fmla="*/ 8 h 164"/>
                  <a:gd name="T10" fmla="*/ 13 w 336"/>
                  <a:gd name="T11" fmla="*/ 22 h 164"/>
                  <a:gd name="T12" fmla="*/ 10 w 336"/>
                  <a:gd name="T13" fmla="*/ 18 h 164"/>
                  <a:gd name="T14" fmla="*/ 0 w 336"/>
                  <a:gd name="T15" fmla="*/ 11 h 1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6"/>
                  <a:gd name="T25" fmla="*/ 0 h 164"/>
                  <a:gd name="T26" fmla="*/ 336 w 336"/>
                  <a:gd name="T27" fmla="*/ 164 h 16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6" h="164">
                    <a:moveTo>
                      <a:pt x="0" y="81"/>
                    </a:moveTo>
                    <a:lnTo>
                      <a:pt x="57" y="10"/>
                    </a:lnTo>
                    <a:lnTo>
                      <a:pt x="241" y="0"/>
                    </a:lnTo>
                    <a:lnTo>
                      <a:pt x="336" y="48"/>
                    </a:lnTo>
                    <a:lnTo>
                      <a:pt x="256" y="62"/>
                    </a:lnTo>
                    <a:lnTo>
                      <a:pt x="115" y="164"/>
                    </a:lnTo>
                    <a:lnTo>
                      <a:pt x="89" y="138"/>
                    </a:lnTo>
                    <a:lnTo>
                      <a:pt x="0" y="8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4" name="Freeform 196">
                <a:extLst>
                  <a:ext uri="{FF2B5EF4-FFF2-40B4-BE49-F238E27FC236}">
                    <a16:creationId xmlns:a16="http://schemas.microsoft.com/office/drawing/2014/main" id="{A284A7EE-750F-98E8-0794-552E93F3FB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9329" y="573017"/>
                <a:ext cx="1508259" cy="890516"/>
              </a:xfrm>
              <a:custGeom>
                <a:avLst/>
                <a:gdLst>
                  <a:gd name="T0" fmla="*/ 0 w 1658"/>
                  <a:gd name="T1" fmla="*/ 1 h 1048"/>
                  <a:gd name="T2" fmla="*/ 9 w 1658"/>
                  <a:gd name="T3" fmla="*/ 23 h 1048"/>
                  <a:gd name="T4" fmla="*/ 20 w 1658"/>
                  <a:gd name="T5" fmla="*/ 34 h 1048"/>
                  <a:gd name="T6" fmla="*/ 19 w 1658"/>
                  <a:gd name="T7" fmla="*/ 40 h 1048"/>
                  <a:gd name="T8" fmla="*/ 13 w 1658"/>
                  <a:gd name="T9" fmla="*/ 41 h 1048"/>
                  <a:gd name="T10" fmla="*/ 25 w 1658"/>
                  <a:gd name="T11" fmla="*/ 46 h 1048"/>
                  <a:gd name="T12" fmla="*/ 32 w 1658"/>
                  <a:gd name="T13" fmla="*/ 55 h 1048"/>
                  <a:gd name="T14" fmla="*/ 31 w 1658"/>
                  <a:gd name="T15" fmla="*/ 64 h 1048"/>
                  <a:gd name="T16" fmla="*/ 45 w 1658"/>
                  <a:gd name="T17" fmla="*/ 77 h 1048"/>
                  <a:gd name="T18" fmla="*/ 48 w 1658"/>
                  <a:gd name="T19" fmla="*/ 73 h 1048"/>
                  <a:gd name="T20" fmla="*/ 16 w 1658"/>
                  <a:gd name="T21" fmla="*/ 20 h 1048"/>
                  <a:gd name="T22" fmla="*/ 14 w 1658"/>
                  <a:gd name="T23" fmla="*/ 5 h 1048"/>
                  <a:gd name="T24" fmla="*/ 21 w 1658"/>
                  <a:gd name="T25" fmla="*/ 10 h 1048"/>
                  <a:gd name="T26" fmla="*/ 33 w 1658"/>
                  <a:gd name="T27" fmla="*/ 32 h 1048"/>
                  <a:gd name="T28" fmla="*/ 50 w 1658"/>
                  <a:gd name="T29" fmla="*/ 50 h 1048"/>
                  <a:gd name="T30" fmla="*/ 49 w 1658"/>
                  <a:gd name="T31" fmla="*/ 57 h 1048"/>
                  <a:gd name="T32" fmla="*/ 72 w 1658"/>
                  <a:gd name="T33" fmla="*/ 80 h 1048"/>
                  <a:gd name="T34" fmla="*/ 75 w 1658"/>
                  <a:gd name="T35" fmla="*/ 90 h 1048"/>
                  <a:gd name="T36" fmla="*/ 72 w 1658"/>
                  <a:gd name="T37" fmla="*/ 97 h 1048"/>
                  <a:gd name="T38" fmla="*/ 78 w 1658"/>
                  <a:gd name="T39" fmla="*/ 106 h 1048"/>
                  <a:gd name="T40" fmla="*/ 122 w 1658"/>
                  <a:gd name="T41" fmla="*/ 131 h 1048"/>
                  <a:gd name="T42" fmla="*/ 142 w 1658"/>
                  <a:gd name="T43" fmla="*/ 129 h 1048"/>
                  <a:gd name="T44" fmla="*/ 154 w 1658"/>
                  <a:gd name="T45" fmla="*/ 141 h 1048"/>
                  <a:gd name="T46" fmla="*/ 160 w 1658"/>
                  <a:gd name="T47" fmla="*/ 129 h 1048"/>
                  <a:gd name="T48" fmla="*/ 166 w 1658"/>
                  <a:gd name="T49" fmla="*/ 129 h 1048"/>
                  <a:gd name="T50" fmla="*/ 159 w 1658"/>
                  <a:gd name="T51" fmla="*/ 119 h 1048"/>
                  <a:gd name="T52" fmla="*/ 174 w 1658"/>
                  <a:gd name="T53" fmla="*/ 115 h 1048"/>
                  <a:gd name="T54" fmla="*/ 179 w 1658"/>
                  <a:gd name="T55" fmla="*/ 111 h 1048"/>
                  <a:gd name="T56" fmla="*/ 181 w 1658"/>
                  <a:gd name="T57" fmla="*/ 108 h 1048"/>
                  <a:gd name="T58" fmla="*/ 182 w 1658"/>
                  <a:gd name="T59" fmla="*/ 114 h 1048"/>
                  <a:gd name="T60" fmla="*/ 188 w 1658"/>
                  <a:gd name="T61" fmla="*/ 91 h 1048"/>
                  <a:gd name="T62" fmla="*/ 180 w 1658"/>
                  <a:gd name="T63" fmla="*/ 87 h 1048"/>
                  <a:gd name="T64" fmla="*/ 166 w 1658"/>
                  <a:gd name="T65" fmla="*/ 91 h 1048"/>
                  <a:gd name="T66" fmla="*/ 159 w 1658"/>
                  <a:gd name="T67" fmla="*/ 111 h 1048"/>
                  <a:gd name="T68" fmla="*/ 140 w 1658"/>
                  <a:gd name="T69" fmla="*/ 113 h 1048"/>
                  <a:gd name="T70" fmla="*/ 133 w 1658"/>
                  <a:gd name="T71" fmla="*/ 107 h 1048"/>
                  <a:gd name="T72" fmla="*/ 121 w 1658"/>
                  <a:gd name="T73" fmla="*/ 83 h 1048"/>
                  <a:gd name="T74" fmla="*/ 121 w 1658"/>
                  <a:gd name="T75" fmla="*/ 64 h 1048"/>
                  <a:gd name="T76" fmla="*/ 125 w 1658"/>
                  <a:gd name="T77" fmla="*/ 55 h 1048"/>
                  <a:gd name="T78" fmla="*/ 112 w 1658"/>
                  <a:gd name="T79" fmla="*/ 49 h 1048"/>
                  <a:gd name="T80" fmla="*/ 97 w 1658"/>
                  <a:gd name="T81" fmla="*/ 23 h 1048"/>
                  <a:gd name="T82" fmla="*/ 84 w 1658"/>
                  <a:gd name="T83" fmla="*/ 29 h 1048"/>
                  <a:gd name="T84" fmla="*/ 66 w 1658"/>
                  <a:gd name="T85" fmla="*/ 7 h 1048"/>
                  <a:gd name="T86" fmla="*/ 38 w 1658"/>
                  <a:gd name="T87" fmla="*/ 11 h 1048"/>
                  <a:gd name="T88" fmla="*/ 14 w 1658"/>
                  <a:gd name="T89" fmla="*/ 0 h 1048"/>
                  <a:gd name="T90" fmla="*/ 0 w 1658"/>
                  <a:gd name="T91" fmla="*/ 1 h 10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658"/>
                  <a:gd name="T139" fmla="*/ 0 h 1048"/>
                  <a:gd name="T140" fmla="*/ 1658 w 1658"/>
                  <a:gd name="T141" fmla="*/ 1048 h 104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658" h="1048">
                    <a:moveTo>
                      <a:pt x="0" y="10"/>
                    </a:moveTo>
                    <a:lnTo>
                      <a:pt x="79" y="176"/>
                    </a:lnTo>
                    <a:lnTo>
                      <a:pt x="172" y="250"/>
                    </a:lnTo>
                    <a:lnTo>
                      <a:pt x="166" y="295"/>
                    </a:lnTo>
                    <a:lnTo>
                      <a:pt x="118" y="305"/>
                    </a:lnTo>
                    <a:lnTo>
                      <a:pt x="221" y="340"/>
                    </a:lnTo>
                    <a:lnTo>
                      <a:pt x="278" y="413"/>
                    </a:lnTo>
                    <a:lnTo>
                      <a:pt x="275" y="475"/>
                    </a:lnTo>
                    <a:lnTo>
                      <a:pt x="393" y="577"/>
                    </a:lnTo>
                    <a:lnTo>
                      <a:pt x="419" y="545"/>
                    </a:lnTo>
                    <a:lnTo>
                      <a:pt x="140" y="151"/>
                    </a:lnTo>
                    <a:lnTo>
                      <a:pt x="121" y="42"/>
                    </a:lnTo>
                    <a:lnTo>
                      <a:pt x="182" y="70"/>
                    </a:lnTo>
                    <a:lnTo>
                      <a:pt x="287" y="241"/>
                    </a:lnTo>
                    <a:lnTo>
                      <a:pt x="435" y="372"/>
                    </a:lnTo>
                    <a:lnTo>
                      <a:pt x="429" y="423"/>
                    </a:lnTo>
                    <a:lnTo>
                      <a:pt x="634" y="596"/>
                    </a:lnTo>
                    <a:lnTo>
                      <a:pt x="656" y="670"/>
                    </a:lnTo>
                    <a:lnTo>
                      <a:pt x="634" y="721"/>
                    </a:lnTo>
                    <a:lnTo>
                      <a:pt x="682" y="788"/>
                    </a:lnTo>
                    <a:lnTo>
                      <a:pt x="1075" y="974"/>
                    </a:lnTo>
                    <a:lnTo>
                      <a:pt x="1245" y="958"/>
                    </a:lnTo>
                    <a:lnTo>
                      <a:pt x="1357" y="1048"/>
                    </a:lnTo>
                    <a:lnTo>
                      <a:pt x="1405" y="961"/>
                    </a:lnTo>
                    <a:lnTo>
                      <a:pt x="1459" y="958"/>
                    </a:lnTo>
                    <a:lnTo>
                      <a:pt x="1402" y="888"/>
                    </a:lnTo>
                    <a:lnTo>
                      <a:pt x="1530" y="858"/>
                    </a:lnTo>
                    <a:lnTo>
                      <a:pt x="1572" y="826"/>
                    </a:lnTo>
                    <a:lnTo>
                      <a:pt x="1590" y="808"/>
                    </a:lnTo>
                    <a:lnTo>
                      <a:pt x="1604" y="850"/>
                    </a:lnTo>
                    <a:lnTo>
                      <a:pt x="1658" y="673"/>
                    </a:lnTo>
                    <a:lnTo>
                      <a:pt x="1588" y="647"/>
                    </a:lnTo>
                    <a:lnTo>
                      <a:pt x="1463" y="673"/>
                    </a:lnTo>
                    <a:lnTo>
                      <a:pt x="1399" y="826"/>
                    </a:lnTo>
                    <a:lnTo>
                      <a:pt x="1235" y="842"/>
                    </a:lnTo>
                    <a:lnTo>
                      <a:pt x="1171" y="801"/>
                    </a:lnTo>
                    <a:lnTo>
                      <a:pt x="1065" y="619"/>
                    </a:lnTo>
                    <a:lnTo>
                      <a:pt x="1063" y="475"/>
                    </a:lnTo>
                    <a:lnTo>
                      <a:pt x="1097" y="407"/>
                    </a:lnTo>
                    <a:lnTo>
                      <a:pt x="986" y="369"/>
                    </a:lnTo>
                    <a:lnTo>
                      <a:pt x="850" y="174"/>
                    </a:lnTo>
                    <a:lnTo>
                      <a:pt x="736" y="215"/>
                    </a:lnTo>
                    <a:lnTo>
                      <a:pt x="582" y="52"/>
                    </a:lnTo>
                    <a:lnTo>
                      <a:pt x="335" y="84"/>
                    </a:lnTo>
                    <a:lnTo>
                      <a:pt x="127" y="0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5" name="Freeform 197">
                <a:extLst>
                  <a:ext uri="{FF2B5EF4-FFF2-40B4-BE49-F238E27FC236}">
                    <a16:creationId xmlns:a16="http://schemas.microsoft.com/office/drawing/2014/main" id="{FEA5F5CB-7874-4F78-2722-C5C16EC59F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43043" y="1091412"/>
                <a:ext cx="200038" cy="890516"/>
              </a:xfrm>
              <a:custGeom>
                <a:avLst/>
                <a:gdLst>
                  <a:gd name="T0" fmla="*/ 0 w 221"/>
                  <a:gd name="T1" fmla="*/ 15 h 231"/>
                  <a:gd name="T2" fmla="*/ 10 w 221"/>
                  <a:gd name="T3" fmla="*/ 30 h 231"/>
                  <a:gd name="T4" fmla="*/ 23 w 221"/>
                  <a:gd name="T5" fmla="*/ 31 h 231"/>
                  <a:gd name="T6" fmla="*/ 25 w 221"/>
                  <a:gd name="T7" fmla="*/ 0 h 231"/>
                  <a:gd name="T8" fmla="*/ 16 w 221"/>
                  <a:gd name="T9" fmla="*/ 2 h 231"/>
                  <a:gd name="T10" fmla="*/ 0 w 221"/>
                  <a:gd name="T11" fmla="*/ 15 h 2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1"/>
                  <a:gd name="T19" fmla="*/ 0 h 231"/>
                  <a:gd name="T20" fmla="*/ 221 w 221"/>
                  <a:gd name="T21" fmla="*/ 231 h 2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1" h="231">
                    <a:moveTo>
                      <a:pt x="0" y="116"/>
                    </a:moveTo>
                    <a:lnTo>
                      <a:pt x="90" y="225"/>
                    </a:lnTo>
                    <a:lnTo>
                      <a:pt x="202" y="231"/>
                    </a:lnTo>
                    <a:lnTo>
                      <a:pt x="221" y="0"/>
                    </a:lnTo>
                    <a:lnTo>
                      <a:pt x="141" y="14"/>
                    </a:lnTo>
                    <a:lnTo>
                      <a:pt x="0" y="11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6" name="Freeform 198">
                <a:extLst>
                  <a:ext uri="{FF2B5EF4-FFF2-40B4-BE49-F238E27FC236}">
                    <a16:creationId xmlns:a16="http://schemas.microsoft.com/office/drawing/2014/main" id="{0A1AB3DE-1637-02A5-56BA-7EB9A0446C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59034" y="1303869"/>
                <a:ext cx="279807" cy="890516"/>
              </a:xfrm>
              <a:custGeom>
                <a:avLst/>
                <a:gdLst>
                  <a:gd name="T0" fmla="*/ 0 w 308"/>
                  <a:gd name="T1" fmla="*/ 10 h 137"/>
                  <a:gd name="T2" fmla="*/ 3 w 308"/>
                  <a:gd name="T3" fmla="*/ 0 h 137"/>
                  <a:gd name="T4" fmla="*/ 10 w 308"/>
                  <a:gd name="T5" fmla="*/ 6 h 137"/>
                  <a:gd name="T6" fmla="*/ 24 w 308"/>
                  <a:gd name="T7" fmla="*/ 0 h 137"/>
                  <a:gd name="T8" fmla="*/ 35 w 308"/>
                  <a:gd name="T9" fmla="*/ 7 h 137"/>
                  <a:gd name="T10" fmla="*/ 32 w 308"/>
                  <a:gd name="T11" fmla="*/ 18 h 137"/>
                  <a:gd name="T12" fmla="*/ 31 w 308"/>
                  <a:gd name="T13" fmla="*/ 9 h 137"/>
                  <a:gd name="T14" fmla="*/ 24 w 308"/>
                  <a:gd name="T15" fmla="*/ 5 h 137"/>
                  <a:gd name="T16" fmla="*/ 17 w 308"/>
                  <a:gd name="T17" fmla="*/ 11 h 137"/>
                  <a:gd name="T18" fmla="*/ 18 w 308"/>
                  <a:gd name="T19" fmla="*/ 16 h 137"/>
                  <a:gd name="T20" fmla="*/ 15 w 308"/>
                  <a:gd name="T21" fmla="*/ 18 h 137"/>
                  <a:gd name="T22" fmla="*/ 0 w 308"/>
                  <a:gd name="T23" fmla="*/ 10 h 13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08"/>
                  <a:gd name="T37" fmla="*/ 0 h 137"/>
                  <a:gd name="T38" fmla="*/ 308 w 308"/>
                  <a:gd name="T39" fmla="*/ 137 h 13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08" h="137">
                    <a:moveTo>
                      <a:pt x="0" y="74"/>
                    </a:moveTo>
                    <a:lnTo>
                      <a:pt x="26" y="0"/>
                    </a:lnTo>
                    <a:lnTo>
                      <a:pt x="90" y="44"/>
                    </a:lnTo>
                    <a:lnTo>
                      <a:pt x="208" y="2"/>
                    </a:lnTo>
                    <a:lnTo>
                      <a:pt x="308" y="54"/>
                    </a:lnTo>
                    <a:lnTo>
                      <a:pt x="282" y="134"/>
                    </a:lnTo>
                    <a:lnTo>
                      <a:pt x="272" y="66"/>
                    </a:lnTo>
                    <a:lnTo>
                      <a:pt x="208" y="42"/>
                    </a:lnTo>
                    <a:lnTo>
                      <a:pt x="144" y="82"/>
                    </a:lnTo>
                    <a:lnTo>
                      <a:pt x="160" y="121"/>
                    </a:lnTo>
                    <a:lnTo>
                      <a:pt x="132" y="137"/>
                    </a:lnTo>
                    <a:lnTo>
                      <a:pt x="0" y="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7" name="Freeform 199">
                <a:extLst>
                  <a:ext uri="{FF2B5EF4-FFF2-40B4-BE49-F238E27FC236}">
                    <a16:creationId xmlns:a16="http://schemas.microsoft.com/office/drawing/2014/main" id="{A2217038-9F08-A44B-B6FE-A4C790AE06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08312" y="1211983"/>
                <a:ext cx="49089" cy="890516"/>
              </a:xfrm>
              <a:custGeom>
                <a:avLst/>
                <a:gdLst>
                  <a:gd name="T0" fmla="*/ 0 w 52"/>
                  <a:gd name="T1" fmla="*/ 7 h 42"/>
                  <a:gd name="T2" fmla="*/ 6 w 52"/>
                  <a:gd name="T3" fmla="*/ 6 h 42"/>
                  <a:gd name="T4" fmla="*/ 6 w 52"/>
                  <a:gd name="T5" fmla="*/ 0 h 42"/>
                  <a:gd name="T6" fmla="*/ 0 w 52"/>
                  <a:gd name="T7" fmla="*/ 7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42"/>
                  <a:gd name="T14" fmla="*/ 52 w 52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42">
                    <a:moveTo>
                      <a:pt x="0" y="42"/>
                    </a:moveTo>
                    <a:lnTo>
                      <a:pt x="52" y="36"/>
                    </a:lnTo>
                    <a:lnTo>
                      <a:pt x="52" y="0"/>
                    </a:lnTo>
                    <a:lnTo>
                      <a:pt x="0" y="4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8" name="Freeform 200">
                <a:extLst>
                  <a:ext uri="{FF2B5EF4-FFF2-40B4-BE49-F238E27FC236}">
                    <a16:creationId xmlns:a16="http://schemas.microsoft.com/office/drawing/2014/main" id="{F0404F00-0199-6FEC-192D-E90B91F077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50636" y="1393631"/>
                <a:ext cx="666383" cy="890516"/>
              </a:xfrm>
              <a:custGeom>
                <a:avLst/>
                <a:gdLst>
                  <a:gd name="T0" fmla="*/ 0 w 736"/>
                  <a:gd name="T1" fmla="*/ 23 h 631"/>
                  <a:gd name="T2" fmla="*/ 7 w 736"/>
                  <a:gd name="T3" fmla="*/ 37 h 631"/>
                  <a:gd name="T4" fmla="*/ 20 w 736"/>
                  <a:gd name="T5" fmla="*/ 39 h 631"/>
                  <a:gd name="T6" fmla="*/ 23 w 736"/>
                  <a:gd name="T7" fmla="*/ 45 h 631"/>
                  <a:gd name="T8" fmla="*/ 36 w 736"/>
                  <a:gd name="T9" fmla="*/ 44 h 631"/>
                  <a:gd name="T10" fmla="*/ 34 w 736"/>
                  <a:gd name="T11" fmla="*/ 69 h 631"/>
                  <a:gd name="T12" fmla="*/ 39 w 736"/>
                  <a:gd name="T13" fmla="*/ 80 h 631"/>
                  <a:gd name="T14" fmla="*/ 47 w 736"/>
                  <a:gd name="T15" fmla="*/ 83 h 631"/>
                  <a:gd name="T16" fmla="*/ 61 w 736"/>
                  <a:gd name="T17" fmla="*/ 73 h 631"/>
                  <a:gd name="T18" fmla="*/ 56 w 736"/>
                  <a:gd name="T19" fmla="*/ 71 h 631"/>
                  <a:gd name="T20" fmla="*/ 52 w 736"/>
                  <a:gd name="T21" fmla="*/ 58 h 631"/>
                  <a:gd name="T22" fmla="*/ 63 w 736"/>
                  <a:gd name="T23" fmla="*/ 60 h 631"/>
                  <a:gd name="T24" fmla="*/ 78 w 736"/>
                  <a:gd name="T25" fmla="*/ 52 h 631"/>
                  <a:gd name="T26" fmla="*/ 74 w 736"/>
                  <a:gd name="T27" fmla="*/ 45 h 631"/>
                  <a:gd name="T28" fmla="*/ 79 w 736"/>
                  <a:gd name="T29" fmla="*/ 39 h 631"/>
                  <a:gd name="T30" fmla="*/ 77 w 736"/>
                  <a:gd name="T31" fmla="*/ 34 h 631"/>
                  <a:gd name="T32" fmla="*/ 83 w 736"/>
                  <a:gd name="T33" fmla="*/ 29 h 631"/>
                  <a:gd name="T34" fmla="*/ 76 w 736"/>
                  <a:gd name="T35" fmla="*/ 27 h 631"/>
                  <a:gd name="T36" fmla="*/ 76 w 736"/>
                  <a:gd name="T37" fmla="*/ 21 h 631"/>
                  <a:gd name="T38" fmla="*/ 63 w 736"/>
                  <a:gd name="T39" fmla="*/ 14 h 631"/>
                  <a:gd name="T40" fmla="*/ 69 w 736"/>
                  <a:gd name="T41" fmla="*/ 12 h 631"/>
                  <a:gd name="T42" fmla="*/ 33 w 736"/>
                  <a:gd name="T43" fmla="*/ 13 h 631"/>
                  <a:gd name="T44" fmla="*/ 20 w 736"/>
                  <a:gd name="T45" fmla="*/ 0 h 631"/>
                  <a:gd name="T46" fmla="*/ 21 w 736"/>
                  <a:gd name="T47" fmla="*/ 6 h 631"/>
                  <a:gd name="T48" fmla="*/ 11 w 736"/>
                  <a:gd name="T49" fmla="*/ 11 h 631"/>
                  <a:gd name="T50" fmla="*/ 14 w 736"/>
                  <a:gd name="T51" fmla="*/ 21 h 631"/>
                  <a:gd name="T52" fmla="*/ 10 w 736"/>
                  <a:gd name="T53" fmla="*/ 25 h 631"/>
                  <a:gd name="T54" fmla="*/ 7 w 736"/>
                  <a:gd name="T55" fmla="*/ 16 h 631"/>
                  <a:gd name="T56" fmla="*/ 12 w 736"/>
                  <a:gd name="T57" fmla="*/ 4 h 631"/>
                  <a:gd name="T58" fmla="*/ 0 w 736"/>
                  <a:gd name="T59" fmla="*/ 23 h 63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736"/>
                  <a:gd name="T91" fmla="*/ 0 h 631"/>
                  <a:gd name="T92" fmla="*/ 736 w 736"/>
                  <a:gd name="T93" fmla="*/ 631 h 631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736" h="631">
                    <a:moveTo>
                      <a:pt x="0" y="176"/>
                    </a:moveTo>
                    <a:lnTo>
                      <a:pt x="67" y="281"/>
                    </a:lnTo>
                    <a:lnTo>
                      <a:pt x="177" y="297"/>
                    </a:lnTo>
                    <a:lnTo>
                      <a:pt x="209" y="339"/>
                    </a:lnTo>
                    <a:lnTo>
                      <a:pt x="317" y="332"/>
                    </a:lnTo>
                    <a:lnTo>
                      <a:pt x="301" y="525"/>
                    </a:lnTo>
                    <a:lnTo>
                      <a:pt x="349" y="605"/>
                    </a:lnTo>
                    <a:lnTo>
                      <a:pt x="413" y="631"/>
                    </a:lnTo>
                    <a:lnTo>
                      <a:pt x="544" y="553"/>
                    </a:lnTo>
                    <a:lnTo>
                      <a:pt x="494" y="541"/>
                    </a:lnTo>
                    <a:lnTo>
                      <a:pt x="464" y="438"/>
                    </a:lnTo>
                    <a:lnTo>
                      <a:pt x="560" y="457"/>
                    </a:lnTo>
                    <a:lnTo>
                      <a:pt x="694" y="393"/>
                    </a:lnTo>
                    <a:lnTo>
                      <a:pt x="660" y="339"/>
                    </a:lnTo>
                    <a:lnTo>
                      <a:pt x="704" y="294"/>
                    </a:lnTo>
                    <a:lnTo>
                      <a:pt x="686" y="256"/>
                    </a:lnTo>
                    <a:lnTo>
                      <a:pt x="736" y="218"/>
                    </a:lnTo>
                    <a:lnTo>
                      <a:pt x="670" y="208"/>
                    </a:lnTo>
                    <a:lnTo>
                      <a:pt x="670" y="160"/>
                    </a:lnTo>
                    <a:lnTo>
                      <a:pt x="564" y="106"/>
                    </a:lnTo>
                    <a:lnTo>
                      <a:pt x="612" y="90"/>
                    </a:lnTo>
                    <a:lnTo>
                      <a:pt x="289" y="98"/>
                    </a:lnTo>
                    <a:lnTo>
                      <a:pt x="183" y="0"/>
                    </a:lnTo>
                    <a:lnTo>
                      <a:pt x="189" y="48"/>
                    </a:lnTo>
                    <a:lnTo>
                      <a:pt x="97" y="82"/>
                    </a:lnTo>
                    <a:lnTo>
                      <a:pt x="122" y="160"/>
                    </a:lnTo>
                    <a:lnTo>
                      <a:pt x="90" y="186"/>
                    </a:lnTo>
                    <a:lnTo>
                      <a:pt x="67" y="118"/>
                    </a:lnTo>
                    <a:lnTo>
                      <a:pt x="103" y="28"/>
                    </a:lnTo>
                    <a:lnTo>
                      <a:pt x="0" y="17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21913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2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</p:grpSp>
      </p:grpSp>
      <p:pic>
        <p:nvPicPr>
          <p:cNvPr id="2" name="Picture 6" descr="JAGUAR TCS RACING LAUNCH ALL-NEW JAGUAR I-TYPE 7 IN SÃO PAULO TO BEGIN  2024/25 ABB FIA FORMULA E WORLD CHAMPIONSHIP CAMPAIGN | Jaguar Racing Media  Newsroom">
            <a:extLst>
              <a:ext uri="{FF2B5EF4-FFF2-40B4-BE49-F238E27FC236}">
                <a16:creationId xmlns:a16="http://schemas.microsoft.com/office/drawing/2014/main" id="{C864DC3E-EE38-4C3D-841B-F11BF93BCE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0" t="24517" r="18040" b="18632"/>
          <a:stretch/>
        </p:blipFill>
        <p:spPr bwMode="auto">
          <a:xfrm>
            <a:off x="5560740" y="1392044"/>
            <a:ext cx="6631259" cy="407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" name="Title 9">
            <a:extLst>
              <a:ext uri="{FF2B5EF4-FFF2-40B4-BE49-F238E27FC236}">
                <a16:creationId xmlns:a16="http://schemas.microsoft.com/office/drawing/2014/main" id="{9560B1C6-4E84-FA1E-EA3B-A9DB9787E512}"/>
              </a:ext>
            </a:extLst>
          </p:cNvPr>
          <p:cNvSpPr txBox="1">
            <a:spLocks/>
          </p:cNvSpPr>
          <p:nvPr userDrawn="1"/>
        </p:nvSpPr>
        <p:spPr>
          <a:xfrm>
            <a:off x="94806" y="3099265"/>
            <a:ext cx="4122507" cy="589361"/>
          </a:xfrm>
          <a:prstGeom prst="rect">
            <a:avLst/>
          </a:prstGeom>
        </p:spPr>
        <p:txBody>
          <a:bodyPr anchor="ctr"/>
          <a:lstStyle>
            <a:lvl1pPr algn="l" defTabSz="12191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tx1"/>
                </a:solidFill>
                <a:latin typeface="+mn-lt"/>
              </a:rPr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913133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sldNum="0" hdr="0" dt="0"/>
  <p:txStyles>
    <p:titleStyle>
      <a:lvl1pPr algn="l" defTabSz="121908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121908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46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108">
          <p15:clr>
            <a:srgbClr val="F26B43"/>
          </p15:clr>
        </p15:guide>
        <p15:guide id="4" orient="horz" pos="588">
          <p15:clr>
            <a:srgbClr val="F26B43"/>
          </p15:clr>
        </p15:guide>
        <p15:guide id="5" orient="horz" pos="684">
          <p15:clr>
            <a:srgbClr val="F26B43"/>
          </p15:clr>
        </p15:guide>
        <p15:guide id="6" orient="horz" pos="3132">
          <p15:clr>
            <a:srgbClr val="F26B43"/>
          </p15:clr>
        </p15:guide>
        <p15:guide id="8" pos="5664">
          <p15:clr>
            <a:srgbClr val="F26B43"/>
          </p15:clr>
        </p15:guide>
        <p15:guide id="9" pos="96">
          <p15:clr>
            <a:srgbClr val="F26B43"/>
          </p15:clr>
        </p15:guide>
        <p15:guide id="10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67.png"/><Relationship Id="rId4" Type="http://schemas.openxmlformats.org/officeDocument/2006/relationships/image" Target="../media/image69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8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E20636-631C-49E3-A5F8-C3D8684F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0550" y="1873771"/>
            <a:ext cx="6305855" cy="508687"/>
          </a:xfrm>
        </p:spPr>
        <p:txBody>
          <a:bodyPr/>
          <a:lstStyle/>
          <a:p>
            <a:pPr algn="r"/>
            <a:r>
              <a:rPr lang="en-US" kern="1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uschka Rounded Alt DemiBold" panose="020F0703000000020003" pitchFamily="34" charset="0"/>
                <a:cs typeface="Segoe UI Light" panose="020B0502040204020203" pitchFamily="34" charset="0"/>
              </a:rPr>
              <a:t>JTR AI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60BF4-5E71-0B2E-8228-E22164116461}"/>
              </a:ext>
            </a:extLst>
          </p:cNvPr>
          <p:cNvSpPr txBox="1"/>
          <p:nvPr/>
        </p:nvSpPr>
        <p:spPr>
          <a:xfrm>
            <a:off x="7345680" y="5562297"/>
            <a:ext cx="4937760" cy="328231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AI Consultants</a:t>
            </a: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13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Anirban De | Dr. Arindam Ghosh | Gaurav Gupta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47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0F31-F39F-4BD6-1136-8F44675F5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739DB2-6D3E-7625-F620-7086768CED9C}"/>
              </a:ext>
            </a:extLst>
          </p:cNvPr>
          <p:cNvSpPr/>
          <p:nvPr/>
        </p:nvSpPr>
        <p:spPr>
          <a:xfrm>
            <a:off x="9144" y="4517682"/>
            <a:ext cx="12192000" cy="16679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1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176D1-16EA-975F-6B1F-C5EF9D21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" y="26684"/>
            <a:ext cx="11817096" cy="647755"/>
          </a:xfrm>
        </p:spPr>
        <p:txBody>
          <a:bodyPr/>
          <a:lstStyle/>
          <a:p>
            <a:r>
              <a:rPr lang="en-GB" sz="2000" dirty="0">
                <a:solidFill>
                  <a:schemeClr val="accent1"/>
                </a:solidFill>
              </a:rPr>
              <a:t>TCS Proposed Solution: Summary of all 5 Use Cases</a:t>
            </a:r>
            <a:br>
              <a:rPr lang="en-GB" sz="2000" dirty="0">
                <a:solidFill>
                  <a:schemeClr val="accent1"/>
                </a:solidFill>
              </a:rPr>
            </a:br>
            <a:r>
              <a:rPr lang="en-GB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unified fan sentiment and analytics across digital asset curation, post-races, campaigns, and content types</a:t>
            </a:r>
            <a:endParaRPr lang="en-US" sz="20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185A8-87A0-8A22-A58C-44F18A208B8A}"/>
              </a:ext>
            </a:extLst>
          </p:cNvPr>
          <p:cNvSpPr txBox="1"/>
          <p:nvPr/>
        </p:nvSpPr>
        <p:spPr>
          <a:xfrm>
            <a:off x="10087236" y="3323546"/>
            <a:ext cx="20747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Capture driver interviews, sponsor moments, guest interactions, and suite setups.</a:t>
            </a:r>
          </a:p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Photography and video managed by agency or internal crew — highly people-dependent and not automated.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6B66E-2195-4A8B-A556-615CFA899461}"/>
              </a:ext>
            </a:extLst>
          </p:cNvPr>
          <p:cNvSpPr txBox="1"/>
          <p:nvPr/>
        </p:nvSpPr>
        <p:spPr>
          <a:xfrm>
            <a:off x="1536450" y="3285297"/>
            <a:ext cx="283407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PR/Comms manually sift through 500+ images per race to select content for internal/external use.</a:t>
            </a:r>
          </a:p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Final assets are shared via SharePoint, cloud links, or email — with no smart tagging or reuse framework.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B51B54-1019-74E6-2F12-64B197BD417A}"/>
              </a:ext>
            </a:extLst>
          </p:cNvPr>
          <p:cNvSpPr txBox="1"/>
          <p:nvPr/>
        </p:nvSpPr>
        <p:spPr>
          <a:xfrm>
            <a:off x="0" y="642097"/>
            <a:ext cx="3318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 600 TB of creative content stored and maintained annually.</a:t>
            </a:r>
          </a:p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 system incurs ~£85,000 per year in maintenance costs.</a:t>
            </a:r>
          </a:p>
          <a:p>
            <a:pPr marL="228594" marR="0" lvl="0" indent="-228594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smart archival, deduplication, or AI-driven tagging system exists — making reuse inefficient and storage costly.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A20533-BC63-1F54-38DC-42DF988B8547}"/>
              </a:ext>
            </a:extLst>
          </p:cNvPr>
          <p:cNvCxnSpPr/>
          <p:nvPr/>
        </p:nvCxnSpPr>
        <p:spPr>
          <a:xfrm flipH="1">
            <a:off x="9144" y="2507124"/>
            <a:ext cx="12192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83389B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478AF36-27C3-126B-E4AD-482B1DCD9E40}"/>
              </a:ext>
            </a:extLst>
          </p:cNvPr>
          <p:cNvSpPr/>
          <p:nvPr/>
        </p:nvSpPr>
        <p:spPr>
          <a:xfrm>
            <a:off x="1013208" y="2406180"/>
            <a:ext cx="216000" cy="216000"/>
          </a:xfrm>
          <a:prstGeom prst="ellipse">
            <a:avLst/>
          </a:prstGeom>
          <a:solidFill>
            <a:srgbClr val="F0B3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772896D-DD9E-B3EE-A399-186E557B4FD8}"/>
              </a:ext>
            </a:extLst>
          </p:cNvPr>
          <p:cNvSpPr/>
          <p:nvPr/>
        </p:nvSpPr>
        <p:spPr>
          <a:xfrm>
            <a:off x="2845490" y="2399124"/>
            <a:ext cx="216000" cy="216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FED39E5-2F8A-84F5-8640-18FC69AA6244}"/>
              </a:ext>
            </a:extLst>
          </p:cNvPr>
          <p:cNvSpPr/>
          <p:nvPr/>
        </p:nvSpPr>
        <p:spPr>
          <a:xfrm>
            <a:off x="11011689" y="2406180"/>
            <a:ext cx="216000" cy="21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2E61DD-5BEF-7D59-E6DC-A972ECEC3FFD}"/>
              </a:ext>
            </a:extLst>
          </p:cNvPr>
          <p:cNvSpPr/>
          <p:nvPr/>
        </p:nvSpPr>
        <p:spPr>
          <a:xfrm>
            <a:off x="9097634" y="2399124"/>
            <a:ext cx="216000" cy="216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69962F1-7AC8-D496-347F-7715EE088282}"/>
              </a:ext>
            </a:extLst>
          </p:cNvPr>
          <p:cNvSpPr/>
          <p:nvPr/>
        </p:nvSpPr>
        <p:spPr>
          <a:xfrm>
            <a:off x="4907794" y="2399124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7DEF5B-7BED-022D-1AC6-8AC4B2D453A5}"/>
              </a:ext>
            </a:extLst>
          </p:cNvPr>
          <p:cNvSpPr txBox="1"/>
          <p:nvPr/>
        </p:nvSpPr>
        <p:spPr>
          <a:xfrm>
            <a:off x="10127065" y="3150623"/>
            <a:ext cx="1985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Race-Day Content Capture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F66B37-6CFA-6B77-EE3D-D7AB205DF096}"/>
              </a:ext>
            </a:extLst>
          </p:cNvPr>
          <p:cNvSpPr txBox="1"/>
          <p:nvPr/>
        </p:nvSpPr>
        <p:spPr>
          <a:xfrm>
            <a:off x="1757631" y="2848533"/>
            <a:ext cx="2391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D50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Post-Race Asset Curation &amp; Distribution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19D214-9C2F-8F71-DD14-9DF1E1ACE109}"/>
              </a:ext>
            </a:extLst>
          </p:cNvPr>
          <p:cNvSpPr txBox="1"/>
          <p:nvPr/>
        </p:nvSpPr>
        <p:spPr>
          <a:xfrm>
            <a:off x="257261" y="1511699"/>
            <a:ext cx="1718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Asset Storage &amp; Management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9F1F45A-EB0B-BBE4-1BF8-F9CCE6F32C4A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5015794" y="2014691"/>
            <a:ext cx="1372" cy="38443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9AD046-506A-78E6-ED9C-939571205C0A}"/>
              </a:ext>
            </a:extLst>
          </p:cNvPr>
          <p:cNvCxnSpPr>
            <a:cxnSpLocks/>
          </p:cNvCxnSpPr>
          <p:nvPr/>
        </p:nvCxnSpPr>
        <p:spPr>
          <a:xfrm flipH="1">
            <a:off x="9202239" y="2086411"/>
            <a:ext cx="3395" cy="287859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D47BDEA-E423-4927-0DF4-DC1646ACBA9C}"/>
              </a:ext>
            </a:extLst>
          </p:cNvPr>
          <p:cNvCxnSpPr>
            <a:cxnSpLocks/>
          </p:cNvCxnSpPr>
          <p:nvPr/>
        </p:nvCxnSpPr>
        <p:spPr>
          <a:xfrm flipH="1" flipV="1">
            <a:off x="11122186" y="2588050"/>
            <a:ext cx="3394" cy="588912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8B9A41D-4928-E332-9DF4-1F4B8BA9EA92}"/>
              </a:ext>
            </a:extLst>
          </p:cNvPr>
          <p:cNvCxnSpPr>
            <a:cxnSpLocks/>
            <a:stCxn id="37" idx="4"/>
            <a:endCxn id="49" idx="0"/>
          </p:cNvCxnSpPr>
          <p:nvPr/>
        </p:nvCxnSpPr>
        <p:spPr>
          <a:xfrm flipH="1">
            <a:off x="2953488" y="2615124"/>
            <a:ext cx="2" cy="233409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1E53AA-E515-185F-E90F-060BCDF83DF7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1121208" y="1958671"/>
            <a:ext cx="1676" cy="447509"/>
          </a:xfrm>
          <a:prstGeom prst="line">
            <a:avLst/>
          </a:prstGeom>
          <a:ln>
            <a:solidFill>
              <a:srgbClr val="F0B34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43B9A3F-BCAC-A0A3-B1E5-4FEDF495FEA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4080F-0B3D-B1DF-DFCF-1C2B221EA19E}"/>
              </a:ext>
            </a:extLst>
          </p:cNvPr>
          <p:cNvSpPr txBox="1"/>
          <p:nvPr/>
        </p:nvSpPr>
        <p:spPr>
          <a:xfrm flipV="1">
            <a:off x="9144" y="4654782"/>
            <a:ext cx="649224" cy="1530861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noAutofit/>
          </a:bodyPr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Foundational </a:t>
            </a:r>
          </a:p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Use-Cases from Workshops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316A2-24B4-6F1A-2266-07B356192B29}"/>
              </a:ext>
            </a:extLst>
          </p:cNvPr>
          <p:cNvSpPr txBox="1"/>
          <p:nvPr/>
        </p:nvSpPr>
        <p:spPr>
          <a:xfrm>
            <a:off x="9856687" y="4852794"/>
            <a:ext cx="2293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DD50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Fan Interaction &amp; Sentiment Hub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DD50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Gives teams deeper emotional intelligence on fan response per race or campaign.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D8A0E0FE-FE65-9B3A-7234-747A798982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440978" y="5807749"/>
              <a:ext cx="426667" cy="240000"/>
            </p:xfrm>
            <a:graphic>
              <a:graphicData uri="http://schemas.microsoft.com/office/powerpoint/2016/slidezoom">
                <pslz:sldZm>
                  <pslz:sldZmObj sldId="2147480991" cId="2800262544">
                    <pslz:zmPr id="{BF365CB0-73B9-4353-A4D5-CB08821AB487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6667" cy="240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D8A0E0FE-FE65-9B3A-7234-747A798982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40978" y="5807749"/>
                <a:ext cx="426667" cy="240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3A559CF-1B7A-003D-CCBC-22D53C802C43}"/>
              </a:ext>
            </a:extLst>
          </p:cNvPr>
          <p:cNvSpPr txBox="1"/>
          <p:nvPr/>
        </p:nvSpPr>
        <p:spPr>
          <a:xfrm>
            <a:off x="743386" y="4821656"/>
            <a:ext cx="245350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Asset Intelligence Hub (AI-Tag + Search + Deduplication)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GenAI-enabled asset repository with smart tagging, visual search, and duplicate detection to maximize creative reuse and speed.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FF37D76D-74BC-FE46-CD1C-E61F3DEC22A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98134" y="5870942"/>
              <a:ext cx="448000" cy="252000"/>
            </p:xfrm>
            <a:graphic>
              <a:graphicData uri="http://schemas.microsoft.com/office/powerpoint/2016/slidezoom">
                <pslz:sldZm>
                  <pslz:sldZmObj sldId="2147480978" cId="3045277897">
                    <pslz:zmPr id="{C50A344F-0FBB-4332-B5E4-9A36E0A7172C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8000" cy="25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extLst>
                  <a:ext uri="{FF2B5EF4-FFF2-40B4-BE49-F238E27FC236}">
                    <a16:creationId xmlns:a16="http://schemas.microsoft.com/office/drawing/2014/main" id="{FF37D76D-74BC-FE46-CD1C-E61F3DEC22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98134" y="5870942"/>
                <a:ext cx="448000" cy="25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F20B61D3-FBE5-46C6-3BE5-39AA5A10DC0D}"/>
              </a:ext>
            </a:extLst>
          </p:cNvPr>
          <p:cNvSpPr txBox="1">
            <a:spLocks/>
          </p:cNvSpPr>
          <p:nvPr/>
        </p:nvSpPr>
        <p:spPr>
          <a:xfrm>
            <a:off x="471191" y="4554196"/>
            <a:ext cx="5542643" cy="2377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2190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08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0" cap="none" spc="0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Covered under Area 9: Creative / Content Production: </a:t>
            </a: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Strategic Enablers &amp; Prioritized Interventions</a:t>
            </a:r>
            <a:endParaRPr kumimoji="0" lang="en-GB" sz="1050" b="0" i="0" u="none" strike="noStrike" kern="0" cap="none" spc="0" normalizeH="0" baseline="0" noProof="0" dirty="0">
              <a:ln>
                <a:noFill/>
              </a:ln>
              <a:solidFill>
                <a:srgbClr val="4E84C4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3D3135A-CD88-8B1B-2363-F696070DBC77}"/>
              </a:ext>
            </a:extLst>
          </p:cNvPr>
          <p:cNvSpPr txBox="1">
            <a:spLocks/>
          </p:cNvSpPr>
          <p:nvPr/>
        </p:nvSpPr>
        <p:spPr>
          <a:xfrm>
            <a:off x="6243781" y="4550051"/>
            <a:ext cx="5939075" cy="2805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2190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08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0" cap="none" spc="0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Covered under Area 12: Digital &amp; Social Content Operations: </a:t>
            </a:r>
            <a:r>
              <a:rPr kumimoji="0" lang="en-GB" sz="1050" b="0" i="1" u="none" strike="noStrike" kern="0" cap="none" spc="0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Strategic Enablers &amp; Prioritized Interventions</a:t>
            </a:r>
            <a:endParaRPr kumimoji="0" lang="en-GB" sz="1050" b="0" i="0" u="none" strike="noStrike" kern="0" cap="none" spc="0" normalizeH="0" baseline="0" noProof="0" dirty="0">
              <a:ln>
                <a:noFill/>
              </a:ln>
              <a:solidFill>
                <a:srgbClr val="4E84C4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24EC75-B98D-15CA-AC67-F4C05485829C}"/>
              </a:ext>
            </a:extLst>
          </p:cNvPr>
          <p:cNvSpPr txBox="1"/>
          <p:nvPr/>
        </p:nvSpPr>
        <p:spPr>
          <a:xfrm>
            <a:off x="3057945" y="4846827"/>
            <a:ext cx="276681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D50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Post-Race Media Optimizer</a:t>
            </a:r>
          </a:p>
          <a:p>
            <a:pPr marL="0" marR="0" lvl="0" indent="0" algn="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AI-curated media highlight generator that recommends best photos and footage from each race based on relevance and quality signals.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0" name="Slide Zoom 29">
                <a:extLst>
                  <a:ext uri="{FF2B5EF4-FFF2-40B4-BE49-F238E27FC236}">
                    <a16:creationId xmlns:a16="http://schemas.microsoft.com/office/drawing/2014/main" id="{141DBAFC-4A57-00B2-8E2C-7E8C88BD188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1901" y="5754580"/>
              <a:ext cx="448000" cy="252000"/>
            </p:xfrm>
            <a:graphic>
              <a:graphicData uri="http://schemas.microsoft.com/office/powerpoint/2016/slidezoom">
                <pslz:sldZm>
                  <pslz:sldZmObj sldId="2147481019" cId="695614021">
                    <pslz:zmPr id="{6EAB16DE-916A-42E9-B4F9-FAD3F78583F7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8000" cy="25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0" name="Slide Zoom 29">
                <a:extLst>
                  <a:ext uri="{FF2B5EF4-FFF2-40B4-BE49-F238E27FC236}">
                    <a16:creationId xmlns:a16="http://schemas.microsoft.com/office/drawing/2014/main" id="{141DBAFC-4A57-00B2-8E2C-7E8C88BD18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81901" y="5754580"/>
                <a:ext cx="448000" cy="25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8E954DB5-7F25-7756-C878-71DFF26D8AED}"/>
              </a:ext>
            </a:extLst>
          </p:cNvPr>
          <p:cNvSpPr txBox="1"/>
          <p:nvPr/>
        </p:nvSpPr>
        <p:spPr>
          <a:xfrm>
            <a:off x="5894660" y="4833626"/>
            <a:ext cx="232899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Content Publishing Orchestrator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E84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smoother, real-time scheduling of race-week content while reducing versioning conflicts.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Slide Zoom 32">
                <a:extLst>
                  <a:ext uri="{FF2B5EF4-FFF2-40B4-BE49-F238E27FC236}">
                    <a16:creationId xmlns:a16="http://schemas.microsoft.com/office/drawing/2014/main" id="{E52127BB-02E8-D86D-41E6-DC1B970301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59177" y="5898688"/>
              <a:ext cx="426667" cy="240000"/>
            </p:xfrm>
            <a:graphic>
              <a:graphicData uri="http://schemas.microsoft.com/office/powerpoint/2016/slidezoom">
                <pslz:sldZm>
                  <pslz:sldZmObj sldId="2147480988" cId="3991568917">
                    <pslz:zmPr id="{A18A32DC-BC08-40AC-8CED-049BAD0156A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26667" cy="240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50800" dist="38100" dir="8100000" algn="tr" rotWithShape="0">
                            <a:prstClr val="black">
                              <a:alpha val="40000"/>
                            </a:prst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Slide Zoom 32">
                <a:extLst>
                  <a:ext uri="{FF2B5EF4-FFF2-40B4-BE49-F238E27FC236}">
                    <a16:creationId xmlns:a16="http://schemas.microsoft.com/office/drawing/2014/main" id="{E52127BB-02E8-D86D-41E6-DC1B970301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59177" y="5898688"/>
                <a:ext cx="426667" cy="240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C4A5D717-850A-317C-D4F2-046D3C10A099}"/>
              </a:ext>
            </a:extLst>
          </p:cNvPr>
          <p:cNvSpPr txBox="1"/>
          <p:nvPr/>
        </p:nvSpPr>
        <p:spPr>
          <a:xfrm>
            <a:off x="8038780" y="4841499"/>
            <a:ext cx="200277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Social Asset Intelligence Layer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Surfaces high-ROI visuals and avoids duplication, improving post-race content reuse and storytelling.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1" name="Slide Zoom 50">
                <a:extLst>
                  <a:ext uri="{FF2B5EF4-FFF2-40B4-BE49-F238E27FC236}">
                    <a16:creationId xmlns:a16="http://schemas.microsoft.com/office/drawing/2014/main" id="{BFE1A565-33E7-1F5A-A2EB-E7E1469AE5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37102" y="5902434"/>
              <a:ext cx="448000" cy="252000"/>
            </p:xfrm>
            <a:graphic>
              <a:graphicData uri="http://schemas.microsoft.com/office/powerpoint/2016/slidezoom">
                <pslz:sldZm>
                  <pslz:sldZmObj sldId="2147480989" cId="2203917424">
                    <pslz:zmPr id="{D445C657-1E2E-4A06-9648-E02844F43323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48000" cy="25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1" name="Slide Zoom 50">
                <a:extLst>
                  <a:ext uri="{FF2B5EF4-FFF2-40B4-BE49-F238E27FC236}">
                    <a16:creationId xmlns:a16="http://schemas.microsoft.com/office/drawing/2014/main" id="{BFE1A565-33E7-1F5A-A2EB-E7E1469AE5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37102" y="5902434"/>
                <a:ext cx="448000" cy="25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FC8A28BD-1586-2699-98A2-82CAFB4700C7}"/>
              </a:ext>
            </a:extLst>
          </p:cNvPr>
          <p:cNvSpPr txBox="1"/>
          <p:nvPr/>
        </p:nvSpPr>
        <p:spPr>
          <a:xfrm>
            <a:off x="7947822" y="1024923"/>
            <a:ext cx="22996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Active audience management (comments, shout-outs) coordinated via WhatsApp and Sprinklr.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CE7EC0-57CD-F15A-DC15-B8E612E90FD7}"/>
              </a:ext>
            </a:extLst>
          </p:cNvPr>
          <p:cNvSpPr txBox="1"/>
          <p:nvPr/>
        </p:nvSpPr>
        <p:spPr>
          <a:xfrm>
            <a:off x="8044352" y="1637402"/>
            <a:ext cx="2322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Real-Time Engagement &amp; Moderation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C0A662-9CC8-9B62-6783-938A26FA4005}"/>
              </a:ext>
            </a:extLst>
          </p:cNvPr>
          <p:cNvSpPr txBox="1"/>
          <p:nvPr/>
        </p:nvSpPr>
        <p:spPr>
          <a:xfrm>
            <a:off x="4006904" y="677420"/>
            <a:ext cx="1951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Weekly/monthly calendars managed via Sprinklr and Monday.com (with agency).	</a:t>
            </a: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Tagging themes: Race Day, Drivers, Partners.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F5868E-CBF7-0882-B118-176FF1B1641F}"/>
              </a:ext>
            </a:extLst>
          </p:cNvPr>
          <p:cNvSpPr txBox="1"/>
          <p:nvPr/>
        </p:nvSpPr>
        <p:spPr>
          <a:xfrm>
            <a:off x="3865981" y="1614712"/>
            <a:ext cx="2299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E84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Planning &amp; Scheduling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E84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ED1AC4-0717-D61A-816C-15EC104A984C}"/>
              </a:ext>
            </a:extLst>
          </p:cNvPr>
          <p:cNvSpPr txBox="1"/>
          <p:nvPr/>
        </p:nvSpPr>
        <p:spPr>
          <a:xfrm>
            <a:off x="6062089" y="3218242"/>
            <a:ext cx="20551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Agency delivers photo/video assets via Imagen.</a:t>
            </a: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Uploads to platforms often done manually from mobile due to on-ground constraints.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3CA1D17-C977-4D81-3B62-7BEA33BC5370}"/>
              </a:ext>
            </a:extLst>
          </p:cNvPr>
          <p:cNvSpPr/>
          <p:nvPr/>
        </p:nvSpPr>
        <p:spPr>
          <a:xfrm>
            <a:off x="7016640" y="2399124"/>
            <a:ext cx="216000" cy="21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1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C103D0-674F-DE49-5E2C-FE5176A40B61}"/>
              </a:ext>
            </a:extLst>
          </p:cNvPr>
          <p:cNvSpPr txBox="1"/>
          <p:nvPr/>
        </p:nvSpPr>
        <p:spPr>
          <a:xfrm>
            <a:off x="6132016" y="2953576"/>
            <a:ext cx="1985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Asset Creation &amp; Uploads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9F6CA62-ECD1-F88B-882D-FFFEEE8A9293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>
          <a:xfrm>
            <a:off x="7124640" y="2615124"/>
            <a:ext cx="0" cy="338452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75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88FE-253A-8753-79AC-FF501BF1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AD3A40-C9EE-03E5-DCC5-E4BC7223FA0B}"/>
              </a:ext>
            </a:extLst>
          </p:cNvPr>
          <p:cNvSpPr txBox="1"/>
          <p:nvPr/>
        </p:nvSpPr>
        <p:spPr>
          <a:xfrm>
            <a:off x="0" y="3200400"/>
            <a:ext cx="2606040" cy="457200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9438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C059-B852-EA37-C803-EEA8D36B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4836-9BA7-55F0-38E1-BA2A0D05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9 – S3 – Asset Intelligence Hub (AI-Tag + Search + Deduplication)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7B59BE-F886-490A-1551-520227541D8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Over 600TB of creative assets are stored without intelligent archival, reuse tagging, or searchability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struggle with discovering relevant images or footage, leading to rework and missed opportunities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Duplication and outdated assets inflate storage costs (~£85,000/year).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logic exists to decide what to archive, reuse, or discard.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TCS proposes an AI-powered Asset Intelligence Hub that automates visual tagging, deduplication, cold-storage orchestration, and smart search across creative assets: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Automatically tags media by sponsor presence, sentiment, race moment, asset type, and location.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Flags duplicate or near-similar content, suggesting archiving or deletion.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Integrates a search-first interface that supports lookup by sponsor, tone, driver, or visual theme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Enables automated tiering into cold storage (e.g., Azure Archive, AWS Glacier) for low-use assets while preserving fast metadata lookup.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Connects to current systems like SharePoint, Imagen, or local NAS setups.</a:t>
                      </a:r>
                      <a:endParaRPr lang="en-GB" sz="1200" b="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models (Vision + NLP) trained on JLR content for tagging and similarity detection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Deduplication engine for images and media snippets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Metadata-first search interface with rich filters and preview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Cold storage integration (e.g., Archive tier APIs with live metadata hooks)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DAM connectors (Imagen, SharePoint, etc.)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2543EC-F6AA-B0E6-62CF-8975C4E234B4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530138-1E42-4993-9372-579832BFB8D9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35896-8B5C-9E97-384A-5D0184A8159C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Drastically improves discoverability of relevant, high-value content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Streamlines asset reuse across races and platforms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Controls cloud storage spend through smart archival recommendations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Boosts collaboration between teams by enabling centralized asset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F206F-D320-8E4E-C04F-828A665E23B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Saves time across Creative, PR, and Marketing for content sourcing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cost and clutter by removing redundant or outdated media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Accelerates campaign development and storytelling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long-term brand compliance and archival strategy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DC55CD-DB38-9AB9-E042-B8594DB20C64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A90A482-38BF-7211-9E43-D0C418A3C8B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4D07008-BB2A-E69E-7498-D2B882095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D5C7E8-17DB-AA4D-2C0E-CFB21A70CB7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BAEF3CD-7EC2-4282-6592-626079A60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97A13-554C-7058-5D3E-BFDBEE14A9B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130857C-BA22-A3D8-D05F-AB18FB38FF8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F89302-C4F9-9249-3D63-146EA3A7301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A4B14C-0A73-795C-962A-409A5D52EEF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</a:t>
                </a: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AI Developer, Metadata Architect, DAM Integrator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9B99167-DDF8-053D-704F-D80AB0B0825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4DFCA7-9CDB-9FEF-C8B7-AA77532B962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77F-3922-93AA-9FBF-C6C2C74E218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C20BCC1-E5CD-4741-046E-C1583B783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BF3A6D-647C-6C2F-A1B6-24ECFA3EA7A2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Global Creative Intelligence Hub with AI-enriched indexing, brand performance tracking, and ROI analytics.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1316189B-88CD-7F93-B96C-C280A0231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61DCC17-4E7E-5438-1136-70B578D1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96D04BE-93C2-99E7-12DC-0ABFE3834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30F85FC-5865-4514-A953-40CD61156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410A7C19-9F3E-EAD3-C301-FC7FD2F3C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0EF1C65-6531-8748-08A4-E28EA66FF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834F52B-58F7-242C-9B76-A5E0AD807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9F2F836-7B2C-3859-BFA6-8B1B7884B5A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907C5BE-8E95-E9A3-4C88-558DA1DF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9089EF-94E0-789B-915B-B2D43ECA081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825AB5F-9A06-A42A-3192-ABAE4C7D153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C6A36-F80A-5AE5-B712-B0FB9EB464E2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4" name="Arrow: Left 3">
            <a:hlinkClick r:id="rId14" action="ppaction://hlinksldjump"/>
            <a:extLst>
              <a:ext uri="{FF2B5EF4-FFF2-40B4-BE49-F238E27FC236}">
                <a16:creationId xmlns:a16="http://schemas.microsoft.com/office/drawing/2014/main" id="{A9CC8046-089D-1F6D-014A-F5D8081FF317}"/>
              </a:ext>
            </a:extLst>
          </p:cNvPr>
          <p:cNvSpPr/>
          <p:nvPr/>
        </p:nvSpPr>
        <p:spPr>
          <a:xfrm>
            <a:off x="11558952" y="541239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3ED0F16D-9FE3-ACCF-0EFC-F80112A8E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155" y="7852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A1C1598-EA20-5660-E1B5-EBA97721B5D3}"/>
              </a:ext>
            </a:extLst>
          </p:cNvPr>
          <p:cNvSpPr txBox="1"/>
          <p:nvPr/>
        </p:nvSpPr>
        <p:spPr>
          <a:xfrm>
            <a:off x="10920155" y="80417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Disruptor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4" descr="Disruption - Free technology icons">
            <a:extLst>
              <a:ext uri="{FF2B5EF4-FFF2-40B4-BE49-F238E27FC236}">
                <a16:creationId xmlns:a16="http://schemas.microsoft.com/office/drawing/2014/main" id="{55381627-D9A9-27C9-B212-B0CBA0E54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3169" y="24384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27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6410-5A0E-64AA-220E-A94955E8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C510-0A04-AB3A-493D-FC74AADA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9 – S4 – Post-Race Media Optimizer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14FDF2-DA2B-3636-910F-9F42F176FE7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After each race, media teams manually sift through hundreds of images, videos, and audio clips to select content for social media, newsletters, or sponsor reports.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system exists to automatically cluster or rank assets based on quality, emotion, brand presence, or storytelling value.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Valuable race-day moments often go unused or under-leveraged due to time constraints and manual fatigue.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GenAI-powered Post-Race Media Optimizer that helps automate selection, prioritization, &amp; tagging of media assets based on race relevance &amp; storytelling impact: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clusters media into themes (e.g., podium, fan reactions, guest suite, driver moments).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AI to score each asset based on sponsor presence, emotional expression, lighting, and contextual importance.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Ranks visuals and quotes for use in social media, press releases, and race summaries.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Suggests best-match captions and PR summaries using GenAI-driven synthesis.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Integrates with SharePoint/Imagen for direct tagging and publishing handover.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Computer vision and emotion recognition algorithms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and caption extraction for speaker/sentiment insight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 engine to create draft captions, alt text, and summaries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recognition and visibility scoring module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 APIs with DAM platforms and PR systems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9A639D-77C2-919F-C69B-E08AEC0DF12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A31A92-483B-330F-03B4-DA5DFB89FAA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88525-A384-F1C6-721A-D09A0A9DF67B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media curation time by over 50% post-race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high-impact visuals and moments are not overlooked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storytelling quality and brand alignment in external comms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Delivers smarter content faster to social, PR, and sponsor stakeholders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A48DD-97BB-1634-C12A-7C8D660D4C0B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Stronger, faster, and more strategic race-day content delivery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Better utilization of the media library with higher ROI per asset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 teams can respond quicker with validated, high-quality visuals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Consistent alignment with partner exposure expectations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619E37-BDE7-40DF-C8DC-71DDA18EE53D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A68EFA-F398-2096-CEBD-AEB39D9408D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A937734-7B2F-CB5B-5EC6-7D9D847B0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2D3D6D-DEA3-6845-6624-A381EC8736A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FE104EF-57D6-4070-8EA0-D7EF06567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ED1C23-4974-3CF3-EC7C-0A10D3A7D40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37292BC-FF87-C584-60B1-CD5AE868A89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E153F3-9E81-B691-DEA4-A34B2ACA32E3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3DCBFE-26E7-D1D4-1801-3603E20715A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(GenAI Developer, Media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CA04CFD-663A-5061-5AD4-6C18C3CDBFE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5652B0-5186-ED2E-A349-A2E6066B100E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337A92-9EC5-DC4E-8A22-3BA5865F47D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18F4995-01EB-0AC7-0853-34E41506F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F9DACE-1362-3F54-3628-361B17ADF0D9}"/>
              </a:ext>
            </a:extLst>
          </p:cNvPr>
          <p:cNvSpPr txBox="1"/>
          <p:nvPr/>
        </p:nvSpPr>
        <p:spPr>
          <a:xfrm>
            <a:off x="8892640" y="5308877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Race Media Intelligence Layer, combining asset usage analytics, sponsor exposure insights, and content performance benchmarking across multiple race weekends.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CF3DAD0-FCE1-E4C3-5B67-4BB443B0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0057B52-8FF3-EE8F-D07E-449B5D8E7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0ADD879-F895-5F8D-C731-8700CA5F1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7B7F25E-8508-50DB-F144-8CAB2A3B9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94B1BC8-EEF9-A039-CBFD-B69702391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B54102D-E144-0674-9C63-68607EEE7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D48C819-5A27-D8B4-3854-F2613AC08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D03AD3-ADA7-88AE-16A4-D1189E17A3D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9B6394D-6299-A708-47F3-B9A0AC1F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DF4209C-D6BC-9300-E2B3-7247A59BFD8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4D4116EF-E8B1-C043-E5E6-0EE232F3F64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DC05A-77EE-7417-A705-0547BA3E6184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23" name="Arrow: Left 22">
            <a:hlinkClick r:id="rId14" action="ppaction://hlinksldjump"/>
            <a:extLst>
              <a:ext uri="{FF2B5EF4-FFF2-40B4-BE49-F238E27FC236}">
                <a16:creationId xmlns:a16="http://schemas.microsoft.com/office/drawing/2014/main" id="{B8A20896-452C-4E9A-8DF3-4D0CCB88341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2E7AAD71-C846-7A7B-18E4-18491582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593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2EC0DC7-1DCA-CAB9-98B2-1C4E7E784A3F}"/>
              </a:ext>
            </a:extLst>
          </p:cNvPr>
          <p:cNvSpPr txBox="1"/>
          <p:nvPr/>
        </p:nvSpPr>
        <p:spPr>
          <a:xfrm>
            <a:off x="988970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Picture 2" descr="Rocket - Free transport icons">
            <a:extLst>
              <a:ext uri="{FF2B5EF4-FFF2-40B4-BE49-F238E27FC236}">
                <a16:creationId xmlns:a16="http://schemas.microsoft.com/office/drawing/2014/main" id="{8F9BE382-6A1B-46F1-9B0C-A634C6BB8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30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614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78AF-7E80-7539-D1E5-9AF3FEED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F7AA-5A45-730B-0568-3FCA0F23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12 – S1 – Digital Content Publishing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8D8374-8C3B-0E28-B6F4-5D1CF4ADDF6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centralized scheduler exists across platforms (Sprinklr, Monday.com, WhatsApp) for managing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Post duplication, missed slots, or delayed approvals due to multiple manual tools.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smart prioritization or queue management for race-critical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Frequent re-sending of assets due to outdated versions or unclear approvals.</a:t>
                      </a:r>
                      <a:endParaRPr lang="en-GB" sz="1200" dirty="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 unified publishing approval workflow for managing high-volume digital content across race weekends: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Syncs with Sprinklr and Monday.com to serve as a central publishing command </a:t>
                      </a:r>
                      <a:r>
                        <a:rPr lang="en-GB" sz="1200" b="0" dirty="0" err="1">
                          <a:latin typeface="+mj-lt"/>
                        </a:rPr>
                        <a:t>center</a:t>
                      </a:r>
                      <a:r>
                        <a:rPr lang="en-GB" sz="1200" b="0" dirty="0">
                          <a:latin typeface="+mj-lt"/>
                        </a:rPr>
                        <a:t>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Auto-prioritizes posts based on race schedule, sponsor urgency, or content type (e.g., activation, hospitality, driver quotes).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Allows creative and comms teams to schedule, approve, and modify posts in a shared interface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Templates for reels, grid posts, stories, or Tweets with auto-checks on format, tone, and approvals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Version tracking and audit trail to avoid content conflicts.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Notification triggers for missed deadlines, pending approvals, and content conflicts.</a:t>
                      </a:r>
                      <a:endParaRPr lang="en-GB" sz="1200" b="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Content Sync Layer: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Sprinklr + Monday.com API connectors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Template &amp; Format Logic: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Pre-built format validations by channel (Instagram, X, YouTube)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Layer: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Custom Power Automate or SharePoint workflows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Priority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Auto-tagging and rule-based content sorting (by race, sponsor, urgency)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FE2473-530D-4E3F-B0A6-9F5AE9CBD8D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678951-4084-105D-7103-77E35EFC5F5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714F6-F8F0-88DB-437A-F014AE814E1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back-and-forth during race week content publishing.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smoother scheduling of critical content without clashes.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stakeholder visibility and real-time governance.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D3335-4E04-5785-A817-FEA151F8367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Smarter orchestration of 100+ content pieces per race.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content-to-live flow across digital teams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risk of duplication, omission, or version conflict.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overall brand consistency in public-facing content.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8E2BD4-4B31-8825-9A19-8576E7655A2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ED047D-BFE3-C7D3-1DA9-1B9175B61F4C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A4A9D0E-4427-FA3A-BA55-1A01FDA331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BE714-BCEB-A9D0-7F2D-4C0D263BA90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D496E7A-D1B9-102A-2088-AC4A13898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B9482E-FED8-1183-EDE9-4F8DE91E88D4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AD370F0-805D-E4DF-5EC9-0CBB7018E13A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FB17E6-DF8A-63BA-82D5-87D9FC8CAF0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B1BFB-9F61-9A18-5E90-BAA4DC8D826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(SharePoint Workflow Engineer + Content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1ABC4B9-602C-9E84-8311-A72C28D498F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98EA6D-F833-EC3E-931D-0C88F2DF23A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5A41DA-A146-AD6E-C2F8-A13AE2A6199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709FCAF-677D-7B6A-DA46-C8D6C7FA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8783A5-03B7-0302-4242-ED1A244FB6F7}"/>
              </a:ext>
            </a:extLst>
          </p:cNvPr>
          <p:cNvSpPr txBox="1"/>
          <p:nvPr/>
        </p:nvSpPr>
        <p:spPr>
          <a:xfrm>
            <a:off x="8892640" y="5308877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Serves as base layer for a full Digital Publishing Command Hub across race and non-race content.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8CB0F53-F41F-D1FC-89B6-2647E7A58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245272A-1F24-F403-05F9-512B1DAA6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2C2F0047-FE46-7A1D-D6B0-A7F4C100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F987B13-9C60-8F04-4740-AD58CE6A6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2D69744-74C4-A269-40E9-B9D94119D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DC36003-2B8C-F706-6EE5-A9D32B07C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47D98621-DB35-8F88-CF28-D095315C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B7B62F-4160-15F4-AA3D-1F1D38771DE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E1A6383-844C-5029-20F3-2CBB8ABE1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EACCAFC-ACFF-FFAC-51E4-F1066C9C870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381525E-516C-F08B-3E3D-F951E98AA4E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47842029-D8BC-7B34-4EC5-960704C10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945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05AEFA-8B45-BF2E-8297-ED463C5BB5D0}"/>
              </a:ext>
            </a:extLst>
          </p:cNvPr>
          <p:cNvSpPr txBox="1"/>
          <p:nvPr/>
        </p:nvSpPr>
        <p:spPr>
          <a:xfrm>
            <a:off x="10321946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 descr="Lightning bolt - Free technology icons">
            <a:extLst>
              <a:ext uri="{FF2B5EF4-FFF2-40B4-BE49-F238E27FC236}">
                <a16:creationId xmlns:a16="http://schemas.microsoft.com/office/drawing/2014/main" id="{AB84E093-AD59-5413-DD51-55F131DD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47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691CDEE-6DB3-9646-B59C-60E6B3BDC4A5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sp>
        <p:nvSpPr>
          <p:cNvPr id="4" name="Arrow: Left 3">
            <a:hlinkClick r:id="" action="ppaction://noaction"/>
            <a:extLst>
              <a:ext uri="{FF2B5EF4-FFF2-40B4-BE49-F238E27FC236}">
                <a16:creationId xmlns:a16="http://schemas.microsoft.com/office/drawing/2014/main" id="{BD81FDEF-D6A7-9F5C-E45C-06534BAEF3A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99156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ACCF-08E8-EB29-374A-B049A375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121B-F7A5-167F-88E6-A8367CDF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12 – S2 – Social Asset Intelligence Layer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F94A0-C2FA-29F3-C38B-DB9A4427DA7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Digital media assets (photos/videos) are not tagged or ranked post-race, creating heavy manual effort for reuse.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AI-based tagging leads to loss of high-impact visuals and duplication of effort.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sentiment, visibility, or fan-interaction metrics linked to the asset layer.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Monday.com and Imagen serve only as repositories - no insight layer drives asset selection.</a:t>
                      </a:r>
                      <a:endParaRPr lang="en-GB" sz="1200" dirty="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 media assets with AI-powered metadata, enabling smarter reuse and insight-led selection: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tags assets using computer vision and NLP — detects speaker (driver/sponsor), event type, crowd reactions, lighting, and emotional tone.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Sentiment scoring and interaction mapping via social APIs (e.g., Sprinklr).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Ranks assets based on relevance (e.g., visibility, engagement, sponsor appearance).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Suggests top-performing assets for reuse in future events, PR reports, and campaign retrospectives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Seamless metadata injection into Imagen or SharePoint with enhanced searchability.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Tagging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+ vision models pre-trained on motorsport context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Social Signal Scorer: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 connectors to Sprinklr or other analytics tools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Layer: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 / DAM write-back with enriched metadata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Search Interface: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Relevance-weighted filters across sponsor, emotion, impact, etc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F85181-2CA8-1F55-CC83-7A757FEFBBC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5AC7C4-C032-F791-6CBE-52CB0AB9700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B765B-306A-4181-AE93-5FEC80664A6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faster, smarter curation of high-ROI assets.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reuse potential by unlocking hidden value from past races.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intelligence to an otherwise storage-heavy, underutilized repository.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E05AD-3845-AC5F-99A1-FC9245EFBE8D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post-race curation effort across races.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storytelling with context-aware, high-impact visual selection.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Aligns brand voice with fan sentiment and performance-driven visuals.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Avoids redundant shoots and improves ROI of creative investment.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341DF5-A832-DD1E-E25B-51B23959773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C2CEE90-7F9E-FBFC-8212-2E468443637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D4AF17A-8CF0-5EF9-22F5-5DE9C6CC2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39D5DD-B737-B327-E370-C787A5050B0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004695-241B-4099-7EFE-1B9DC0804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992902-9DC4-41BA-EC30-53897C351FC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D8CC798-41FF-B290-33BD-DE2489319E9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F24CAD-7A65-1A7D-91E8-865549E2EC5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FC0111-053D-81AA-436D-FC76F087165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(AI Developer, Metadata Architect, Sprinklr Integration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AEFDA30-ED0C-9D27-19DF-72AE14FB55CE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153A9E-C90E-F61E-A2C9-02928972DB64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122116-6EDE-3D96-CC38-987DD784C64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218E66D-0282-4C67-96C6-9CBBDADC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132BD3-571B-F165-AB51-112CDAFA8B22}"/>
              </a:ext>
            </a:extLst>
          </p:cNvPr>
          <p:cNvSpPr txBox="1"/>
          <p:nvPr/>
        </p:nvSpPr>
        <p:spPr>
          <a:xfrm>
            <a:off x="8892640" y="5308877"/>
            <a:ext cx="3299361" cy="93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Race Media Intelligence Hub integrated with the broader Asset Intelligence Hub (Area 9 – S3) — driving cross-channel content planning, PR exposure insights, and archival strategy.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729ED00-0E2F-B635-C5F7-48D47C01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286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7156F4A-147D-931B-A40F-33893CC9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05B8DA21-DCF2-B440-CAF1-DE3B08E7D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15B6DE84-3CAB-010C-B9B1-CE36C6BC3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0F759A1-8E71-5851-2539-BC0158FDA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63CB143-2A02-0DB6-2532-265BA076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755F02F-7383-C800-691A-F3E3680D5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5B9C00F-BCEA-A5A8-4E3E-DCB81F6B6A7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1497074-366A-3D10-823C-31215FFB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100D408-745C-3331-CD66-C6D72C5E7E1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89F870F-1024-4F8D-53C0-D42753E616BF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605E8-44A5-F117-F1BC-E0B546F756E0}"/>
              </a:ext>
            </a:extLst>
          </p:cNvPr>
          <p:cNvSpPr txBox="1"/>
          <p:nvPr/>
        </p:nvSpPr>
        <p:spPr>
          <a:xfrm>
            <a:off x="8896013" y="62651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ED5EF39-667B-E030-D0F4-CF80C3D19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392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FB462C-C4B0-8D5A-E65F-52DB0473E97E}"/>
              </a:ext>
            </a:extLst>
          </p:cNvPr>
          <p:cNvSpPr txBox="1"/>
          <p:nvPr/>
        </p:nvSpPr>
        <p:spPr>
          <a:xfrm>
            <a:off x="986850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ECD8D7D6-0790-711D-628E-1DD65800B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108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" action="ppaction://noaction"/>
            <a:extLst>
              <a:ext uri="{FF2B5EF4-FFF2-40B4-BE49-F238E27FC236}">
                <a16:creationId xmlns:a16="http://schemas.microsoft.com/office/drawing/2014/main" id="{6DFE0EAA-6EB1-9B44-EFAD-A2254572348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203917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1270-BB2B-5882-266E-02777213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459E-8FF6-1D90-4532-1B6C9BE0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12 – S4 – </a:t>
            </a:r>
            <a:r>
              <a:rPr lang="fr-FR" dirty="0">
                <a:solidFill>
                  <a:schemeClr val="accent1"/>
                </a:solidFill>
              </a:rPr>
              <a:t>Digital Fan Interaction &amp; Sentiment Hub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A55FC8-4BD6-68EB-BA8A-A1B606A7C840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view of fan </a:t>
                      </a:r>
                      <a:r>
                        <a:rPr lang="en-GB" sz="1200" kern="1200" err="1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behavior</a:t>
                      </a: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, preferences, or loyalty across platforms and races.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Engagement data is scattered across Sprinklr, WhatsApp updates, and influencer insights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sentiment tracking across campaigns or content types.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cannot identify top-performing fan zones, regional reactions, or emotional moments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TCS proposes a centralized Digital Fan Interaction &amp; Sentiment Hub to unify fan analytics across races, campaigns, and content types: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Aggregates fan engagement (likes, comments, shares, reactions) across Sprinklr, TikTok, X, Instagram, and YouTube.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Segments engagement by geography, driver, sponsor, content format, and campaign timeline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Tracks emotional tone of reactions per race or post (e.g., excitement, frustration, confusion)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Identifies loyal fan clusters, regional trends, and emerging topics of interest.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Visual dashboards to support campaign planning, partner reports, and fan engagement strategy..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Fan Interaction Aggregator: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structured data from all digital/social platforms via Sprinklr and APIs.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&amp; Emotion Classifier: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NLP-based tagging of fan responses by mood and theme.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Audience Segmentation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Groups fan interactions by race, geography, interest area, or frequency.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Campaign Impact Visualizer: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Measures which posts or themes drive the strongest responses.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D8F867-C22C-C799-170F-53EA23A0DD57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F7767C-731D-29B9-15B7-3BD543C87DE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3CDA7-A3F1-9202-AD4C-4D7DA25B3F6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deeper understanding of what fans care about and how they respond per race or campaign.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data-driven campaign tailoring and creative planning.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partner reporting with fan sentiment insights and regional resonance.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89AB4-D411-55BC-793B-CC9E8049AD4D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Moves the team beyond vanity metrics to audience intelligence.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loyalty-driven planning for future engagement campaigns.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Informs both content design and sponsor alignment strategies.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new storytelling angles based on fan reactions and emotional spikes.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D409B0-AB3C-5B00-7251-7F6412D845CD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F78EFEB-E1FC-A64C-6450-860B6B5AD3F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C6E3F7D-8309-0C12-E028-D108BFB2F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18249F-FCA5-07CB-9619-6F089EBBDC6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71B5DCD-2E69-EBB0-1C64-3A7EA44B8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729076-2AD4-2131-5E91-D0B7A4300AE1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4E72024-7C06-791C-0116-9E0DCFAB2B2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8A6B53-6545-DEC1-501C-2C40E1D769F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4 - 5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28CB48-7E07-854C-DA21-EF2BD31E73A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(Data Analyst, NLP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092AF2A-FB6B-D8FC-9E5F-7E6468BB34A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355327-0DE8-F571-0E2B-AD336A4733C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B8856-87F4-FF26-1F5E-D4990C1BB02A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CBF10C3-E5C2-0B7E-4917-E389B375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1E92581-AD6E-F7A4-F92D-25E0903E69DE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Fan Intelligence Engine, supporting CRM tagging, loyalty program design, and cross-channel campaign personalisation.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AA6D7D3-5EC9-8918-16BE-7713423DB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68727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41ACF01-6628-AC8C-E6E5-DD0A9BFAE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501A254-1218-1383-E0BB-B95B6B4FD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9247F033-FE00-D0F7-9508-F842DC70A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69AD477-0C50-D0E3-C63D-F01EEDCAC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2080B39-7BEB-1F65-9554-B04AB4886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999D738-B87E-B5CB-5746-AE834A1F6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370A820-A9CF-F92F-D76F-87E71BEB567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A6049521-A337-E849-DE12-CD98905C5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B6BF10E-D627-15C6-B8F5-3F491971923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D76212A-08F3-61A0-6BD6-4899000A715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AA5DA5E-43C5-B611-B17C-AC4B6BDD0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824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00290-4887-888E-3620-616588A46D37}"/>
              </a:ext>
            </a:extLst>
          </p:cNvPr>
          <p:cNvSpPr txBox="1"/>
          <p:nvPr/>
        </p:nvSpPr>
        <p:spPr>
          <a:xfrm>
            <a:off x="1006993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3FB63E4C-8663-3E8D-246B-C3A3F4007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54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929E2CA-3A76-5D83-A558-43EDD0A79A2C}"/>
              </a:ext>
            </a:extLst>
          </p:cNvPr>
          <p:cNvSpPr txBox="1"/>
          <p:nvPr/>
        </p:nvSpPr>
        <p:spPr>
          <a:xfrm>
            <a:off x="8883954" y="6188799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Commercialized Solution </a:t>
            </a:r>
          </a:p>
        </p:txBody>
      </p:sp>
      <p:sp>
        <p:nvSpPr>
          <p:cNvPr id="4" name="Arrow: Left 3">
            <a:hlinkClick r:id="" action="ppaction://noaction"/>
            <a:extLst>
              <a:ext uri="{FF2B5EF4-FFF2-40B4-BE49-F238E27FC236}">
                <a16:creationId xmlns:a16="http://schemas.microsoft.com/office/drawing/2014/main" id="{7C364E6B-63AA-78AD-BD84-B139303B7C4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800262544"/>
      </p:ext>
    </p:extLst>
  </p:cSld>
  <p:clrMapOvr>
    <a:masterClrMapping/>
  </p:clrMapOvr>
</p:sld>
</file>

<file path=ppt/theme/theme1.xml><?xml version="1.0" encoding="utf-8"?>
<a:theme xmlns:a="http://schemas.openxmlformats.org/drawingml/2006/main" name="1_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1_Title Slide_Black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3.xml><?xml version="1.0" encoding="utf-8"?>
<a:theme xmlns:a="http://schemas.openxmlformats.org/drawingml/2006/main" name="4_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2316</Words>
  <Application>Microsoft Office PowerPoint</Application>
  <PresentationFormat>Widescreen</PresentationFormat>
  <Paragraphs>268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Houschka Rounded Alt DemiBold</vt:lpstr>
      <vt:lpstr>Houschka Rounded Alt Medium It</vt:lpstr>
      <vt:lpstr>Myriad Pro</vt:lpstr>
      <vt:lpstr>Aptos</vt:lpstr>
      <vt:lpstr>Arial</vt:lpstr>
      <vt:lpstr>Calibri</vt:lpstr>
      <vt:lpstr>Century</vt:lpstr>
      <vt:lpstr>Wingdings</vt:lpstr>
      <vt:lpstr>1_Content Slide_White_with color logo</vt:lpstr>
      <vt:lpstr>1_Title Slide_Black Blue 1</vt:lpstr>
      <vt:lpstr>4_Content Slide_White_with color logo</vt:lpstr>
      <vt:lpstr>JTR AI STUDY</vt:lpstr>
      <vt:lpstr>TCS Proposed Solution: Summary of all 5 Use Cases A unified fan sentiment and analytics across digital asset curation, post-races, campaigns, and content types</vt:lpstr>
      <vt:lpstr>PowerPoint Presentation</vt:lpstr>
      <vt:lpstr>AREA 9 – S3 – Asset Intelligence Hub (AI-Tag + Search + Deduplication)</vt:lpstr>
      <vt:lpstr>AREA 9 – S4 – Post-Race Media Optimizer</vt:lpstr>
      <vt:lpstr>AREA 12 – S1 – Digital Content Publishing Orchestrator</vt:lpstr>
      <vt:lpstr>AREA 12 – S2 – Social Asset Intelligence Layer</vt:lpstr>
      <vt:lpstr>AREA 12 – S4 – Digital Fan Interaction &amp; Sentiment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Arindam Ghosh</dc:creator>
  <cp:lastModifiedBy>Dr Arindam Ghosh</cp:lastModifiedBy>
  <cp:revision>1</cp:revision>
  <dcterms:created xsi:type="dcterms:W3CDTF">2025-08-07T11:00:49Z</dcterms:created>
  <dcterms:modified xsi:type="dcterms:W3CDTF">2025-08-07T11:02:24Z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9eaf13-f528-470e-bf6b-38b666617431_Enabled">
    <vt:lpwstr>true</vt:lpwstr>
  </property>
  <property fmtid="{D5CDD505-2E9C-101B-9397-08002B2CF9AE}" pid="3" name="MSIP_Label_289eaf13-f528-470e-bf6b-38b666617431_SetDate">
    <vt:lpwstr>2025-08-07T11:01:42Z</vt:lpwstr>
  </property>
  <property fmtid="{D5CDD505-2E9C-101B-9397-08002B2CF9AE}" pid="4" name="MSIP_Label_289eaf13-f528-470e-bf6b-38b666617431_Method">
    <vt:lpwstr>Standard</vt:lpwstr>
  </property>
  <property fmtid="{D5CDD505-2E9C-101B-9397-08002B2CF9AE}" pid="5" name="MSIP_Label_289eaf13-f528-470e-bf6b-38b666617431_Name">
    <vt:lpwstr>Proprietary</vt:lpwstr>
  </property>
  <property fmtid="{D5CDD505-2E9C-101B-9397-08002B2CF9AE}" pid="6" name="MSIP_Label_289eaf13-f528-470e-bf6b-38b666617431_SiteId">
    <vt:lpwstr>4c087f80-1e07-4f72-9e41-d7d9748d0f4c</vt:lpwstr>
  </property>
  <property fmtid="{D5CDD505-2E9C-101B-9397-08002B2CF9AE}" pid="7" name="MSIP_Label_289eaf13-f528-470e-bf6b-38b666617431_ActionId">
    <vt:lpwstr>47fb31c2-1a93-43a0-89f6-978dbd6c3c9c</vt:lpwstr>
  </property>
  <property fmtid="{D5CDD505-2E9C-101B-9397-08002B2CF9AE}" pid="8" name="MSIP_Label_289eaf13-f528-470e-bf6b-38b666617431_ContentBits">
    <vt:lpwstr>0</vt:lpwstr>
  </property>
  <property fmtid="{D5CDD505-2E9C-101B-9397-08002B2CF9AE}" pid="9" name="MSIP_Label_289eaf13-f528-470e-bf6b-38b666617431_Tag">
    <vt:lpwstr>10, 3, 0, 1</vt:lpwstr>
  </property>
</Properties>
</file>