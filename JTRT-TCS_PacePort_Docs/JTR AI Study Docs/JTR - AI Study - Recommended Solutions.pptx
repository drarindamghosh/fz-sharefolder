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4"/>
    <p:sldMasterId id="2147483892" r:id="rId5"/>
    <p:sldMasterId id="2147483857" r:id="rId6"/>
    <p:sldMasterId id="2147483880" r:id="rId7"/>
    <p:sldMasterId id="2147483873" r:id="rId8"/>
    <p:sldMasterId id="2147483867" r:id="rId9"/>
  </p:sldMasterIdLst>
  <p:notesMasterIdLst>
    <p:notesMasterId r:id="rId16"/>
  </p:notesMasterIdLst>
  <p:handoutMasterIdLst>
    <p:handoutMasterId r:id="rId17"/>
  </p:handoutMasterIdLst>
  <p:sldIdLst>
    <p:sldId id="2142532992" r:id="rId10"/>
    <p:sldId id="2147481032" r:id="rId11"/>
    <p:sldId id="2147481033" r:id="rId12"/>
    <p:sldId id="2147481036" r:id="rId13"/>
    <p:sldId id="2147481037" r:id="rId14"/>
    <p:sldId id="2147481008" r:id="rId15"/>
  </p:sldIdLst>
  <p:sldSz cx="9144000" cy="5143500" type="screen16x9"/>
  <p:notesSz cx="20104100" cy="11315700"/>
  <p:defaultTextStyle>
    <a:defPPr>
      <a:defRPr lang="en-US"/>
    </a:defPPr>
    <a:lvl1pPr marL="0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1pPr>
    <a:lvl2pPr marL="207773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2pPr>
    <a:lvl3pPr marL="415546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3pPr>
    <a:lvl4pPr marL="623318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4pPr>
    <a:lvl5pPr marL="831090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5pPr>
    <a:lvl6pPr marL="1038863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6pPr>
    <a:lvl7pPr marL="1246636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7pPr>
    <a:lvl8pPr marL="1454409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8pPr>
    <a:lvl9pPr marL="1662182" algn="l" defTabSz="415546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ti Mukul" initials="AM" lastIdx="134" clrIdx="0">
    <p:extLst>
      <p:ext uri="{19B8F6BF-5375-455C-9EA6-DF929625EA0E}">
        <p15:presenceInfo xmlns:p15="http://schemas.microsoft.com/office/powerpoint/2012/main" userId="S::1561747@TCS.com::b915b143-710a-4e7a-a06a-915d3c266981" providerId="AD"/>
      </p:ext>
    </p:extLst>
  </p:cmAuthor>
  <p:cmAuthor id="2" name="Kapil  Krishnan" initials="KK" lastIdx="81" clrIdx="1">
    <p:extLst>
      <p:ext uri="{19B8F6BF-5375-455C-9EA6-DF929625EA0E}">
        <p15:presenceInfo xmlns:p15="http://schemas.microsoft.com/office/powerpoint/2012/main" userId="S::571206@TCS.com::f34fbc68-f4bd-41fd-a210-a6e9abee1cae" providerId="AD"/>
      </p:ext>
    </p:extLst>
  </p:cmAuthor>
  <p:cmAuthor id="3" name="Milind" initials="M" lastIdx="1" clrIdx="2">
    <p:extLst>
      <p:ext uri="{19B8F6BF-5375-455C-9EA6-DF929625EA0E}">
        <p15:presenceInfo xmlns:p15="http://schemas.microsoft.com/office/powerpoint/2012/main" userId="S::106465@TCS.com::6f0e4f12-3889-446c-9da4-4330ec04817d" providerId="AD"/>
      </p:ext>
    </p:extLst>
  </p:cmAuthor>
  <p:cmAuthor id="4" name="Sreenivasa Chakravarti" initials="SC" lastIdx="7" clrIdx="3">
    <p:extLst>
      <p:ext uri="{19B8F6BF-5375-455C-9EA6-DF929625EA0E}">
        <p15:presenceInfo xmlns:p15="http://schemas.microsoft.com/office/powerpoint/2012/main" userId="S::132743@TCS.com::aa4a9113-4e87-47be-963d-67c84a2112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3887"/>
    <a:srgbClr val="0081CD"/>
    <a:srgbClr val="F55200"/>
    <a:srgbClr val="5012A3"/>
    <a:srgbClr val="A90048"/>
    <a:srgbClr val="00B3B3"/>
    <a:srgbClr val="F0F0F0"/>
    <a:srgbClr val="710030"/>
    <a:srgbClr val="8F3000"/>
    <a:srgbClr val="DF6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B0859B-5690-408A-AFC9-E01977C10546}" v="5" dt="2025-08-11T09:12:49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139" d="100"/>
          <a:sy n="139" d="100"/>
        </p:scale>
        <p:origin x="80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microsoft.com/office/2016/11/relationships/changesInfo" Target="changesInfos/changesInfo1.xml"/><Relationship Id="rId10" Type="http://schemas.openxmlformats.org/officeDocument/2006/relationships/slide" Target="slides/slide1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rban De" userId="b0f87ac0-f810-4b54-b2fe-f18663dbc260" providerId="ADAL" clId="{015358C0-553B-442B-B4E2-A2CF769002BF}"/>
    <pc:docChg chg="delSld modSld">
      <pc:chgData name="Anirban De" userId="b0f87ac0-f810-4b54-b2fe-f18663dbc260" providerId="ADAL" clId="{015358C0-553B-442B-B4E2-A2CF769002BF}" dt="2025-08-07T13:21:06.795" v="33" actId="1038"/>
      <pc:docMkLst>
        <pc:docMk/>
      </pc:docMkLst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609905969" sldId="391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1482331861" sldId="214253337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33693836" sldId="214747077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677598408" sldId="2147480916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158325044" sldId="214748091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734530511" sldId="2147480918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146148902" sldId="214748091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212722581" sldId="214748092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322212537" sldId="214748092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168826397" sldId="214748092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628058705" sldId="2147480923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964230314" sldId="214748092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156773497" sldId="2147480925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846604957" sldId="2147480926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4059541380" sldId="214748092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465345239" sldId="2147480928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77749052" sldId="214748092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912546887" sldId="214748093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959290953" sldId="214748093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406870604" sldId="214748093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096394057" sldId="2147480933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216803227" sldId="214748093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373072843" sldId="214748093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475189248" sldId="2147480938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388399223" sldId="214748093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69454718" sldId="214748094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125419031" sldId="214748094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498336530" sldId="214748094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294841370" sldId="2147480943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041053471" sldId="214748094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926681308" sldId="2147480945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982946463" sldId="2147480946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117263782" sldId="214748094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30724617" sldId="214748094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389791215" sldId="214748095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650617204" sldId="214748095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66029059" sldId="214748095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975490309" sldId="2147480953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805712446" sldId="214748095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761832791" sldId="2147480955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753446121" sldId="2147480956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094496564" sldId="214748095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153191668" sldId="2147480958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22689625" sldId="214748095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250693324" sldId="214748096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4185259474" sldId="214748096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440528017" sldId="214748096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164627926" sldId="2147480963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903204405" sldId="214748096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432993848" sldId="2147480965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022388193" sldId="2147480966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790270795" sldId="214748096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763509851" sldId="2147480968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751468571" sldId="214748096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399562710" sldId="214748097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267570934" sldId="214748097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773174461" sldId="214748097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725524893" sldId="2147480973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642280615" sldId="214748097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373428845" sldId="2147480975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936187563" sldId="2147480976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182909719" sldId="214748097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045277897" sldId="2147480978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800330449" sldId="214748097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983849162" sldId="214748098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655549433" sldId="214748098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457339920" sldId="214748098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414681884" sldId="2147480983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211203063" sldId="214748098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421158813" sldId="2147480985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631166316" sldId="2147480986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084260148" sldId="214748098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991568917" sldId="2147480988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203917424" sldId="214748098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708250881" sldId="214748099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800262544" sldId="214748099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6641137" sldId="214748099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4203491009" sldId="2147480993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985935930" sldId="214748099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631587417" sldId="2147480995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69924801" sldId="2147480996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177489710" sldId="214748099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289149105" sldId="2147480998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59008826" sldId="214748099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995366827" sldId="214748100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631332362" sldId="214748100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123456173" sldId="214748100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182803917" sldId="2147481003"/>
        </pc:sldMkLst>
      </pc:sldChg>
      <pc:sldChg chg="del">
        <pc:chgData name="Anirban De" userId="b0f87ac0-f810-4b54-b2fe-f18663dbc260" providerId="ADAL" clId="{015358C0-553B-442B-B4E2-A2CF769002BF}" dt="2025-08-07T13:20:45.610" v="5" actId="47"/>
        <pc:sldMkLst>
          <pc:docMk/>
          <pc:sldMk cId="2772343979" sldId="214748100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76077833" sldId="214748100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63037990" sldId="214748100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422642976" sldId="2147481013"/>
        </pc:sldMkLst>
      </pc:sldChg>
      <pc:sldChg chg="del">
        <pc:chgData name="Anirban De" userId="b0f87ac0-f810-4b54-b2fe-f18663dbc260" providerId="ADAL" clId="{015358C0-553B-442B-B4E2-A2CF769002BF}" dt="2025-08-07T13:19:47.563" v="0" actId="47"/>
        <pc:sldMkLst>
          <pc:docMk/>
          <pc:sldMk cId="3498904653" sldId="2147481014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755384179" sldId="2147481015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101817807" sldId="2147481016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1538834221" sldId="2147481017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912604319" sldId="2147481018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887528680" sldId="2147481019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82565971" sldId="2147481020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022073578" sldId="2147481021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321008483" sldId="2147481022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051343164" sldId="2147481023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172054932" sldId="2147481024"/>
        </pc:sldMkLst>
      </pc:sldChg>
      <pc:sldChg chg="del">
        <pc:chgData name="Anirban De" userId="b0f87ac0-f810-4b54-b2fe-f18663dbc260" providerId="ADAL" clId="{015358C0-553B-442B-B4E2-A2CF769002BF}" dt="2025-08-07T13:20:42.761" v="4" actId="47"/>
        <pc:sldMkLst>
          <pc:docMk/>
          <pc:sldMk cId="2064243329" sldId="2147481025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3671128492" sldId="2147481026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2041336371" sldId="2147481027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1477747527" sldId="2147481028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29021592" sldId="2147481029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1892571404" sldId="2147481030"/>
        </pc:sldMkLst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479061755" sldId="2147481031"/>
        </pc:sldMkLst>
      </pc:sldChg>
      <pc:sldChg chg="modSp mod">
        <pc:chgData name="Anirban De" userId="b0f87ac0-f810-4b54-b2fe-f18663dbc260" providerId="ADAL" clId="{015358C0-553B-442B-B4E2-A2CF769002BF}" dt="2025-08-07T13:21:06.795" v="33" actId="1038"/>
        <pc:sldMkLst>
          <pc:docMk/>
          <pc:sldMk cId="2309660911" sldId="2147481033"/>
        </pc:sldMkLst>
        <pc:spChg chg="mod">
          <ac:chgData name="Anirban De" userId="b0f87ac0-f810-4b54-b2fe-f18663dbc260" providerId="ADAL" clId="{015358C0-553B-442B-B4E2-A2CF769002BF}" dt="2025-08-07T13:20:58.446" v="13" actId="1038"/>
          <ac:spMkLst>
            <pc:docMk/>
            <pc:sldMk cId="2309660911" sldId="2147481033"/>
            <ac:spMk id="11" creationId="{3CE61F28-7073-ECC4-C4F4-852AD1944D5E}"/>
          </ac:spMkLst>
        </pc:spChg>
        <pc:spChg chg="mod">
          <ac:chgData name="Anirban De" userId="b0f87ac0-f810-4b54-b2fe-f18663dbc260" providerId="ADAL" clId="{015358C0-553B-442B-B4E2-A2CF769002BF}" dt="2025-08-07T13:21:03.312" v="30" actId="1038"/>
          <ac:spMkLst>
            <pc:docMk/>
            <pc:sldMk cId="2309660911" sldId="2147481033"/>
            <ac:spMk id="12" creationId="{14A4B02E-1E9E-C69A-390B-7890BD10D458}"/>
          </ac:spMkLst>
        </pc:spChg>
        <pc:spChg chg="mod">
          <ac:chgData name="Anirban De" userId="b0f87ac0-f810-4b54-b2fe-f18663dbc260" providerId="ADAL" clId="{015358C0-553B-442B-B4E2-A2CF769002BF}" dt="2025-08-07T13:21:06.795" v="33" actId="1038"/>
          <ac:spMkLst>
            <pc:docMk/>
            <pc:sldMk cId="2309660911" sldId="2147481033"/>
            <ac:spMk id="13" creationId="{1BC8E906-85F0-05A8-B137-C2166A8EF9A6}"/>
          </ac:spMkLst>
        </pc:spChg>
      </pc:sldChg>
      <pc:sldChg chg="del">
        <pc:chgData name="Anirban De" userId="b0f87ac0-f810-4b54-b2fe-f18663dbc260" providerId="ADAL" clId="{015358C0-553B-442B-B4E2-A2CF769002BF}" dt="2025-08-07T13:20:25.064" v="3" actId="47"/>
        <pc:sldMkLst>
          <pc:docMk/>
          <pc:sldMk cId="2460910914" sldId="2147481034"/>
        </pc:sldMkLst>
      </pc:sldChg>
      <pc:sldChg chg="modSp mod">
        <pc:chgData name="Anirban De" userId="b0f87ac0-f810-4b54-b2fe-f18663dbc260" providerId="ADAL" clId="{015358C0-553B-442B-B4E2-A2CF769002BF}" dt="2025-08-07T13:20:01.346" v="2"/>
        <pc:sldMkLst>
          <pc:docMk/>
          <pc:sldMk cId="1614321816" sldId="2147481037"/>
        </pc:sldMkLst>
        <pc:spChg chg="mod">
          <ac:chgData name="Anirban De" userId="b0f87ac0-f810-4b54-b2fe-f18663dbc260" providerId="ADAL" clId="{015358C0-553B-442B-B4E2-A2CF769002BF}" dt="2025-08-07T13:20:01.346" v="2"/>
          <ac:spMkLst>
            <pc:docMk/>
            <pc:sldMk cId="1614321816" sldId="2147481037"/>
            <ac:spMk id="2" creationId="{98D947AC-7D99-793C-2AC2-F74037E55AD6}"/>
          </ac:spMkLst>
        </pc:spChg>
      </pc:sldChg>
    </pc:docChg>
  </pc:docChgLst>
  <pc:docChgLst>
    <pc:chgData name="Dr Arindam Ghosh" userId="44976628360bfbdc" providerId="LiveId" clId="{45B0859B-5690-408A-AFC9-E01977C10546}"/>
    <pc:docChg chg="undo custSel modSld">
      <pc:chgData name="Dr Arindam Ghosh" userId="44976628360bfbdc" providerId="LiveId" clId="{45B0859B-5690-408A-AFC9-E01977C10546}" dt="2025-08-11T09:14:43.053" v="105" actId="1076"/>
      <pc:docMkLst>
        <pc:docMk/>
      </pc:docMkLst>
      <pc:sldChg chg="addSp delSp modSp mod">
        <pc:chgData name="Dr Arindam Ghosh" userId="44976628360bfbdc" providerId="LiveId" clId="{45B0859B-5690-408A-AFC9-E01977C10546}" dt="2025-08-11T09:14:43.053" v="105" actId="1076"/>
        <pc:sldMkLst>
          <pc:docMk/>
          <pc:sldMk cId="2309660911" sldId="2147481033"/>
        </pc:sldMkLst>
        <pc:spChg chg="mod">
          <ac:chgData name="Dr Arindam Ghosh" userId="44976628360bfbdc" providerId="LiveId" clId="{45B0859B-5690-408A-AFC9-E01977C10546}" dt="2025-08-11T09:14:43.053" v="105" actId="1076"/>
          <ac:spMkLst>
            <pc:docMk/>
            <pc:sldMk cId="2309660911" sldId="2147481033"/>
            <ac:spMk id="3" creationId="{540FF0D7-CF18-EC7A-F6DA-400C923B68A8}"/>
          </ac:spMkLst>
        </pc:spChg>
        <pc:spChg chg="add del mod">
          <ac:chgData name="Dr Arindam Ghosh" userId="44976628360bfbdc" providerId="LiveId" clId="{45B0859B-5690-408A-AFC9-E01977C10546}" dt="2025-08-11T09:14:24.441" v="93" actId="478"/>
          <ac:spMkLst>
            <pc:docMk/>
            <pc:sldMk cId="2309660911" sldId="2147481033"/>
            <ac:spMk id="4" creationId="{2DBCC8B4-1F38-583B-C829-87EEA587844E}"/>
          </ac:spMkLst>
        </pc:spChg>
        <pc:spChg chg="mod">
          <ac:chgData name="Dr Arindam Ghosh" userId="44976628360bfbdc" providerId="LiveId" clId="{45B0859B-5690-408A-AFC9-E01977C10546}" dt="2025-08-11T09:13:01.892" v="86" actId="6549"/>
          <ac:spMkLst>
            <pc:docMk/>
            <pc:sldMk cId="2309660911" sldId="2147481033"/>
            <ac:spMk id="9" creationId="{4CF2D693-1EBE-5D41-F8B7-311E664CC26B}"/>
          </ac:spMkLst>
        </pc:spChg>
        <pc:spChg chg="add del mod">
          <ac:chgData name="Dr Arindam Ghosh" userId="44976628360bfbdc" providerId="LiveId" clId="{45B0859B-5690-408A-AFC9-E01977C10546}" dt="2025-08-11T09:14:24.967" v="94" actId="478"/>
          <ac:spMkLst>
            <pc:docMk/>
            <pc:sldMk cId="2309660911" sldId="2147481033"/>
            <ac:spMk id="27" creationId="{38FD2A30-F834-AB9C-4FA8-E88572E209BF}"/>
          </ac:spMkLst>
        </pc:spChg>
        <pc:spChg chg="add del mod">
          <ac:chgData name="Dr Arindam Ghosh" userId="44976628360bfbdc" providerId="LiveId" clId="{45B0859B-5690-408A-AFC9-E01977C10546}" dt="2025-08-11T09:14:25.464" v="95" actId="478"/>
          <ac:spMkLst>
            <pc:docMk/>
            <pc:sldMk cId="2309660911" sldId="2147481033"/>
            <ac:spMk id="28" creationId="{24C7F0AC-D36A-B4AD-7BDC-33F19750B45E}"/>
          </ac:spMkLst>
        </pc:spChg>
        <pc:spChg chg="add del mod">
          <ac:chgData name="Dr Arindam Ghosh" userId="44976628360bfbdc" providerId="LiveId" clId="{45B0859B-5690-408A-AFC9-E01977C10546}" dt="2025-08-11T09:14:29.121" v="98" actId="478"/>
          <ac:spMkLst>
            <pc:docMk/>
            <pc:sldMk cId="2309660911" sldId="2147481033"/>
            <ac:spMk id="29" creationId="{4CC5025B-705B-F78B-912F-87CAB9FF49D3}"/>
          </ac:spMkLst>
        </pc:spChg>
        <pc:spChg chg="add del mod">
          <ac:chgData name="Dr Arindam Ghosh" userId="44976628360bfbdc" providerId="LiveId" clId="{45B0859B-5690-408A-AFC9-E01977C10546}" dt="2025-08-11T09:14:30.195" v="99" actId="478"/>
          <ac:spMkLst>
            <pc:docMk/>
            <pc:sldMk cId="2309660911" sldId="2147481033"/>
            <ac:spMk id="30" creationId="{11E875A6-A3E4-EAD1-63D9-42EA0EAE5456}"/>
          </ac:spMkLst>
        </pc:spChg>
        <pc:spChg chg="mod">
          <ac:chgData name="Dr Arindam Ghosh" userId="44976628360bfbdc" providerId="LiveId" clId="{45B0859B-5690-408A-AFC9-E01977C10546}" dt="2025-08-11T09:11:36.942" v="58" actId="1076"/>
          <ac:spMkLst>
            <pc:docMk/>
            <pc:sldMk cId="2309660911" sldId="2147481033"/>
            <ac:spMk id="57" creationId="{EC0D7676-0F49-3120-76E6-91FEA1F0EFD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93363-4B1F-4C8E-A6A8-E59E73B1D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4A02-2C6F-4C3E-B8A6-F4E320ED1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3A15D-369C-476E-A4FD-27B2714E554A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65AE-70C1-456E-BDCB-3BF147736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416F-24FB-46D6-8460-CBAA61BA37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4DE49-BEC2-4CDB-9AEE-41A7BC71E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D8B44-2349-4EE3-B0D0-553C8A2F62DF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C5E5-9620-4FBC-AD03-52B8306EE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81527" y="4942596"/>
            <a:ext cx="1876425" cy="12717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4003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26" y="1112721"/>
            <a:ext cx="7886195" cy="55302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81527" y="4942596"/>
            <a:ext cx="1876425" cy="12717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5082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81527" y="4942596"/>
            <a:ext cx="1876425" cy="12717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56297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AFBCA571-01A8-4E95-9C00-69719930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3" y="107915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A8E08-2CD7-43E6-9FC9-C351E7846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4" y="839933"/>
            <a:ext cx="7886195" cy="326303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454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6B76AE-EDEC-4417-B5DA-F48574E37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990" y="107913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2881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81527" y="4942596"/>
            <a:ext cx="1876425" cy="12717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78813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26" y="1112721"/>
            <a:ext cx="7886195" cy="55302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81527" y="4942596"/>
            <a:ext cx="1876425" cy="12717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5823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81527" y="4942596"/>
            <a:ext cx="1876425" cy="12717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7453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AFBCA571-01A8-4E95-9C00-69719930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3" y="107915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A8E08-2CD7-43E6-9FC9-C351E7846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4" y="839933"/>
            <a:ext cx="7886195" cy="326303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586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tx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8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89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6" lvl="0" indent="-171446" defTabSz="914333">
              <a:buClr>
                <a:srgbClr val="808285"/>
              </a:buClr>
            </a:pPr>
            <a:r>
              <a:rPr lang="en-US"/>
              <a:t>Date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B9830B-7480-6466-B66E-6015B7CDE4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01" t="38245" r="4369" b="37400"/>
          <a:stretch/>
        </p:blipFill>
        <p:spPr>
          <a:xfrm>
            <a:off x="288868" y="353900"/>
            <a:ext cx="1546276" cy="4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0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20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chemeClr val="tx1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50" lvl="0" indent="-171450" defTabSz="914355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98264" y="1354933"/>
            <a:ext cx="4745736" cy="3163094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600" b="1">
                <a:solidFill>
                  <a:schemeClr val="tx1"/>
                </a:solidFill>
              </a:defRPr>
            </a:lvl1pPr>
          </a:lstStyle>
          <a:p>
            <a:pPr marL="571500" lvl="0" indent="-571500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70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4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7" Type="http://schemas.microsoft.com/office/2007/relationships/hdphoto" Target="../media/hdphoto1.wdp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9.xml"/><Relationship Id="rId9" Type="http://schemas.microsoft.com/office/2007/relationships/hdphoto" Target="../media/hdphoto2.wdp"/></Relationships>
</file>

<file path=ppt/slideMasters/_rels/slideMaster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Masters/_rels/slideMaster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4565002" y="4807510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99348" y="4807510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700" noProof="0" smtClean="0"/>
              <a:pPr lvl="0"/>
              <a:t>‹#›</a:t>
            </a:fld>
            <a:r>
              <a:rPr lang="en-US" sz="700" noProof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563958" y="4633080"/>
            <a:ext cx="435969" cy="387958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79" y="4708121"/>
            <a:ext cx="1266904" cy="30252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64CE3B5-DF03-88A1-03F1-51B79C121C56}"/>
              </a:ext>
            </a:extLst>
          </p:cNvPr>
          <p:cNvGrpSpPr/>
          <p:nvPr userDrawn="1"/>
        </p:nvGrpSpPr>
        <p:grpSpPr>
          <a:xfrm>
            <a:off x="7186043" y="-4082"/>
            <a:ext cx="1957958" cy="1410553"/>
            <a:chOff x="9230395" y="-5442"/>
            <a:chExt cx="2961605" cy="2133600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817FD85A-4DE7-040D-B61C-C0162A511572}"/>
                </a:ext>
              </a:extLst>
            </p:cNvPr>
            <p:cNvSpPr/>
            <p:nvPr userDrawn="1"/>
          </p:nvSpPr>
          <p:spPr>
            <a:xfrm rot="16200000">
              <a:off x="9326540" y="1438545"/>
              <a:ext cx="493183" cy="425158"/>
            </a:xfrm>
            <a:prstGeom prst="triangle">
              <a:avLst/>
            </a:prstGeom>
            <a:solidFill>
              <a:srgbClr val="4E84C4">
                <a:alpha val="30196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5CE4703-15EA-99C5-F01D-78C370A2AE45}"/>
                </a:ext>
              </a:extLst>
            </p:cNvPr>
            <p:cNvSpPr/>
            <p:nvPr userDrawn="1"/>
          </p:nvSpPr>
          <p:spPr>
            <a:xfrm rot="5400000" flipH="1">
              <a:off x="9208885" y="1438566"/>
              <a:ext cx="311885" cy="268866"/>
            </a:xfrm>
            <a:prstGeom prst="triangle">
              <a:avLst/>
            </a:prstGeom>
            <a:solidFill>
              <a:srgbClr val="4E84C4">
                <a:alpha val="1882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70D5A716-26E3-B2C0-28FE-BE5B36A3C052}"/>
                </a:ext>
              </a:extLst>
            </p:cNvPr>
            <p:cNvSpPr/>
            <p:nvPr userDrawn="1"/>
          </p:nvSpPr>
          <p:spPr>
            <a:xfrm rot="16200000">
              <a:off x="10205545" y="141703"/>
              <a:ext cx="2133600" cy="1839310"/>
            </a:xfrm>
            <a:prstGeom prst="triangle">
              <a:avLst/>
            </a:prstGeom>
            <a:solidFill>
              <a:srgbClr val="4E84C4">
                <a:alpha val="25882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EAF1B85-4807-D80A-96F2-52A6BB92FDB4}"/>
                </a:ext>
              </a:extLst>
            </p:cNvPr>
            <p:cNvSpPr/>
            <p:nvPr userDrawn="1"/>
          </p:nvSpPr>
          <p:spPr>
            <a:xfrm rot="5400000" flipH="1">
              <a:off x="9696544" y="141793"/>
              <a:ext cx="1349273" cy="1163165"/>
            </a:xfrm>
            <a:prstGeom prst="triangle">
              <a:avLst/>
            </a:prstGeom>
            <a:solidFill>
              <a:srgbClr val="4E84C4">
                <a:alpha val="12941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</p:grpSp>
    </p:spTree>
    <p:extLst>
      <p:ext uri="{BB962C8B-B14F-4D97-AF65-F5344CB8AC3E}">
        <p14:creationId xmlns:p14="http://schemas.microsoft.com/office/powerpoint/2010/main" val="105851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97" r:id="rId5"/>
  </p:sldLayoutIdLst>
  <p:hf sldNum="0" hdr="0" dt="0"/>
  <p:txStyles>
    <p:titleStyle>
      <a:lvl1pPr algn="l" defTabSz="914333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914333" rtl="0" eaLnBrk="1" latinLnBrk="0" hangingPunct="1">
        <a:lnSpc>
          <a:spcPct val="90000"/>
        </a:lnSpc>
        <a:spcBef>
          <a:spcPts val="1000"/>
        </a:spcBef>
        <a:buClr>
          <a:srgbClr val="007DC5"/>
        </a:buClr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71446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1446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71446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71446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411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84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636">
          <p15:clr>
            <a:srgbClr val="F26B43"/>
          </p15:clr>
        </p15:guide>
        <p15:guide id="6" orient="horz" pos="2964">
          <p15:clr>
            <a:srgbClr val="F26B43"/>
          </p15:clr>
        </p15:guide>
        <p15:guide id="8" pos="5664">
          <p15:clr>
            <a:srgbClr val="F26B43"/>
          </p15:clr>
        </p15:guide>
        <p15:guide id="9" pos="96">
          <p15:clr>
            <a:srgbClr val="F26B43"/>
          </p15:clr>
        </p15:guide>
        <p15:guide id="10" orient="horz" pos="315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531300" y="4594480"/>
            <a:ext cx="435969" cy="387958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79" y="4669521"/>
            <a:ext cx="1266904" cy="30252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88FD662-2FC0-F70A-C9EB-924EB80D6F1C}"/>
              </a:ext>
            </a:extLst>
          </p:cNvPr>
          <p:cNvGrpSpPr/>
          <p:nvPr userDrawn="1"/>
        </p:nvGrpSpPr>
        <p:grpSpPr>
          <a:xfrm>
            <a:off x="569788" y="926269"/>
            <a:ext cx="1490272" cy="1217062"/>
            <a:chOff x="2863131" y="2378657"/>
            <a:chExt cx="2739825" cy="2237536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9BA04AA3-4575-9D3C-D2CC-1E22F848C32A}"/>
                </a:ext>
              </a:extLst>
            </p:cNvPr>
            <p:cNvSpPr/>
            <p:nvPr/>
          </p:nvSpPr>
          <p:spPr>
            <a:xfrm rot="9010197" flipH="1">
              <a:off x="4419743" y="3596182"/>
              <a:ext cx="1183213" cy="1020011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70193AE-0B7F-DA69-A3F1-29FFB6F7C456}"/>
                </a:ext>
              </a:extLst>
            </p:cNvPr>
            <p:cNvSpPr/>
            <p:nvPr/>
          </p:nvSpPr>
          <p:spPr>
            <a:xfrm rot="9010197" flipH="1">
              <a:off x="3157295" y="3920702"/>
              <a:ext cx="575626" cy="496229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6A509961-B80F-46FF-B58E-88EE34063ED1}"/>
                </a:ext>
              </a:extLst>
            </p:cNvPr>
            <p:cNvSpPr/>
            <p:nvPr/>
          </p:nvSpPr>
          <p:spPr>
            <a:xfrm rot="12589803">
              <a:off x="2863131" y="3878285"/>
              <a:ext cx="354247" cy="305385"/>
            </a:xfrm>
            <a:prstGeom prst="triangle">
              <a:avLst/>
            </a:prstGeom>
            <a:solidFill>
              <a:srgbClr val="4E84C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45D05777-916A-0E90-0349-EC8F33099E9A}"/>
                </a:ext>
              </a:extLst>
            </p:cNvPr>
            <p:cNvSpPr/>
            <p:nvPr/>
          </p:nvSpPr>
          <p:spPr>
            <a:xfrm rot="5400000" flipH="1">
              <a:off x="3434434" y="2515306"/>
              <a:ext cx="1981404" cy="1708106"/>
            </a:xfrm>
            <a:prstGeom prst="triangle">
              <a:avLst/>
            </a:prstGeom>
            <a:solidFill>
              <a:srgbClr val="4E84C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175A6E-DE99-214B-3071-ADE54D03C715}"/>
              </a:ext>
            </a:extLst>
          </p:cNvPr>
          <p:cNvGrpSpPr/>
          <p:nvPr userDrawn="1"/>
        </p:nvGrpSpPr>
        <p:grpSpPr>
          <a:xfrm flipH="1">
            <a:off x="2092784" y="2994125"/>
            <a:ext cx="589332" cy="523393"/>
            <a:chOff x="6095999" y="5500004"/>
            <a:chExt cx="827365" cy="734792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E65DF74-84DE-DF81-4BCB-3A97C1A3B894}"/>
                </a:ext>
              </a:extLst>
            </p:cNvPr>
            <p:cNvSpPr/>
            <p:nvPr/>
          </p:nvSpPr>
          <p:spPr>
            <a:xfrm rot="5400000" flipH="1">
              <a:off x="6045324" y="5550679"/>
              <a:ext cx="734792" cy="633441"/>
            </a:xfrm>
            <a:prstGeom prst="triangle">
              <a:avLst/>
            </a:prstGeom>
            <a:solidFill>
              <a:srgbClr val="4E84C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C34C89B-5B70-1DA0-D9AF-9405506218AD}"/>
                </a:ext>
              </a:extLst>
            </p:cNvPr>
            <p:cNvSpPr/>
            <p:nvPr/>
          </p:nvSpPr>
          <p:spPr>
            <a:xfrm rot="16200000">
              <a:off x="6490734" y="5550710"/>
              <a:ext cx="464677" cy="400583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</p:grp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BEFA36F-8829-646A-8ACD-4599DE81EC9A}"/>
              </a:ext>
            </a:extLst>
          </p:cNvPr>
          <p:cNvSpPr/>
          <p:nvPr userDrawn="1"/>
        </p:nvSpPr>
        <p:spPr>
          <a:xfrm rot="5400000" flipH="1">
            <a:off x="2472943" y="3381502"/>
            <a:ext cx="330991" cy="285337"/>
          </a:xfrm>
          <a:prstGeom prst="triangle">
            <a:avLst/>
          </a:prstGeom>
          <a:solidFill>
            <a:srgbClr val="4E84C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542ABBA-F5A7-77FC-9D5F-423F34DA2AE5}"/>
              </a:ext>
            </a:extLst>
          </p:cNvPr>
          <p:cNvSpPr/>
          <p:nvPr userDrawn="1"/>
        </p:nvSpPr>
        <p:spPr>
          <a:xfrm rot="16200000">
            <a:off x="2673580" y="3381515"/>
            <a:ext cx="209316" cy="180444"/>
          </a:xfrm>
          <a:prstGeom prst="triangl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888A78-2B0E-99E5-09DD-DEFB184BA729}"/>
              </a:ext>
            </a:extLst>
          </p:cNvPr>
          <p:cNvGrpSpPr/>
          <p:nvPr userDrawn="1"/>
        </p:nvGrpSpPr>
        <p:grpSpPr>
          <a:xfrm flipH="1">
            <a:off x="8079288" y="0"/>
            <a:ext cx="1064712" cy="945582"/>
            <a:chOff x="6095999" y="5500004"/>
            <a:chExt cx="827365" cy="734792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C236D16-DC41-680F-C5F9-AF7188E35A19}"/>
                </a:ext>
              </a:extLst>
            </p:cNvPr>
            <p:cNvSpPr/>
            <p:nvPr/>
          </p:nvSpPr>
          <p:spPr>
            <a:xfrm rot="5400000" flipH="1">
              <a:off x="6045324" y="5550679"/>
              <a:ext cx="734792" cy="633441"/>
            </a:xfrm>
            <a:prstGeom prst="triangle">
              <a:avLst/>
            </a:prstGeom>
            <a:solidFill>
              <a:srgbClr val="4E84C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FE47435-6773-FADA-F8F6-F59C192E84F1}"/>
                </a:ext>
              </a:extLst>
            </p:cNvPr>
            <p:cNvSpPr/>
            <p:nvPr/>
          </p:nvSpPr>
          <p:spPr>
            <a:xfrm rot="16200000">
              <a:off x="6490734" y="5550710"/>
              <a:ext cx="464677" cy="400583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</p:grpSp>
      <p:sp>
        <p:nvSpPr>
          <p:cNvPr id="225" name="Title 9">
            <a:extLst>
              <a:ext uri="{FF2B5EF4-FFF2-40B4-BE49-F238E27FC236}">
                <a16:creationId xmlns:a16="http://schemas.microsoft.com/office/drawing/2014/main" id="{C9AD0E1F-53BF-06D3-AFE5-AD81372C1D51}"/>
              </a:ext>
            </a:extLst>
          </p:cNvPr>
          <p:cNvSpPr txBox="1">
            <a:spLocks/>
          </p:cNvSpPr>
          <p:nvPr userDrawn="1"/>
        </p:nvSpPr>
        <p:spPr>
          <a:xfrm>
            <a:off x="4967969" y="1110377"/>
            <a:ext cx="4534673" cy="442021"/>
          </a:xfrm>
          <a:prstGeom prst="rect">
            <a:avLst/>
          </a:prstGeom>
        </p:spPr>
        <p:txBody>
          <a:bodyPr anchor="ctr"/>
          <a:lstStyle>
            <a:lvl1pPr algn="l" defTabSz="121911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>
                <a:solidFill>
                  <a:srgbClr val="4E84C4"/>
                </a:solidFill>
                <a:latin typeface="Houschka Rounded Alt DemiBold" panose="020F0703000000020003" pitchFamily="34" charset="0"/>
              </a:rPr>
              <a:t>United by values, stronger together.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D058BC-491E-BFE2-9903-7FC88F9FB727}"/>
              </a:ext>
            </a:extLst>
          </p:cNvPr>
          <p:cNvGrpSpPr/>
          <p:nvPr userDrawn="1"/>
        </p:nvGrpSpPr>
        <p:grpSpPr>
          <a:xfrm>
            <a:off x="4967969" y="1755239"/>
            <a:ext cx="4181312" cy="2155961"/>
            <a:chOff x="1193115" y="895350"/>
            <a:chExt cx="6757770" cy="3352800"/>
          </a:xfrm>
          <a:solidFill>
            <a:schemeClr val="tx1">
              <a:alpha val="17000"/>
            </a:schemeClr>
          </a:solidFill>
        </p:grpSpPr>
        <p:grpSp>
          <p:nvGrpSpPr>
            <p:cNvPr id="227" name="Group 341">
              <a:extLst>
                <a:ext uri="{FF2B5EF4-FFF2-40B4-BE49-F238E27FC236}">
                  <a16:creationId xmlns:a16="http://schemas.microsoft.com/office/drawing/2014/main" id="{F5A65715-C296-B54A-ECFD-4BA675D0FBF9}"/>
                </a:ext>
              </a:extLst>
            </p:cNvPr>
            <p:cNvGrpSpPr/>
            <p:nvPr/>
          </p:nvGrpSpPr>
          <p:grpSpPr>
            <a:xfrm>
              <a:off x="4033389" y="2317283"/>
              <a:ext cx="1289075" cy="1441684"/>
              <a:chOff x="4097338" y="2217738"/>
              <a:chExt cx="1139825" cy="1274763"/>
            </a:xfrm>
            <a:grpFill/>
          </p:grpSpPr>
          <p:sp>
            <p:nvSpPr>
              <p:cNvPr id="428" name="Freeform 5">
                <a:extLst>
                  <a:ext uri="{FF2B5EF4-FFF2-40B4-BE49-F238E27FC236}">
                    <a16:creationId xmlns:a16="http://schemas.microsoft.com/office/drawing/2014/main" id="{94BAE141-02A4-2585-E152-0220DADED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2225" y="3086100"/>
                <a:ext cx="120650" cy="233363"/>
              </a:xfrm>
              <a:custGeom>
                <a:avLst/>
                <a:gdLst/>
                <a:ahLst/>
                <a:cxnLst>
                  <a:cxn ang="0">
                    <a:pos x="9" y="114"/>
                  </a:cxn>
                  <a:cxn ang="0">
                    <a:pos x="18" y="94"/>
                  </a:cxn>
                  <a:cxn ang="0">
                    <a:pos x="11" y="71"/>
                  </a:cxn>
                  <a:cxn ang="0">
                    <a:pos x="40" y="43"/>
                  </a:cxn>
                  <a:cxn ang="0">
                    <a:pos x="71" y="13"/>
                  </a:cxn>
                  <a:cxn ang="0">
                    <a:pos x="73" y="0"/>
                  </a:cxn>
                  <a:cxn ang="0">
                    <a:pos x="91" y="42"/>
                  </a:cxn>
                  <a:cxn ang="0">
                    <a:pos x="91" y="49"/>
                  </a:cxn>
                  <a:cxn ang="0">
                    <a:pos x="84" y="47"/>
                  </a:cxn>
                  <a:cxn ang="0">
                    <a:pos x="64" y="126"/>
                  </a:cxn>
                  <a:cxn ang="0">
                    <a:pos x="25" y="175"/>
                  </a:cxn>
                  <a:cxn ang="0">
                    <a:pos x="5" y="151"/>
                  </a:cxn>
                  <a:cxn ang="0">
                    <a:pos x="5" y="140"/>
                  </a:cxn>
                  <a:cxn ang="0">
                    <a:pos x="0" y="122"/>
                  </a:cxn>
                  <a:cxn ang="0">
                    <a:pos x="9" y="114"/>
                  </a:cxn>
                </a:cxnLst>
                <a:rect l="0" t="0" r="r" b="b"/>
                <a:pathLst>
                  <a:path w="91" h="175">
                    <a:moveTo>
                      <a:pt x="9" y="114"/>
                    </a:moveTo>
                    <a:cubicBezTo>
                      <a:pt x="9" y="114"/>
                      <a:pt x="18" y="95"/>
                      <a:pt x="18" y="94"/>
                    </a:cubicBezTo>
                    <a:cubicBezTo>
                      <a:pt x="18" y="89"/>
                      <a:pt x="11" y="78"/>
                      <a:pt x="11" y="71"/>
                    </a:cubicBezTo>
                    <a:cubicBezTo>
                      <a:pt x="11" y="49"/>
                      <a:pt x="27" y="50"/>
                      <a:pt x="40" y="43"/>
                    </a:cubicBezTo>
                    <a:cubicBezTo>
                      <a:pt x="50" y="37"/>
                      <a:pt x="64" y="20"/>
                      <a:pt x="71" y="13"/>
                    </a:cubicBezTo>
                    <a:cubicBezTo>
                      <a:pt x="73" y="11"/>
                      <a:pt x="72" y="4"/>
                      <a:pt x="73" y="0"/>
                    </a:cubicBezTo>
                    <a:cubicBezTo>
                      <a:pt x="88" y="2"/>
                      <a:pt x="87" y="31"/>
                      <a:pt x="91" y="42"/>
                    </a:cubicBezTo>
                    <a:cubicBezTo>
                      <a:pt x="91" y="49"/>
                      <a:pt x="91" y="49"/>
                      <a:pt x="91" y="49"/>
                    </a:cubicBezTo>
                    <a:cubicBezTo>
                      <a:pt x="89" y="48"/>
                      <a:pt x="85" y="47"/>
                      <a:pt x="84" y="47"/>
                    </a:cubicBezTo>
                    <a:cubicBezTo>
                      <a:pt x="84" y="79"/>
                      <a:pt x="74" y="101"/>
                      <a:pt x="64" y="126"/>
                    </a:cubicBezTo>
                    <a:cubicBezTo>
                      <a:pt x="56" y="146"/>
                      <a:pt x="52" y="175"/>
                      <a:pt x="25" y="175"/>
                    </a:cubicBezTo>
                    <a:cubicBezTo>
                      <a:pt x="14" y="175"/>
                      <a:pt x="5" y="163"/>
                      <a:pt x="5" y="151"/>
                    </a:cubicBezTo>
                    <a:cubicBezTo>
                      <a:pt x="5" y="145"/>
                      <a:pt x="6" y="143"/>
                      <a:pt x="5" y="140"/>
                    </a:cubicBezTo>
                    <a:cubicBezTo>
                      <a:pt x="0" y="136"/>
                      <a:pt x="0" y="129"/>
                      <a:pt x="0" y="122"/>
                    </a:cubicBezTo>
                    <a:cubicBezTo>
                      <a:pt x="0" y="121"/>
                      <a:pt x="8" y="114"/>
                      <a:pt x="9" y="1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9" name="Freeform 6">
                <a:extLst>
                  <a:ext uri="{FF2B5EF4-FFF2-40B4-BE49-F238E27FC236}">
                    <a16:creationId xmlns:a16="http://schemas.microsoft.com/office/drawing/2014/main" id="{347907FC-B3AD-1355-5F55-8913E58A6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7338" y="2217738"/>
                <a:ext cx="1139825" cy="1274763"/>
              </a:xfrm>
              <a:custGeom>
                <a:avLst/>
                <a:gdLst/>
                <a:ahLst/>
                <a:cxnLst>
                  <a:cxn ang="0">
                    <a:pos x="499" y="66"/>
                  </a:cxn>
                  <a:cxn ang="0">
                    <a:pos x="527" y="81"/>
                  </a:cxn>
                  <a:cxn ang="0">
                    <a:pos x="609" y="86"/>
                  </a:cxn>
                  <a:cxn ang="0">
                    <a:pos x="644" y="89"/>
                  </a:cxn>
                  <a:cxn ang="0">
                    <a:pos x="644" y="136"/>
                  </a:cxn>
                  <a:cxn ang="0">
                    <a:pos x="620" y="115"/>
                  </a:cxn>
                  <a:cxn ang="0">
                    <a:pos x="679" y="223"/>
                  </a:cxn>
                  <a:cxn ang="0">
                    <a:pos x="699" y="267"/>
                  </a:cxn>
                  <a:cxn ang="0">
                    <a:pos x="730" y="310"/>
                  </a:cxn>
                  <a:cxn ang="0">
                    <a:pos x="755" y="348"/>
                  </a:cxn>
                  <a:cxn ang="0">
                    <a:pos x="787" y="359"/>
                  </a:cxn>
                  <a:cxn ang="0">
                    <a:pos x="853" y="346"/>
                  </a:cxn>
                  <a:cxn ang="0">
                    <a:pos x="826" y="425"/>
                  </a:cxn>
                  <a:cxn ang="0">
                    <a:pos x="719" y="541"/>
                  </a:cxn>
                  <a:cxn ang="0">
                    <a:pos x="708" y="600"/>
                  </a:cxn>
                  <a:cxn ang="0">
                    <a:pos x="721" y="638"/>
                  </a:cxn>
                  <a:cxn ang="0">
                    <a:pos x="720" y="676"/>
                  </a:cxn>
                  <a:cxn ang="0">
                    <a:pos x="660" y="745"/>
                  </a:cxn>
                  <a:cxn ang="0">
                    <a:pos x="659" y="788"/>
                  </a:cxn>
                  <a:cxn ang="0">
                    <a:pos x="643" y="816"/>
                  </a:cxn>
                  <a:cxn ang="0">
                    <a:pos x="627" y="846"/>
                  </a:cxn>
                  <a:cxn ang="0">
                    <a:pos x="592" y="902"/>
                  </a:cxn>
                  <a:cxn ang="0">
                    <a:pos x="538" y="946"/>
                  </a:cxn>
                  <a:cxn ang="0">
                    <a:pos x="512" y="944"/>
                  </a:cxn>
                  <a:cxn ang="0">
                    <a:pos x="452" y="949"/>
                  </a:cxn>
                  <a:cxn ang="0">
                    <a:pos x="440" y="929"/>
                  </a:cxn>
                  <a:cxn ang="0">
                    <a:pos x="431" y="893"/>
                  </a:cxn>
                  <a:cxn ang="0">
                    <a:pos x="395" y="789"/>
                  </a:cxn>
                  <a:cxn ang="0">
                    <a:pos x="360" y="708"/>
                  </a:cxn>
                  <a:cxn ang="0">
                    <a:pos x="382" y="621"/>
                  </a:cxn>
                  <a:cxn ang="0">
                    <a:pos x="364" y="558"/>
                  </a:cxn>
                  <a:cxn ang="0">
                    <a:pos x="337" y="490"/>
                  </a:cxn>
                  <a:cxn ang="0">
                    <a:pos x="342" y="461"/>
                  </a:cxn>
                  <a:cxn ang="0">
                    <a:pos x="295" y="443"/>
                  </a:cxn>
                  <a:cxn ang="0">
                    <a:pos x="206" y="433"/>
                  </a:cxn>
                  <a:cxn ang="0">
                    <a:pos x="164" y="434"/>
                  </a:cxn>
                  <a:cxn ang="0">
                    <a:pos x="109" y="439"/>
                  </a:cxn>
                  <a:cxn ang="0">
                    <a:pos x="40" y="369"/>
                  </a:cxn>
                  <a:cxn ang="0">
                    <a:pos x="7" y="338"/>
                  </a:cxn>
                  <a:cxn ang="0">
                    <a:pos x="7" y="324"/>
                  </a:cxn>
                  <a:cxn ang="0">
                    <a:pos x="18" y="269"/>
                  </a:cxn>
                  <a:cxn ang="0">
                    <a:pos x="22" y="199"/>
                  </a:cxn>
                  <a:cxn ang="0">
                    <a:pos x="77" y="132"/>
                  </a:cxn>
                  <a:cxn ang="0">
                    <a:pos x="104" y="77"/>
                  </a:cxn>
                  <a:cxn ang="0">
                    <a:pos x="141" y="36"/>
                  </a:cxn>
                  <a:cxn ang="0">
                    <a:pos x="187" y="35"/>
                  </a:cxn>
                  <a:cxn ang="0">
                    <a:pos x="273" y="6"/>
                  </a:cxn>
                  <a:cxn ang="0">
                    <a:pos x="307" y="4"/>
                  </a:cxn>
                  <a:cxn ang="0">
                    <a:pos x="338" y="0"/>
                  </a:cxn>
                  <a:cxn ang="0">
                    <a:pos x="358" y="6"/>
                  </a:cxn>
                  <a:cxn ang="0">
                    <a:pos x="357" y="27"/>
                  </a:cxn>
                  <a:cxn ang="0">
                    <a:pos x="371" y="64"/>
                  </a:cxn>
                  <a:cxn ang="0">
                    <a:pos x="455" y="100"/>
                  </a:cxn>
                  <a:cxn ang="0">
                    <a:pos x="464" y="84"/>
                  </a:cxn>
                  <a:cxn ang="0">
                    <a:pos x="490" y="66"/>
                  </a:cxn>
                </a:cxnLst>
                <a:rect l="0" t="0" r="r" b="b"/>
                <a:pathLst>
                  <a:path w="856" h="957">
                    <a:moveTo>
                      <a:pt x="490" y="66"/>
                    </a:moveTo>
                    <a:cubicBezTo>
                      <a:pt x="499" y="66"/>
                      <a:pt x="499" y="66"/>
                      <a:pt x="499" y="66"/>
                    </a:cubicBezTo>
                    <a:cubicBezTo>
                      <a:pt x="499" y="73"/>
                      <a:pt x="504" y="74"/>
                      <a:pt x="506" y="77"/>
                    </a:cubicBezTo>
                    <a:cubicBezTo>
                      <a:pt x="510" y="82"/>
                      <a:pt x="520" y="78"/>
                      <a:pt x="527" y="81"/>
                    </a:cubicBezTo>
                    <a:cubicBezTo>
                      <a:pt x="541" y="86"/>
                      <a:pt x="561" y="93"/>
                      <a:pt x="576" y="93"/>
                    </a:cubicBezTo>
                    <a:cubicBezTo>
                      <a:pt x="591" y="93"/>
                      <a:pt x="595" y="86"/>
                      <a:pt x="609" y="86"/>
                    </a:cubicBezTo>
                    <a:cubicBezTo>
                      <a:pt x="617" y="86"/>
                      <a:pt x="622" y="92"/>
                      <a:pt x="632" y="92"/>
                    </a:cubicBezTo>
                    <a:cubicBezTo>
                      <a:pt x="638" y="92"/>
                      <a:pt x="638" y="90"/>
                      <a:pt x="644" y="89"/>
                    </a:cubicBezTo>
                    <a:cubicBezTo>
                      <a:pt x="647" y="96"/>
                      <a:pt x="653" y="102"/>
                      <a:pt x="653" y="111"/>
                    </a:cubicBezTo>
                    <a:cubicBezTo>
                      <a:pt x="653" y="115"/>
                      <a:pt x="646" y="131"/>
                      <a:pt x="644" y="136"/>
                    </a:cubicBezTo>
                    <a:cubicBezTo>
                      <a:pt x="635" y="135"/>
                      <a:pt x="627" y="115"/>
                      <a:pt x="620" y="107"/>
                    </a:cubicBezTo>
                    <a:cubicBezTo>
                      <a:pt x="620" y="115"/>
                      <a:pt x="620" y="115"/>
                      <a:pt x="620" y="115"/>
                    </a:cubicBezTo>
                    <a:cubicBezTo>
                      <a:pt x="662" y="189"/>
                      <a:pt x="662" y="189"/>
                      <a:pt x="662" y="189"/>
                    </a:cubicBezTo>
                    <a:cubicBezTo>
                      <a:pt x="659" y="198"/>
                      <a:pt x="673" y="218"/>
                      <a:pt x="679" y="223"/>
                    </a:cubicBezTo>
                    <a:cubicBezTo>
                      <a:pt x="679" y="246"/>
                      <a:pt x="679" y="246"/>
                      <a:pt x="679" y="246"/>
                    </a:cubicBezTo>
                    <a:cubicBezTo>
                      <a:pt x="684" y="258"/>
                      <a:pt x="692" y="258"/>
                      <a:pt x="699" y="267"/>
                    </a:cubicBezTo>
                    <a:cubicBezTo>
                      <a:pt x="707" y="278"/>
                      <a:pt x="702" y="289"/>
                      <a:pt x="710" y="297"/>
                    </a:cubicBezTo>
                    <a:cubicBezTo>
                      <a:pt x="717" y="304"/>
                      <a:pt x="722" y="305"/>
                      <a:pt x="730" y="310"/>
                    </a:cubicBezTo>
                    <a:cubicBezTo>
                      <a:pt x="737" y="316"/>
                      <a:pt x="741" y="334"/>
                      <a:pt x="755" y="334"/>
                    </a:cubicBezTo>
                    <a:cubicBezTo>
                      <a:pt x="755" y="341"/>
                      <a:pt x="759" y="343"/>
                      <a:pt x="755" y="348"/>
                    </a:cubicBezTo>
                    <a:cubicBezTo>
                      <a:pt x="761" y="352"/>
                      <a:pt x="767" y="366"/>
                      <a:pt x="774" y="366"/>
                    </a:cubicBezTo>
                    <a:cubicBezTo>
                      <a:pt x="781" y="366"/>
                      <a:pt x="782" y="361"/>
                      <a:pt x="787" y="359"/>
                    </a:cubicBezTo>
                    <a:cubicBezTo>
                      <a:pt x="794" y="357"/>
                      <a:pt x="798" y="360"/>
                      <a:pt x="805" y="359"/>
                    </a:cubicBezTo>
                    <a:cubicBezTo>
                      <a:pt x="822" y="356"/>
                      <a:pt x="838" y="350"/>
                      <a:pt x="853" y="346"/>
                    </a:cubicBezTo>
                    <a:cubicBezTo>
                      <a:pt x="855" y="348"/>
                      <a:pt x="856" y="350"/>
                      <a:pt x="856" y="352"/>
                    </a:cubicBezTo>
                    <a:cubicBezTo>
                      <a:pt x="856" y="377"/>
                      <a:pt x="837" y="410"/>
                      <a:pt x="826" y="425"/>
                    </a:cubicBezTo>
                    <a:cubicBezTo>
                      <a:pt x="812" y="443"/>
                      <a:pt x="807" y="459"/>
                      <a:pt x="790" y="471"/>
                    </a:cubicBezTo>
                    <a:cubicBezTo>
                      <a:pt x="761" y="494"/>
                      <a:pt x="730" y="501"/>
                      <a:pt x="719" y="541"/>
                    </a:cubicBezTo>
                    <a:cubicBezTo>
                      <a:pt x="716" y="552"/>
                      <a:pt x="704" y="555"/>
                      <a:pt x="704" y="567"/>
                    </a:cubicBezTo>
                    <a:cubicBezTo>
                      <a:pt x="704" y="581"/>
                      <a:pt x="708" y="587"/>
                      <a:pt x="708" y="600"/>
                    </a:cubicBezTo>
                    <a:cubicBezTo>
                      <a:pt x="708" y="615"/>
                      <a:pt x="724" y="623"/>
                      <a:pt x="724" y="631"/>
                    </a:cubicBezTo>
                    <a:cubicBezTo>
                      <a:pt x="724" y="634"/>
                      <a:pt x="722" y="637"/>
                      <a:pt x="721" y="638"/>
                    </a:cubicBezTo>
                    <a:cubicBezTo>
                      <a:pt x="721" y="649"/>
                      <a:pt x="721" y="649"/>
                      <a:pt x="721" y="649"/>
                    </a:cubicBezTo>
                    <a:cubicBezTo>
                      <a:pt x="721" y="656"/>
                      <a:pt x="720" y="664"/>
                      <a:pt x="720" y="676"/>
                    </a:cubicBezTo>
                    <a:cubicBezTo>
                      <a:pt x="722" y="679"/>
                      <a:pt x="723" y="682"/>
                      <a:pt x="723" y="685"/>
                    </a:cubicBezTo>
                    <a:cubicBezTo>
                      <a:pt x="723" y="720"/>
                      <a:pt x="665" y="716"/>
                      <a:pt x="660" y="745"/>
                    </a:cubicBezTo>
                    <a:cubicBezTo>
                      <a:pt x="654" y="746"/>
                      <a:pt x="647" y="753"/>
                      <a:pt x="647" y="758"/>
                    </a:cubicBezTo>
                    <a:cubicBezTo>
                      <a:pt x="647" y="768"/>
                      <a:pt x="659" y="774"/>
                      <a:pt x="659" y="788"/>
                    </a:cubicBezTo>
                    <a:cubicBezTo>
                      <a:pt x="659" y="795"/>
                      <a:pt x="658" y="809"/>
                      <a:pt x="656" y="813"/>
                    </a:cubicBezTo>
                    <a:cubicBezTo>
                      <a:pt x="653" y="817"/>
                      <a:pt x="646" y="815"/>
                      <a:pt x="643" y="816"/>
                    </a:cubicBezTo>
                    <a:cubicBezTo>
                      <a:pt x="632" y="822"/>
                      <a:pt x="626" y="826"/>
                      <a:pt x="621" y="837"/>
                    </a:cubicBezTo>
                    <a:cubicBezTo>
                      <a:pt x="624" y="839"/>
                      <a:pt x="627" y="842"/>
                      <a:pt x="627" y="846"/>
                    </a:cubicBezTo>
                    <a:cubicBezTo>
                      <a:pt x="627" y="859"/>
                      <a:pt x="615" y="868"/>
                      <a:pt x="610" y="874"/>
                    </a:cubicBezTo>
                    <a:cubicBezTo>
                      <a:pt x="600" y="883"/>
                      <a:pt x="599" y="893"/>
                      <a:pt x="592" y="902"/>
                    </a:cubicBezTo>
                    <a:cubicBezTo>
                      <a:pt x="581" y="916"/>
                      <a:pt x="576" y="929"/>
                      <a:pt x="558" y="938"/>
                    </a:cubicBezTo>
                    <a:cubicBezTo>
                      <a:pt x="550" y="941"/>
                      <a:pt x="539" y="938"/>
                      <a:pt x="538" y="946"/>
                    </a:cubicBezTo>
                    <a:cubicBezTo>
                      <a:pt x="532" y="946"/>
                      <a:pt x="529" y="949"/>
                      <a:pt x="525" y="949"/>
                    </a:cubicBezTo>
                    <a:cubicBezTo>
                      <a:pt x="520" y="949"/>
                      <a:pt x="517" y="944"/>
                      <a:pt x="512" y="944"/>
                    </a:cubicBezTo>
                    <a:cubicBezTo>
                      <a:pt x="494" y="944"/>
                      <a:pt x="483" y="957"/>
                      <a:pt x="466" y="957"/>
                    </a:cubicBezTo>
                    <a:cubicBezTo>
                      <a:pt x="459" y="957"/>
                      <a:pt x="455" y="953"/>
                      <a:pt x="452" y="949"/>
                    </a:cubicBezTo>
                    <a:cubicBezTo>
                      <a:pt x="449" y="949"/>
                      <a:pt x="449" y="950"/>
                      <a:pt x="448" y="951"/>
                    </a:cubicBezTo>
                    <a:cubicBezTo>
                      <a:pt x="448" y="942"/>
                      <a:pt x="443" y="932"/>
                      <a:pt x="440" y="929"/>
                    </a:cubicBezTo>
                    <a:cubicBezTo>
                      <a:pt x="443" y="925"/>
                      <a:pt x="445" y="922"/>
                      <a:pt x="445" y="917"/>
                    </a:cubicBezTo>
                    <a:cubicBezTo>
                      <a:pt x="445" y="910"/>
                      <a:pt x="433" y="897"/>
                      <a:pt x="431" y="893"/>
                    </a:cubicBezTo>
                    <a:cubicBezTo>
                      <a:pt x="415" y="866"/>
                      <a:pt x="395" y="840"/>
                      <a:pt x="395" y="801"/>
                    </a:cubicBezTo>
                    <a:cubicBezTo>
                      <a:pt x="395" y="794"/>
                      <a:pt x="395" y="792"/>
                      <a:pt x="395" y="789"/>
                    </a:cubicBezTo>
                    <a:cubicBezTo>
                      <a:pt x="395" y="783"/>
                      <a:pt x="389" y="781"/>
                      <a:pt x="386" y="774"/>
                    </a:cubicBezTo>
                    <a:cubicBezTo>
                      <a:pt x="374" y="754"/>
                      <a:pt x="360" y="737"/>
                      <a:pt x="360" y="708"/>
                    </a:cubicBezTo>
                    <a:cubicBezTo>
                      <a:pt x="360" y="677"/>
                      <a:pt x="388" y="670"/>
                      <a:pt x="388" y="646"/>
                    </a:cubicBezTo>
                    <a:cubicBezTo>
                      <a:pt x="388" y="635"/>
                      <a:pt x="384" y="631"/>
                      <a:pt x="382" y="621"/>
                    </a:cubicBezTo>
                    <a:cubicBezTo>
                      <a:pt x="379" y="602"/>
                      <a:pt x="376" y="596"/>
                      <a:pt x="371" y="585"/>
                    </a:cubicBezTo>
                    <a:cubicBezTo>
                      <a:pt x="368" y="576"/>
                      <a:pt x="370" y="566"/>
                      <a:pt x="364" y="558"/>
                    </a:cubicBezTo>
                    <a:cubicBezTo>
                      <a:pt x="352" y="544"/>
                      <a:pt x="327" y="528"/>
                      <a:pt x="327" y="508"/>
                    </a:cubicBezTo>
                    <a:cubicBezTo>
                      <a:pt x="327" y="503"/>
                      <a:pt x="334" y="492"/>
                      <a:pt x="337" y="490"/>
                    </a:cubicBezTo>
                    <a:cubicBezTo>
                      <a:pt x="336" y="486"/>
                      <a:pt x="337" y="485"/>
                      <a:pt x="337" y="483"/>
                    </a:cubicBezTo>
                    <a:cubicBezTo>
                      <a:pt x="337" y="478"/>
                      <a:pt x="337" y="465"/>
                      <a:pt x="342" y="461"/>
                    </a:cubicBezTo>
                    <a:cubicBezTo>
                      <a:pt x="337" y="451"/>
                      <a:pt x="329" y="443"/>
                      <a:pt x="314" y="443"/>
                    </a:cubicBezTo>
                    <a:cubicBezTo>
                      <a:pt x="306" y="443"/>
                      <a:pt x="299" y="443"/>
                      <a:pt x="295" y="443"/>
                    </a:cubicBezTo>
                    <a:cubicBezTo>
                      <a:pt x="282" y="443"/>
                      <a:pt x="279" y="417"/>
                      <a:pt x="261" y="417"/>
                    </a:cubicBezTo>
                    <a:cubicBezTo>
                      <a:pt x="239" y="417"/>
                      <a:pt x="223" y="427"/>
                      <a:pt x="206" y="433"/>
                    </a:cubicBezTo>
                    <a:cubicBezTo>
                      <a:pt x="199" y="435"/>
                      <a:pt x="197" y="440"/>
                      <a:pt x="191" y="440"/>
                    </a:cubicBezTo>
                    <a:cubicBezTo>
                      <a:pt x="184" y="440"/>
                      <a:pt x="173" y="434"/>
                      <a:pt x="164" y="434"/>
                    </a:cubicBezTo>
                    <a:cubicBezTo>
                      <a:pt x="147" y="434"/>
                      <a:pt x="139" y="443"/>
                      <a:pt x="122" y="443"/>
                    </a:cubicBezTo>
                    <a:cubicBezTo>
                      <a:pt x="117" y="443"/>
                      <a:pt x="111" y="440"/>
                      <a:pt x="109" y="439"/>
                    </a:cubicBezTo>
                    <a:cubicBezTo>
                      <a:pt x="97" y="430"/>
                      <a:pt x="71" y="415"/>
                      <a:pt x="62" y="401"/>
                    </a:cubicBezTo>
                    <a:cubicBezTo>
                      <a:pt x="53" y="388"/>
                      <a:pt x="51" y="377"/>
                      <a:pt x="40" y="369"/>
                    </a:cubicBezTo>
                    <a:cubicBezTo>
                      <a:pt x="37" y="366"/>
                      <a:pt x="13" y="346"/>
                      <a:pt x="13" y="344"/>
                    </a:cubicBezTo>
                    <a:cubicBezTo>
                      <a:pt x="11" y="341"/>
                      <a:pt x="10" y="340"/>
                      <a:pt x="7" y="338"/>
                    </a:cubicBezTo>
                    <a:cubicBezTo>
                      <a:pt x="9" y="338"/>
                      <a:pt x="9" y="338"/>
                      <a:pt x="9" y="338"/>
                    </a:cubicBezTo>
                    <a:cubicBezTo>
                      <a:pt x="9" y="331"/>
                      <a:pt x="7" y="328"/>
                      <a:pt x="7" y="324"/>
                    </a:cubicBezTo>
                    <a:cubicBezTo>
                      <a:pt x="7" y="317"/>
                      <a:pt x="3" y="315"/>
                      <a:pt x="0" y="309"/>
                    </a:cubicBezTo>
                    <a:cubicBezTo>
                      <a:pt x="10" y="304"/>
                      <a:pt x="18" y="280"/>
                      <a:pt x="18" y="269"/>
                    </a:cubicBezTo>
                    <a:cubicBezTo>
                      <a:pt x="18" y="250"/>
                      <a:pt x="10" y="238"/>
                      <a:pt x="10" y="220"/>
                    </a:cubicBezTo>
                    <a:cubicBezTo>
                      <a:pt x="10" y="211"/>
                      <a:pt x="20" y="206"/>
                      <a:pt x="22" y="199"/>
                    </a:cubicBezTo>
                    <a:cubicBezTo>
                      <a:pt x="28" y="182"/>
                      <a:pt x="41" y="158"/>
                      <a:pt x="52" y="144"/>
                    </a:cubicBezTo>
                    <a:cubicBezTo>
                      <a:pt x="58" y="135"/>
                      <a:pt x="69" y="136"/>
                      <a:pt x="77" y="132"/>
                    </a:cubicBezTo>
                    <a:cubicBezTo>
                      <a:pt x="84" y="128"/>
                      <a:pt x="95" y="119"/>
                      <a:pt x="97" y="112"/>
                    </a:cubicBezTo>
                    <a:cubicBezTo>
                      <a:pt x="102" y="96"/>
                      <a:pt x="96" y="89"/>
                      <a:pt x="104" y="77"/>
                    </a:cubicBezTo>
                    <a:cubicBezTo>
                      <a:pt x="116" y="63"/>
                      <a:pt x="131" y="49"/>
                      <a:pt x="142" y="36"/>
                    </a:cubicBezTo>
                    <a:cubicBezTo>
                      <a:pt x="141" y="36"/>
                      <a:pt x="141" y="36"/>
                      <a:pt x="141" y="36"/>
                    </a:cubicBezTo>
                    <a:cubicBezTo>
                      <a:pt x="145" y="31"/>
                      <a:pt x="146" y="27"/>
                      <a:pt x="150" y="24"/>
                    </a:cubicBezTo>
                    <a:cubicBezTo>
                      <a:pt x="161" y="32"/>
                      <a:pt x="172" y="35"/>
                      <a:pt x="187" y="35"/>
                    </a:cubicBezTo>
                    <a:cubicBezTo>
                      <a:pt x="197" y="35"/>
                      <a:pt x="198" y="29"/>
                      <a:pt x="204" y="27"/>
                    </a:cubicBezTo>
                    <a:cubicBezTo>
                      <a:pt x="221" y="18"/>
                      <a:pt x="254" y="6"/>
                      <a:pt x="273" y="6"/>
                    </a:cubicBezTo>
                    <a:cubicBezTo>
                      <a:pt x="280" y="6"/>
                      <a:pt x="285" y="10"/>
                      <a:pt x="289" y="10"/>
                    </a:cubicBezTo>
                    <a:cubicBezTo>
                      <a:pt x="294" y="10"/>
                      <a:pt x="301" y="4"/>
                      <a:pt x="307" y="4"/>
                    </a:cubicBezTo>
                    <a:cubicBezTo>
                      <a:pt x="313" y="4"/>
                      <a:pt x="316" y="7"/>
                      <a:pt x="321" y="7"/>
                    </a:cubicBezTo>
                    <a:cubicBezTo>
                      <a:pt x="329" y="7"/>
                      <a:pt x="330" y="0"/>
                      <a:pt x="338" y="0"/>
                    </a:cubicBezTo>
                    <a:cubicBezTo>
                      <a:pt x="347" y="0"/>
                      <a:pt x="344" y="8"/>
                      <a:pt x="351" y="8"/>
                    </a:cubicBezTo>
                    <a:cubicBezTo>
                      <a:pt x="354" y="8"/>
                      <a:pt x="355" y="6"/>
                      <a:pt x="358" y="6"/>
                    </a:cubicBezTo>
                    <a:cubicBezTo>
                      <a:pt x="358" y="12"/>
                      <a:pt x="351" y="11"/>
                      <a:pt x="351" y="17"/>
                    </a:cubicBezTo>
                    <a:cubicBezTo>
                      <a:pt x="351" y="21"/>
                      <a:pt x="357" y="23"/>
                      <a:pt x="357" y="27"/>
                    </a:cubicBezTo>
                    <a:cubicBezTo>
                      <a:pt x="357" y="33"/>
                      <a:pt x="351" y="37"/>
                      <a:pt x="351" y="44"/>
                    </a:cubicBezTo>
                    <a:cubicBezTo>
                      <a:pt x="351" y="55"/>
                      <a:pt x="363" y="64"/>
                      <a:pt x="371" y="64"/>
                    </a:cubicBezTo>
                    <a:cubicBezTo>
                      <a:pt x="377" y="64"/>
                      <a:pt x="380" y="64"/>
                      <a:pt x="384" y="64"/>
                    </a:cubicBezTo>
                    <a:cubicBezTo>
                      <a:pt x="412" y="64"/>
                      <a:pt x="423" y="100"/>
                      <a:pt x="455" y="100"/>
                    </a:cubicBezTo>
                    <a:cubicBezTo>
                      <a:pt x="459" y="100"/>
                      <a:pt x="464" y="95"/>
                      <a:pt x="464" y="93"/>
                    </a:cubicBezTo>
                    <a:cubicBezTo>
                      <a:pt x="464" y="90"/>
                      <a:pt x="464" y="87"/>
                      <a:pt x="464" y="84"/>
                    </a:cubicBezTo>
                    <a:cubicBezTo>
                      <a:pt x="464" y="70"/>
                      <a:pt x="475" y="70"/>
                      <a:pt x="488" y="66"/>
                    </a:cubicBezTo>
                    <a:lnTo>
                      <a:pt x="490" y="6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C427CAF3-4959-4473-AFEA-16627B62E300}"/>
                </a:ext>
              </a:extLst>
            </p:cNvPr>
            <p:cNvGrpSpPr/>
            <p:nvPr/>
          </p:nvGrpSpPr>
          <p:grpSpPr>
            <a:xfrm>
              <a:off x="1193115" y="895350"/>
              <a:ext cx="2930043" cy="1987476"/>
              <a:chOff x="1585913" y="960438"/>
              <a:chExt cx="2590800" cy="1757363"/>
            </a:xfrm>
            <a:grpFill/>
          </p:grpSpPr>
          <p:sp>
            <p:nvSpPr>
              <p:cNvPr id="369" name="Freeform 21">
                <a:extLst>
                  <a:ext uri="{FF2B5EF4-FFF2-40B4-BE49-F238E27FC236}">
                    <a16:creationId xmlns:a16="http://schemas.microsoft.com/office/drawing/2014/main" id="{E558542E-3B29-DBCC-28AB-EF722C825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9150" y="2703513"/>
                <a:ext cx="12700" cy="14288"/>
              </a:xfrm>
              <a:custGeom>
                <a:avLst/>
                <a:gdLst/>
                <a:ahLst/>
                <a:cxnLst>
                  <a:cxn ang="0">
                    <a:pos x="9" y="4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9" y="4"/>
                  </a:cxn>
                </a:cxnLst>
                <a:rect l="0" t="0" r="r" b="b"/>
                <a:pathLst>
                  <a:path w="9" h="11">
                    <a:moveTo>
                      <a:pt x="9" y="4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2" y="0"/>
                      <a:pt x="0" y="5"/>
                      <a:pt x="0" y="9"/>
                    </a:cubicBezTo>
                    <a:cubicBezTo>
                      <a:pt x="0" y="11"/>
                      <a:pt x="2" y="9"/>
                      <a:pt x="4" y="9"/>
                    </a:cubicBezTo>
                    <a:cubicBezTo>
                      <a:pt x="6" y="9"/>
                      <a:pt x="8" y="5"/>
                      <a:pt x="9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0" name="Freeform 39">
                <a:extLst>
                  <a:ext uri="{FF2B5EF4-FFF2-40B4-BE49-F238E27FC236}">
                    <a16:creationId xmlns:a16="http://schemas.microsoft.com/office/drawing/2014/main" id="{B0463B98-2705-DA6A-7863-05B617733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9388" y="1552575"/>
                <a:ext cx="169863" cy="77788"/>
              </a:xfrm>
              <a:custGeom>
                <a:avLst/>
                <a:gdLst/>
                <a:ahLst/>
                <a:cxnLst>
                  <a:cxn ang="0">
                    <a:pos x="127" y="31"/>
                  </a:cxn>
                  <a:cxn ang="0">
                    <a:pos x="108" y="47"/>
                  </a:cxn>
                  <a:cxn ang="0">
                    <a:pos x="74" y="58"/>
                  </a:cxn>
                  <a:cxn ang="0">
                    <a:pos x="34" y="50"/>
                  </a:cxn>
                  <a:cxn ang="0">
                    <a:pos x="14" y="42"/>
                  </a:cxn>
                  <a:cxn ang="0">
                    <a:pos x="18" y="40"/>
                  </a:cxn>
                  <a:cxn ang="0">
                    <a:pos x="21" y="27"/>
                  </a:cxn>
                  <a:cxn ang="0">
                    <a:pos x="2" y="25"/>
                  </a:cxn>
                  <a:cxn ang="0">
                    <a:pos x="25" y="21"/>
                  </a:cxn>
                  <a:cxn ang="0">
                    <a:pos x="23" y="18"/>
                  </a:cxn>
                  <a:cxn ang="0">
                    <a:pos x="0" y="8"/>
                  </a:cxn>
                  <a:cxn ang="0">
                    <a:pos x="9" y="9"/>
                  </a:cxn>
                  <a:cxn ang="0">
                    <a:pos x="9" y="5"/>
                  </a:cxn>
                  <a:cxn ang="0">
                    <a:pos x="17" y="0"/>
                  </a:cxn>
                  <a:cxn ang="0">
                    <a:pos x="21" y="0"/>
                  </a:cxn>
                  <a:cxn ang="0">
                    <a:pos x="23" y="7"/>
                  </a:cxn>
                  <a:cxn ang="0">
                    <a:pos x="30" y="16"/>
                  </a:cxn>
                  <a:cxn ang="0">
                    <a:pos x="38" y="13"/>
                  </a:cxn>
                  <a:cxn ang="0">
                    <a:pos x="38" y="8"/>
                  </a:cxn>
                  <a:cxn ang="0">
                    <a:pos x="44" y="12"/>
                  </a:cxn>
                  <a:cxn ang="0">
                    <a:pos x="54" y="9"/>
                  </a:cxn>
                  <a:cxn ang="0">
                    <a:pos x="60" y="12"/>
                  </a:cxn>
                  <a:cxn ang="0">
                    <a:pos x="60" y="8"/>
                  </a:cxn>
                  <a:cxn ang="0">
                    <a:pos x="74" y="9"/>
                  </a:cxn>
                  <a:cxn ang="0">
                    <a:pos x="89" y="8"/>
                  </a:cxn>
                  <a:cxn ang="0">
                    <a:pos x="91" y="1"/>
                  </a:cxn>
                  <a:cxn ang="0">
                    <a:pos x="96" y="1"/>
                  </a:cxn>
                  <a:cxn ang="0">
                    <a:pos x="104" y="7"/>
                  </a:cxn>
                  <a:cxn ang="0">
                    <a:pos x="115" y="4"/>
                  </a:cxn>
                  <a:cxn ang="0">
                    <a:pos x="112" y="8"/>
                  </a:cxn>
                  <a:cxn ang="0">
                    <a:pos x="128" y="30"/>
                  </a:cxn>
                  <a:cxn ang="0">
                    <a:pos x="127" y="31"/>
                  </a:cxn>
                </a:cxnLst>
                <a:rect l="0" t="0" r="r" b="b"/>
                <a:pathLst>
                  <a:path w="128" h="58">
                    <a:moveTo>
                      <a:pt x="127" y="31"/>
                    </a:moveTo>
                    <a:cubicBezTo>
                      <a:pt x="124" y="38"/>
                      <a:pt x="113" y="45"/>
                      <a:pt x="108" y="47"/>
                    </a:cubicBezTo>
                    <a:cubicBezTo>
                      <a:pt x="97" y="51"/>
                      <a:pt x="89" y="58"/>
                      <a:pt x="74" y="58"/>
                    </a:cubicBezTo>
                    <a:cubicBezTo>
                      <a:pt x="57" y="58"/>
                      <a:pt x="46" y="54"/>
                      <a:pt x="34" y="50"/>
                    </a:cubicBezTo>
                    <a:cubicBezTo>
                      <a:pt x="28" y="49"/>
                      <a:pt x="24" y="42"/>
                      <a:pt x="14" y="42"/>
                    </a:cubicBezTo>
                    <a:cubicBezTo>
                      <a:pt x="16" y="41"/>
                      <a:pt x="17" y="40"/>
                      <a:pt x="18" y="40"/>
                    </a:cubicBezTo>
                    <a:cubicBezTo>
                      <a:pt x="18" y="34"/>
                      <a:pt x="20" y="32"/>
                      <a:pt x="21" y="27"/>
                    </a:cubicBezTo>
                    <a:cubicBezTo>
                      <a:pt x="14" y="25"/>
                      <a:pt x="6" y="30"/>
                      <a:pt x="2" y="25"/>
                    </a:cubicBezTo>
                    <a:cubicBezTo>
                      <a:pt x="8" y="25"/>
                      <a:pt x="20" y="23"/>
                      <a:pt x="25" y="21"/>
                    </a:cubicBezTo>
                    <a:cubicBezTo>
                      <a:pt x="23" y="20"/>
                      <a:pt x="23" y="19"/>
                      <a:pt x="23" y="18"/>
                    </a:cubicBezTo>
                    <a:cubicBezTo>
                      <a:pt x="18" y="18"/>
                      <a:pt x="1" y="13"/>
                      <a:pt x="0" y="8"/>
                    </a:cubicBezTo>
                    <a:cubicBezTo>
                      <a:pt x="4" y="7"/>
                      <a:pt x="7" y="8"/>
                      <a:pt x="9" y="9"/>
                    </a:cubicBezTo>
                    <a:cubicBezTo>
                      <a:pt x="9" y="8"/>
                      <a:pt x="9" y="7"/>
                      <a:pt x="9" y="5"/>
                    </a:cubicBezTo>
                    <a:cubicBezTo>
                      <a:pt x="13" y="5"/>
                      <a:pt x="14" y="0"/>
                      <a:pt x="17" y="0"/>
                    </a:cubicBezTo>
                    <a:cubicBezTo>
                      <a:pt x="18" y="0"/>
                      <a:pt x="19" y="0"/>
                      <a:pt x="21" y="0"/>
                    </a:cubicBezTo>
                    <a:cubicBezTo>
                      <a:pt x="21" y="3"/>
                      <a:pt x="23" y="4"/>
                      <a:pt x="23" y="7"/>
                    </a:cubicBezTo>
                    <a:cubicBezTo>
                      <a:pt x="23" y="10"/>
                      <a:pt x="27" y="16"/>
                      <a:pt x="30" y="16"/>
                    </a:cubicBezTo>
                    <a:cubicBezTo>
                      <a:pt x="33" y="16"/>
                      <a:pt x="36" y="14"/>
                      <a:pt x="38" y="13"/>
                    </a:cubicBezTo>
                    <a:cubicBezTo>
                      <a:pt x="37" y="10"/>
                      <a:pt x="37" y="9"/>
                      <a:pt x="38" y="8"/>
                    </a:cubicBezTo>
                    <a:cubicBezTo>
                      <a:pt x="40" y="9"/>
                      <a:pt x="41" y="12"/>
                      <a:pt x="44" y="12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8" y="10"/>
                      <a:pt x="59" y="11"/>
                      <a:pt x="60" y="12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7" y="8"/>
                      <a:pt x="70" y="9"/>
                      <a:pt x="74" y="9"/>
                    </a:cubicBezTo>
                    <a:cubicBezTo>
                      <a:pt x="80" y="9"/>
                      <a:pt x="85" y="4"/>
                      <a:pt x="89" y="8"/>
                    </a:cubicBezTo>
                    <a:cubicBezTo>
                      <a:pt x="89" y="4"/>
                      <a:pt x="90" y="3"/>
                      <a:pt x="91" y="1"/>
                    </a:cubicBezTo>
                    <a:cubicBezTo>
                      <a:pt x="94" y="2"/>
                      <a:pt x="94" y="2"/>
                      <a:pt x="96" y="1"/>
                    </a:cubicBezTo>
                    <a:cubicBezTo>
                      <a:pt x="96" y="6"/>
                      <a:pt x="100" y="7"/>
                      <a:pt x="104" y="7"/>
                    </a:cubicBezTo>
                    <a:cubicBezTo>
                      <a:pt x="108" y="7"/>
                      <a:pt x="111" y="4"/>
                      <a:pt x="115" y="4"/>
                    </a:cubicBezTo>
                    <a:cubicBezTo>
                      <a:pt x="113" y="5"/>
                      <a:pt x="112" y="7"/>
                      <a:pt x="112" y="8"/>
                    </a:cubicBezTo>
                    <a:cubicBezTo>
                      <a:pt x="112" y="21"/>
                      <a:pt x="128" y="18"/>
                      <a:pt x="128" y="30"/>
                    </a:cubicBezTo>
                    <a:lnTo>
                      <a:pt x="127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" name="Freeform 41">
                <a:extLst>
                  <a:ext uri="{FF2B5EF4-FFF2-40B4-BE49-F238E27FC236}">
                    <a16:creationId xmlns:a16="http://schemas.microsoft.com/office/drawing/2014/main" id="{9BE8A8B5-5247-189E-4123-E3720075A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5613" y="2509838"/>
                <a:ext cx="9525" cy="11113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7"/>
                  </a:cxn>
                  <a:cxn ang="0">
                    <a:pos x="0" y="7"/>
                  </a:cxn>
                  <a:cxn ang="0">
                    <a:pos x="4" y="3"/>
                  </a:cxn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</a:cxnLst>
                <a:rect l="0" t="0" r="r" b="b"/>
                <a:pathLst>
                  <a:path w="7" h="8">
                    <a:moveTo>
                      <a:pt x="6" y="0"/>
                    </a:moveTo>
                    <a:cubicBezTo>
                      <a:pt x="6" y="3"/>
                      <a:pt x="7" y="5"/>
                      <a:pt x="6" y="7"/>
                    </a:cubicBezTo>
                    <a:cubicBezTo>
                      <a:pt x="5" y="7"/>
                      <a:pt x="0" y="8"/>
                      <a:pt x="0" y="7"/>
                    </a:cubicBezTo>
                    <a:cubicBezTo>
                      <a:pt x="0" y="4"/>
                      <a:pt x="2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2" name="Freeform 43">
                <a:extLst>
                  <a:ext uri="{FF2B5EF4-FFF2-40B4-BE49-F238E27FC236}">
                    <a16:creationId xmlns:a16="http://schemas.microsoft.com/office/drawing/2014/main" id="{DD04D868-F3F9-C419-DCB6-5A492957F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7075" y="2568575"/>
                <a:ext cx="23813" cy="9525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11" y="7"/>
                  </a:cxn>
                  <a:cxn ang="0">
                    <a:pos x="0" y="2"/>
                  </a:cxn>
                  <a:cxn ang="0">
                    <a:pos x="5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7">
                    <a:moveTo>
                      <a:pt x="18" y="4"/>
                    </a:moveTo>
                    <a:cubicBezTo>
                      <a:pt x="17" y="7"/>
                      <a:pt x="14" y="7"/>
                      <a:pt x="11" y="7"/>
                    </a:cubicBezTo>
                    <a:cubicBezTo>
                      <a:pt x="6" y="7"/>
                      <a:pt x="0" y="7"/>
                      <a:pt x="0" y="2"/>
                    </a:cubicBezTo>
                    <a:cubicBezTo>
                      <a:pt x="0" y="0"/>
                      <a:pt x="4" y="0"/>
                      <a:pt x="5" y="0"/>
                    </a:cubicBezTo>
                    <a:cubicBezTo>
                      <a:pt x="6" y="0"/>
                      <a:pt x="17" y="2"/>
                      <a:pt x="18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3" name="Freeform 45">
                <a:extLst>
                  <a:ext uri="{FF2B5EF4-FFF2-40B4-BE49-F238E27FC236}">
                    <a16:creationId xmlns:a16="http://schemas.microsoft.com/office/drawing/2014/main" id="{32DFF97E-3EC5-2EC3-D616-07E6C9D9F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575" y="2455863"/>
                <a:ext cx="9525" cy="1111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6"/>
                  </a:cxn>
                  <a:cxn ang="0">
                    <a:pos x="5" y="8"/>
                  </a:cxn>
                  <a:cxn ang="0">
                    <a:pos x="0" y="0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cubicBezTo>
                      <a:pt x="6" y="0"/>
                      <a:pt x="7" y="3"/>
                      <a:pt x="7" y="6"/>
                    </a:cubicBezTo>
                    <a:cubicBezTo>
                      <a:pt x="7" y="7"/>
                      <a:pt x="6" y="8"/>
                      <a:pt x="5" y="8"/>
                    </a:cubicBezTo>
                    <a:cubicBezTo>
                      <a:pt x="0" y="8"/>
                      <a:pt x="0" y="3"/>
                      <a:pt x="0" y="0"/>
                    </a:cubicBezTo>
                    <a:cubicBezTo>
                      <a:pt x="0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4" name="Freeform 46">
                <a:extLst>
                  <a:ext uri="{FF2B5EF4-FFF2-40B4-BE49-F238E27FC236}">
                    <a16:creationId xmlns:a16="http://schemas.microsoft.com/office/drawing/2014/main" id="{B952F10B-1018-684E-72BF-F04ADDCA4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638" y="2422525"/>
                <a:ext cx="14288" cy="4763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6" y="0"/>
                  </a:cxn>
                  <a:cxn ang="0">
                    <a:pos x="11" y="3"/>
                  </a:cxn>
                  <a:cxn ang="0">
                    <a:pos x="0" y="3"/>
                  </a:cxn>
                </a:cxnLst>
                <a:rect l="0" t="0" r="r" b="b"/>
                <a:pathLst>
                  <a:path w="11" h="4">
                    <a:moveTo>
                      <a:pt x="0" y="3"/>
                    </a:moveTo>
                    <a:cubicBezTo>
                      <a:pt x="1" y="2"/>
                      <a:pt x="4" y="0"/>
                      <a:pt x="6" y="0"/>
                    </a:cubicBezTo>
                    <a:cubicBezTo>
                      <a:pt x="9" y="0"/>
                      <a:pt x="10" y="2"/>
                      <a:pt x="11" y="3"/>
                    </a:cubicBezTo>
                    <a:cubicBezTo>
                      <a:pt x="7" y="4"/>
                      <a:pt x="2" y="3"/>
                      <a:pt x="0" y="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5" name="Freeform 47">
                <a:extLst>
                  <a:ext uri="{FF2B5EF4-FFF2-40B4-BE49-F238E27FC236}">
                    <a16:creationId xmlns:a16="http://schemas.microsoft.com/office/drawing/2014/main" id="{D7D64675-C9FC-6AA8-25ED-23A39BD11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038" y="2428875"/>
                <a:ext cx="4763" cy="6350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1" y="0"/>
                  </a:cxn>
                  <a:cxn ang="0">
                    <a:pos x="3" y="4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2" y="4"/>
                      <a:pt x="0" y="1"/>
                      <a:pt x="1" y="0"/>
                    </a:cubicBezTo>
                    <a:lnTo>
                      <a:pt x="3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6" name="Freeform 48">
                <a:extLst>
                  <a:ext uri="{FF2B5EF4-FFF2-40B4-BE49-F238E27FC236}">
                    <a16:creationId xmlns:a16="http://schemas.microsoft.com/office/drawing/2014/main" id="{C16C6A87-54BE-263B-5789-537D18332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4363" y="2517775"/>
                <a:ext cx="11113" cy="7938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0" y="7"/>
                  </a:cxn>
                  <a:cxn ang="0">
                    <a:pos x="2" y="7"/>
                  </a:cxn>
                  <a:cxn ang="0">
                    <a:pos x="9" y="4"/>
                  </a:cxn>
                  <a:cxn ang="0">
                    <a:pos x="9" y="0"/>
                  </a:cxn>
                  <a:cxn ang="0">
                    <a:pos x="0" y="4"/>
                  </a:cxn>
                </a:cxnLst>
                <a:rect l="0" t="0" r="r" b="b"/>
                <a:pathLst>
                  <a:path w="9" h="7">
                    <a:moveTo>
                      <a:pt x="0" y="4"/>
                    </a:moveTo>
                    <a:cubicBezTo>
                      <a:pt x="0" y="5"/>
                      <a:pt x="0" y="6"/>
                      <a:pt x="0" y="7"/>
                    </a:cubicBezTo>
                    <a:cubicBezTo>
                      <a:pt x="0" y="7"/>
                      <a:pt x="1" y="7"/>
                      <a:pt x="2" y="7"/>
                    </a:cubicBezTo>
                    <a:cubicBezTo>
                      <a:pt x="4" y="7"/>
                      <a:pt x="7" y="6"/>
                      <a:pt x="9" y="4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3"/>
                      <a:pt x="4" y="5"/>
                      <a:pt x="0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7" name="Freeform 49">
                <a:extLst>
                  <a:ext uri="{FF2B5EF4-FFF2-40B4-BE49-F238E27FC236}">
                    <a16:creationId xmlns:a16="http://schemas.microsoft.com/office/drawing/2014/main" id="{B04502B7-5146-0DDE-31FF-11178D734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1875" y="1979613"/>
                <a:ext cx="966788" cy="473075"/>
              </a:xfrm>
              <a:custGeom>
                <a:avLst/>
                <a:gdLst/>
                <a:ahLst/>
                <a:cxnLst>
                  <a:cxn ang="0">
                    <a:pos x="543" y="285"/>
                  </a:cxn>
                  <a:cxn ang="0">
                    <a:pos x="555" y="317"/>
                  </a:cxn>
                  <a:cxn ang="0">
                    <a:pos x="560" y="338"/>
                  </a:cxn>
                  <a:cxn ang="0">
                    <a:pos x="542" y="345"/>
                  </a:cxn>
                  <a:cxn ang="0">
                    <a:pos x="507" y="287"/>
                  </a:cxn>
                  <a:cxn ang="0">
                    <a:pos x="474" y="283"/>
                  </a:cxn>
                  <a:cxn ang="0">
                    <a:pos x="460" y="283"/>
                  </a:cxn>
                  <a:cxn ang="0">
                    <a:pos x="443" y="286"/>
                  </a:cxn>
                  <a:cxn ang="0">
                    <a:pos x="412" y="292"/>
                  </a:cxn>
                  <a:cxn ang="0">
                    <a:pos x="393" y="291"/>
                  </a:cxn>
                  <a:cxn ang="0">
                    <a:pos x="357" y="309"/>
                  </a:cxn>
                  <a:cxn ang="0">
                    <a:pos x="343" y="342"/>
                  </a:cxn>
                  <a:cxn ang="0">
                    <a:pos x="282" y="290"/>
                  </a:cxn>
                  <a:cxn ang="0">
                    <a:pos x="246" y="281"/>
                  </a:cxn>
                  <a:cxn ang="0">
                    <a:pos x="207" y="262"/>
                  </a:cxn>
                  <a:cxn ang="0">
                    <a:pos x="170" y="268"/>
                  </a:cxn>
                  <a:cxn ang="0">
                    <a:pos x="95" y="252"/>
                  </a:cxn>
                  <a:cxn ang="0">
                    <a:pos x="47" y="214"/>
                  </a:cxn>
                  <a:cxn ang="0">
                    <a:pos x="4" y="141"/>
                  </a:cxn>
                  <a:cxn ang="0">
                    <a:pos x="4" y="95"/>
                  </a:cxn>
                  <a:cxn ang="0">
                    <a:pos x="0" y="23"/>
                  </a:cxn>
                  <a:cxn ang="0">
                    <a:pos x="20" y="27"/>
                  </a:cxn>
                  <a:cxn ang="0">
                    <a:pos x="20" y="5"/>
                  </a:cxn>
                  <a:cxn ang="0">
                    <a:pos x="373" y="0"/>
                  </a:cxn>
                  <a:cxn ang="0">
                    <a:pos x="406" y="11"/>
                  </a:cxn>
                  <a:cxn ang="0">
                    <a:pos x="408" y="45"/>
                  </a:cxn>
                  <a:cxn ang="0">
                    <a:pos x="423" y="42"/>
                  </a:cxn>
                  <a:cxn ang="0">
                    <a:pos x="441" y="40"/>
                  </a:cxn>
                  <a:cxn ang="0">
                    <a:pos x="456" y="42"/>
                  </a:cxn>
                  <a:cxn ang="0">
                    <a:pos x="472" y="47"/>
                  </a:cxn>
                  <a:cxn ang="0">
                    <a:pos x="510" y="48"/>
                  </a:cxn>
                  <a:cxn ang="0">
                    <a:pos x="490" y="54"/>
                  </a:cxn>
                  <a:cxn ang="0">
                    <a:pos x="472" y="69"/>
                  </a:cxn>
                  <a:cxn ang="0">
                    <a:pos x="471" y="121"/>
                  </a:cxn>
                  <a:cxn ang="0">
                    <a:pos x="480" y="88"/>
                  </a:cxn>
                  <a:cxn ang="0">
                    <a:pos x="501" y="57"/>
                  </a:cxn>
                  <a:cxn ang="0">
                    <a:pos x="516" y="87"/>
                  </a:cxn>
                  <a:cxn ang="0">
                    <a:pos x="531" y="97"/>
                  </a:cxn>
                  <a:cxn ang="0">
                    <a:pos x="527" y="123"/>
                  </a:cxn>
                  <a:cxn ang="0">
                    <a:pos x="564" y="97"/>
                  </a:cxn>
                  <a:cxn ang="0">
                    <a:pos x="610" y="84"/>
                  </a:cxn>
                  <a:cxn ang="0">
                    <a:pos x="653" y="65"/>
                  </a:cxn>
                  <a:cxn ang="0">
                    <a:pos x="675" y="63"/>
                  </a:cxn>
                  <a:cxn ang="0">
                    <a:pos x="699" y="28"/>
                  </a:cxn>
                  <a:cxn ang="0">
                    <a:pos x="726" y="73"/>
                  </a:cxn>
                  <a:cxn ang="0">
                    <a:pos x="701" y="80"/>
                  </a:cxn>
                  <a:cxn ang="0">
                    <a:pos x="681" y="113"/>
                  </a:cxn>
                  <a:cxn ang="0">
                    <a:pos x="690" y="118"/>
                  </a:cxn>
                  <a:cxn ang="0">
                    <a:pos x="676" y="122"/>
                  </a:cxn>
                  <a:cxn ang="0">
                    <a:pos x="648" y="132"/>
                  </a:cxn>
                  <a:cxn ang="0">
                    <a:pos x="642" y="134"/>
                  </a:cxn>
                  <a:cxn ang="0">
                    <a:pos x="635" y="137"/>
                  </a:cxn>
                  <a:cxn ang="0">
                    <a:pos x="627" y="161"/>
                  </a:cxn>
                  <a:cxn ang="0">
                    <a:pos x="622" y="159"/>
                  </a:cxn>
                  <a:cxn ang="0">
                    <a:pos x="615" y="186"/>
                  </a:cxn>
                  <a:cxn ang="0">
                    <a:pos x="614" y="178"/>
                  </a:cxn>
                  <a:cxn ang="0">
                    <a:pos x="608" y="170"/>
                  </a:cxn>
                  <a:cxn ang="0">
                    <a:pos x="611" y="192"/>
                  </a:cxn>
                  <a:cxn ang="0">
                    <a:pos x="614" y="196"/>
                  </a:cxn>
                  <a:cxn ang="0">
                    <a:pos x="614" y="205"/>
                  </a:cxn>
                  <a:cxn ang="0">
                    <a:pos x="607" y="213"/>
                  </a:cxn>
                  <a:cxn ang="0">
                    <a:pos x="607" y="221"/>
                  </a:cxn>
                  <a:cxn ang="0">
                    <a:pos x="589" y="232"/>
                  </a:cxn>
                </a:cxnLst>
                <a:rect l="0" t="0" r="r" b="b"/>
                <a:pathLst>
                  <a:path w="726" h="356">
                    <a:moveTo>
                      <a:pt x="590" y="233"/>
                    </a:moveTo>
                    <a:cubicBezTo>
                      <a:pt x="569" y="245"/>
                      <a:pt x="543" y="253"/>
                      <a:pt x="543" y="285"/>
                    </a:cubicBezTo>
                    <a:cubicBezTo>
                      <a:pt x="543" y="300"/>
                      <a:pt x="555" y="304"/>
                      <a:pt x="555" y="318"/>
                    </a:cubicBezTo>
                    <a:cubicBezTo>
                      <a:pt x="555" y="317"/>
                      <a:pt x="555" y="317"/>
                      <a:pt x="555" y="317"/>
                    </a:cubicBezTo>
                    <a:cubicBezTo>
                      <a:pt x="555" y="320"/>
                      <a:pt x="555" y="320"/>
                      <a:pt x="555" y="320"/>
                    </a:cubicBezTo>
                    <a:cubicBezTo>
                      <a:pt x="556" y="326"/>
                      <a:pt x="560" y="330"/>
                      <a:pt x="560" y="338"/>
                    </a:cubicBezTo>
                    <a:cubicBezTo>
                      <a:pt x="560" y="347"/>
                      <a:pt x="558" y="356"/>
                      <a:pt x="551" y="356"/>
                    </a:cubicBezTo>
                    <a:cubicBezTo>
                      <a:pt x="544" y="356"/>
                      <a:pt x="544" y="349"/>
                      <a:pt x="542" y="345"/>
                    </a:cubicBezTo>
                    <a:cubicBezTo>
                      <a:pt x="537" y="338"/>
                      <a:pt x="532" y="335"/>
                      <a:pt x="529" y="328"/>
                    </a:cubicBezTo>
                    <a:cubicBezTo>
                      <a:pt x="522" y="314"/>
                      <a:pt x="527" y="287"/>
                      <a:pt x="507" y="287"/>
                    </a:cubicBezTo>
                    <a:cubicBezTo>
                      <a:pt x="503" y="287"/>
                      <a:pt x="502" y="293"/>
                      <a:pt x="498" y="293"/>
                    </a:cubicBezTo>
                    <a:cubicBezTo>
                      <a:pt x="490" y="293"/>
                      <a:pt x="485" y="283"/>
                      <a:pt x="474" y="283"/>
                    </a:cubicBezTo>
                    <a:cubicBezTo>
                      <a:pt x="468" y="283"/>
                      <a:pt x="467" y="286"/>
                      <a:pt x="463" y="286"/>
                    </a:cubicBezTo>
                    <a:cubicBezTo>
                      <a:pt x="462" y="286"/>
                      <a:pt x="460" y="284"/>
                      <a:pt x="460" y="283"/>
                    </a:cubicBezTo>
                    <a:cubicBezTo>
                      <a:pt x="453" y="285"/>
                      <a:pt x="444" y="284"/>
                      <a:pt x="436" y="286"/>
                    </a:cubicBezTo>
                    <a:cubicBezTo>
                      <a:pt x="441" y="288"/>
                      <a:pt x="440" y="288"/>
                      <a:pt x="443" y="286"/>
                    </a:cubicBezTo>
                    <a:cubicBezTo>
                      <a:pt x="442" y="293"/>
                      <a:pt x="438" y="297"/>
                      <a:pt x="443" y="301"/>
                    </a:cubicBezTo>
                    <a:cubicBezTo>
                      <a:pt x="431" y="307"/>
                      <a:pt x="421" y="292"/>
                      <a:pt x="412" y="292"/>
                    </a:cubicBezTo>
                    <a:cubicBezTo>
                      <a:pt x="409" y="292"/>
                      <a:pt x="408" y="295"/>
                      <a:pt x="405" y="295"/>
                    </a:cubicBezTo>
                    <a:cubicBezTo>
                      <a:pt x="400" y="295"/>
                      <a:pt x="398" y="291"/>
                      <a:pt x="393" y="291"/>
                    </a:cubicBezTo>
                    <a:cubicBezTo>
                      <a:pt x="380" y="291"/>
                      <a:pt x="374" y="302"/>
                      <a:pt x="368" y="307"/>
                    </a:cubicBezTo>
                    <a:cubicBezTo>
                      <a:pt x="365" y="311"/>
                      <a:pt x="361" y="308"/>
                      <a:pt x="357" y="309"/>
                    </a:cubicBezTo>
                    <a:cubicBezTo>
                      <a:pt x="347" y="313"/>
                      <a:pt x="341" y="325"/>
                      <a:pt x="341" y="338"/>
                    </a:cubicBezTo>
                    <a:cubicBezTo>
                      <a:pt x="341" y="339"/>
                      <a:pt x="343" y="341"/>
                      <a:pt x="343" y="342"/>
                    </a:cubicBezTo>
                    <a:cubicBezTo>
                      <a:pt x="336" y="342"/>
                      <a:pt x="325" y="339"/>
                      <a:pt x="321" y="336"/>
                    </a:cubicBezTo>
                    <a:cubicBezTo>
                      <a:pt x="307" y="322"/>
                      <a:pt x="308" y="290"/>
                      <a:pt x="282" y="290"/>
                    </a:cubicBezTo>
                    <a:cubicBezTo>
                      <a:pt x="272" y="290"/>
                      <a:pt x="275" y="302"/>
                      <a:pt x="266" y="302"/>
                    </a:cubicBezTo>
                    <a:cubicBezTo>
                      <a:pt x="257" y="302"/>
                      <a:pt x="250" y="287"/>
                      <a:pt x="246" y="281"/>
                    </a:cubicBezTo>
                    <a:cubicBezTo>
                      <a:pt x="239" y="268"/>
                      <a:pt x="230" y="266"/>
                      <a:pt x="215" y="262"/>
                    </a:cubicBezTo>
                    <a:cubicBezTo>
                      <a:pt x="207" y="262"/>
                      <a:pt x="207" y="262"/>
                      <a:pt x="207" y="262"/>
                    </a:cubicBezTo>
                    <a:cubicBezTo>
                      <a:pt x="207" y="268"/>
                      <a:pt x="207" y="268"/>
                      <a:pt x="207" y="268"/>
                    </a:cubicBezTo>
                    <a:cubicBezTo>
                      <a:pt x="170" y="268"/>
                      <a:pt x="170" y="268"/>
                      <a:pt x="170" y="268"/>
                    </a:cubicBezTo>
                    <a:cubicBezTo>
                      <a:pt x="123" y="252"/>
                      <a:pt x="123" y="252"/>
                      <a:pt x="123" y="252"/>
                    </a:cubicBezTo>
                    <a:cubicBezTo>
                      <a:pt x="95" y="252"/>
                      <a:pt x="95" y="252"/>
                      <a:pt x="95" y="252"/>
                    </a:cubicBezTo>
                    <a:cubicBezTo>
                      <a:pt x="88" y="239"/>
                      <a:pt x="66" y="230"/>
                      <a:pt x="50" y="223"/>
                    </a:cubicBezTo>
                    <a:cubicBezTo>
                      <a:pt x="47" y="222"/>
                      <a:pt x="48" y="217"/>
                      <a:pt x="47" y="214"/>
                    </a:cubicBezTo>
                    <a:cubicBezTo>
                      <a:pt x="40" y="198"/>
                      <a:pt x="28" y="193"/>
                      <a:pt x="30" y="175"/>
                    </a:cubicBezTo>
                    <a:cubicBezTo>
                      <a:pt x="21" y="174"/>
                      <a:pt x="11" y="154"/>
                      <a:pt x="4" y="141"/>
                    </a:cubicBezTo>
                    <a:cubicBezTo>
                      <a:pt x="2" y="137"/>
                      <a:pt x="6" y="134"/>
                      <a:pt x="8" y="133"/>
                    </a:cubicBezTo>
                    <a:cubicBezTo>
                      <a:pt x="3" y="123"/>
                      <a:pt x="8" y="107"/>
                      <a:pt x="4" y="95"/>
                    </a:cubicBezTo>
                    <a:cubicBezTo>
                      <a:pt x="0" y="85"/>
                      <a:pt x="11" y="60"/>
                      <a:pt x="11" y="46"/>
                    </a:cubicBezTo>
                    <a:cubicBezTo>
                      <a:pt x="11" y="36"/>
                      <a:pt x="0" y="32"/>
                      <a:pt x="0" y="23"/>
                    </a:cubicBezTo>
                    <a:cubicBezTo>
                      <a:pt x="0" y="20"/>
                      <a:pt x="5" y="20"/>
                      <a:pt x="7" y="20"/>
                    </a:cubicBezTo>
                    <a:cubicBezTo>
                      <a:pt x="13" y="20"/>
                      <a:pt x="17" y="23"/>
                      <a:pt x="20" y="27"/>
                    </a:cubicBezTo>
                    <a:cubicBezTo>
                      <a:pt x="22" y="24"/>
                      <a:pt x="26" y="19"/>
                      <a:pt x="26" y="15"/>
                    </a:cubicBezTo>
                    <a:cubicBezTo>
                      <a:pt x="26" y="11"/>
                      <a:pt x="22" y="10"/>
                      <a:pt x="20" y="5"/>
                    </a:cubicBezTo>
                    <a:cubicBezTo>
                      <a:pt x="373" y="5"/>
                      <a:pt x="373" y="5"/>
                      <a:pt x="373" y="5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9" y="4"/>
                      <a:pt x="378" y="8"/>
                      <a:pt x="384" y="11"/>
                    </a:cubicBezTo>
                    <a:cubicBezTo>
                      <a:pt x="406" y="11"/>
                      <a:pt x="406" y="11"/>
                      <a:pt x="406" y="11"/>
                    </a:cubicBezTo>
                    <a:cubicBezTo>
                      <a:pt x="415" y="20"/>
                      <a:pt x="426" y="20"/>
                      <a:pt x="443" y="20"/>
                    </a:cubicBezTo>
                    <a:cubicBezTo>
                      <a:pt x="431" y="28"/>
                      <a:pt x="418" y="32"/>
                      <a:pt x="408" y="45"/>
                    </a:cubicBezTo>
                    <a:cubicBezTo>
                      <a:pt x="415" y="45"/>
                      <a:pt x="415" y="45"/>
                      <a:pt x="415" y="45"/>
                    </a:cubicBezTo>
                    <a:cubicBezTo>
                      <a:pt x="418" y="43"/>
                      <a:pt x="420" y="42"/>
                      <a:pt x="423" y="42"/>
                    </a:cubicBezTo>
                    <a:cubicBezTo>
                      <a:pt x="425" y="46"/>
                      <a:pt x="426" y="46"/>
                      <a:pt x="429" y="46"/>
                    </a:cubicBezTo>
                    <a:cubicBezTo>
                      <a:pt x="437" y="46"/>
                      <a:pt x="437" y="40"/>
                      <a:pt x="441" y="40"/>
                    </a:cubicBezTo>
                    <a:cubicBezTo>
                      <a:pt x="446" y="40"/>
                      <a:pt x="454" y="32"/>
                      <a:pt x="461" y="31"/>
                    </a:cubicBezTo>
                    <a:cubicBezTo>
                      <a:pt x="461" y="37"/>
                      <a:pt x="458" y="38"/>
                      <a:pt x="456" y="42"/>
                    </a:cubicBezTo>
                    <a:cubicBezTo>
                      <a:pt x="465" y="42"/>
                      <a:pt x="465" y="42"/>
                      <a:pt x="465" y="42"/>
                    </a:cubicBezTo>
                    <a:cubicBezTo>
                      <a:pt x="465" y="45"/>
                      <a:pt x="469" y="47"/>
                      <a:pt x="472" y="47"/>
                    </a:cubicBezTo>
                    <a:cubicBezTo>
                      <a:pt x="478" y="47"/>
                      <a:pt x="480" y="43"/>
                      <a:pt x="484" y="43"/>
                    </a:cubicBezTo>
                    <a:cubicBezTo>
                      <a:pt x="495" y="43"/>
                      <a:pt x="500" y="48"/>
                      <a:pt x="510" y="48"/>
                    </a:cubicBezTo>
                    <a:cubicBezTo>
                      <a:pt x="510" y="54"/>
                      <a:pt x="510" y="54"/>
                      <a:pt x="510" y="54"/>
                    </a:cubicBezTo>
                    <a:cubicBezTo>
                      <a:pt x="503" y="56"/>
                      <a:pt x="493" y="54"/>
                      <a:pt x="490" y="54"/>
                    </a:cubicBezTo>
                    <a:cubicBezTo>
                      <a:pt x="480" y="54"/>
                      <a:pt x="462" y="66"/>
                      <a:pt x="462" y="75"/>
                    </a:cubicBezTo>
                    <a:cubicBezTo>
                      <a:pt x="466" y="72"/>
                      <a:pt x="468" y="69"/>
                      <a:pt x="472" y="69"/>
                    </a:cubicBezTo>
                    <a:cubicBezTo>
                      <a:pt x="465" y="78"/>
                      <a:pt x="461" y="101"/>
                      <a:pt x="461" y="112"/>
                    </a:cubicBezTo>
                    <a:cubicBezTo>
                      <a:pt x="461" y="117"/>
                      <a:pt x="466" y="121"/>
                      <a:pt x="471" y="121"/>
                    </a:cubicBezTo>
                    <a:cubicBezTo>
                      <a:pt x="478" y="121"/>
                      <a:pt x="480" y="108"/>
                      <a:pt x="480" y="102"/>
                    </a:cubicBezTo>
                    <a:cubicBezTo>
                      <a:pt x="480" y="97"/>
                      <a:pt x="480" y="88"/>
                      <a:pt x="480" y="88"/>
                    </a:cubicBezTo>
                    <a:cubicBezTo>
                      <a:pt x="480" y="82"/>
                      <a:pt x="480" y="69"/>
                      <a:pt x="485" y="69"/>
                    </a:cubicBezTo>
                    <a:cubicBezTo>
                      <a:pt x="501" y="68"/>
                      <a:pt x="494" y="57"/>
                      <a:pt x="501" y="57"/>
                    </a:cubicBezTo>
                    <a:cubicBezTo>
                      <a:pt x="504" y="57"/>
                      <a:pt x="521" y="65"/>
                      <a:pt x="521" y="70"/>
                    </a:cubicBezTo>
                    <a:cubicBezTo>
                      <a:pt x="521" y="77"/>
                      <a:pt x="517" y="81"/>
                      <a:pt x="516" y="87"/>
                    </a:cubicBezTo>
                    <a:cubicBezTo>
                      <a:pt x="521" y="87"/>
                      <a:pt x="520" y="85"/>
                      <a:pt x="525" y="84"/>
                    </a:cubicBezTo>
                    <a:cubicBezTo>
                      <a:pt x="526" y="91"/>
                      <a:pt x="526" y="94"/>
                      <a:pt x="531" y="97"/>
                    </a:cubicBezTo>
                    <a:cubicBezTo>
                      <a:pt x="526" y="103"/>
                      <a:pt x="521" y="106"/>
                      <a:pt x="521" y="112"/>
                    </a:cubicBezTo>
                    <a:cubicBezTo>
                      <a:pt x="521" y="117"/>
                      <a:pt x="523" y="123"/>
                      <a:pt x="527" y="123"/>
                    </a:cubicBezTo>
                    <a:cubicBezTo>
                      <a:pt x="539" y="123"/>
                      <a:pt x="559" y="112"/>
                      <a:pt x="568" y="108"/>
                    </a:cubicBezTo>
                    <a:cubicBezTo>
                      <a:pt x="567" y="103"/>
                      <a:pt x="565" y="99"/>
                      <a:pt x="564" y="97"/>
                    </a:cubicBezTo>
                    <a:cubicBezTo>
                      <a:pt x="567" y="97"/>
                      <a:pt x="567" y="97"/>
                      <a:pt x="569" y="97"/>
                    </a:cubicBezTo>
                    <a:cubicBezTo>
                      <a:pt x="582" y="97"/>
                      <a:pt x="610" y="101"/>
                      <a:pt x="610" y="84"/>
                    </a:cubicBezTo>
                    <a:cubicBezTo>
                      <a:pt x="611" y="84"/>
                      <a:pt x="627" y="68"/>
                      <a:pt x="630" y="66"/>
                    </a:cubicBezTo>
                    <a:cubicBezTo>
                      <a:pt x="632" y="64"/>
                      <a:pt x="643" y="65"/>
                      <a:pt x="653" y="65"/>
                    </a:cubicBezTo>
                    <a:cubicBezTo>
                      <a:pt x="657" y="65"/>
                      <a:pt x="660" y="65"/>
                      <a:pt x="664" y="65"/>
                    </a:cubicBezTo>
                    <a:cubicBezTo>
                      <a:pt x="668" y="65"/>
                      <a:pt x="672" y="63"/>
                      <a:pt x="675" y="63"/>
                    </a:cubicBezTo>
                    <a:cubicBezTo>
                      <a:pt x="680" y="62"/>
                      <a:pt x="678" y="61"/>
                      <a:pt x="680" y="59"/>
                    </a:cubicBezTo>
                    <a:cubicBezTo>
                      <a:pt x="688" y="51"/>
                      <a:pt x="688" y="36"/>
                      <a:pt x="699" y="28"/>
                    </a:cubicBezTo>
                    <a:cubicBezTo>
                      <a:pt x="704" y="35"/>
                      <a:pt x="712" y="25"/>
                      <a:pt x="716" y="32"/>
                    </a:cubicBezTo>
                    <a:cubicBezTo>
                      <a:pt x="723" y="44"/>
                      <a:pt x="717" y="62"/>
                      <a:pt x="726" y="73"/>
                    </a:cubicBezTo>
                    <a:cubicBezTo>
                      <a:pt x="723" y="77"/>
                      <a:pt x="718" y="80"/>
                      <a:pt x="712" y="80"/>
                    </a:cubicBezTo>
                    <a:cubicBezTo>
                      <a:pt x="706" y="80"/>
                      <a:pt x="706" y="78"/>
                      <a:pt x="701" y="80"/>
                    </a:cubicBezTo>
                    <a:cubicBezTo>
                      <a:pt x="694" y="87"/>
                      <a:pt x="679" y="92"/>
                      <a:pt x="679" y="109"/>
                    </a:cubicBezTo>
                    <a:cubicBezTo>
                      <a:pt x="679" y="110"/>
                      <a:pt x="680" y="112"/>
                      <a:pt x="681" y="113"/>
                    </a:cubicBezTo>
                    <a:cubicBezTo>
                      <a:pt x="681" y="115"/>
                      <a:pt x="683" y="121"/>
                      <a:pt x="686" y="121"/>
                    </a:cubicBezTo>
                    <a:cubicBezTo>
                      <a:pt x="687" y="121"/>
                      <a:pt x="690" y="118"/>
                      <a:pt x="690" y="118"/>
                    </a:cubicBezTo>
                    <a:cubicBezTo>
                      <a:pt x="690" y="121"/>
                      <a:pt x="690" y="121"/>
                      <a:pt x="690" y="121"/>
                    </a:cubicBezTo>
                    <a:cubicBezTo>
                      <a:pt x="685" y="122"/>
                      <a:pt x="678" y="124"/>
                      <a:pt x="676" y="122"/>
                    </a:cubicBezTo>
                    <a:cubicBezTo>
                      <a:pt x="667" y="129"/>
                      <a:pt x="652" y="126"/>
                      <a:pt x="643" y="132"/>
                    </a:cubicBezTo>
                    <a:cubicBezTo>
                      <a:pt x="648" y="132"/>
                      <a:pt x="648" y="132"/>
                      <a:pt x="648" y="132"/>
                    </a:cubicBezTo>
                    <a:cubicBezTo>
                      <a:pt x="652" y="132"/>
                      <a:pt x="656" y="129"/>
                      <a:pt x="659" y="132"/>
                    </a:cubicBezTo>
                    <a:cubicBezTo>
                      <a:pt x="653" y="134"/>
                      <a:pt x="648" y="134"/>
                      <a:pt x="642" y="134"/>
                    </a:cubicBezTo>
                    <a:cubicBezTo>
                      <a:pt x="641" y="134"/>
                      <a:pt x="639" y="133"/>
                      <a:pt x="638" y="133"/>
                    </a:cubicBezTo>
                    <a:cubicBezTo>
                      <a:pt x="637" y="134"/>
                      <a:pt x="635" y="135"/>
                      <a:pt x="635" y="137"/>
                    </a:cubicBezTo>
                    <a:cubicBezTo>
                      <a:pt x="635" y="139"/>
                      <a:pt x="639" y="142"/>
                      <a:pt x="639" y="142"/>
                    </a:cubicBezTo>
                    <a:cubicBezTo>
                      <a:pt x="638" y="145"/>
                      <a:pt x="630" y="161"/>
                      <a:pt x="627" y="161"/>
                    </a:cubicBezTo>
                    <a:cubicBezTo>
                      <a:pt x="626" y="161"/>
                      <a:pt x="625" y="158"/>
                      <a:pt x="624" y="157"/>
                    </a:cubicBezTo>
                    <a:cubicBezTo>
                      <a:pt x="622" y="159"/>
                      <a:pt x="622" y="159"/>
                      <a:pt x="622" y="159"/>
                    </a:cubicBezTo>
                    <a:cubicBezTo>
                      <a:pt x="623" y="163"/>
                      <a:pt x="626" y="164"/>
                      <a:pt x="626" y="168"/>
                    </a:cubicBezTo>
                    <a:cubicBezTo>
                      <a:pt x="626" y="170"/>
                      <a:pt x="617" y="186"/>
                      <a:pt x="615" y="186"/>
                    </a:cubicBezTo>
                    <a:cubicBezTo>
                      <a:pt x="615" y="186"/>
                      <a:pt x="614" y="184"/>
                      <a:pt x="614" y="183"/>
                    </a:cubicBezTo>
                    <a:cubicBezTo>
                      <a:pt x="614" y="181"/>
                      <a:pt x="614" y="180"/>
                      <a:pt x="614" y="178"/>
                    </a:cubicBezTo>
                    <a:cubicBezTo>
                      <a:pt x="614" y="175"/>
                      <a:pt x="610" y="168"/>
                      <a:pt x="609" y="164"/>
                    </a:cubicBezTo>
                    <a:cubicBezTo>
                      <a:pt x="608" y="166"/>
                      <a:pt x="608" y="170"/>
                      <a:pt x="608" y="170"/>
                    </a:cubicBezTo>
                    <a:cubicBezTo>
                      <a:pt x="608" y="173"/>
                      <a:pt x="611" y="181"/>
                      <a:pt x="611" y="185"/>
                    </a:cubicBezTo>
                    <a:cubicBezTo>
                      <a:pt x="611" y="189"/>
                      <a:pt x="608" y="189"/>
                      <a:pt x="611" y="192"/>
                    </a:cubicBezTo>
                    <a:cubicBezTo>
                      <a:pt x="612" y="192"/>
                      <a:pt x="613" y="192"/>
                      <a:pt x="614" y="192"/>
                    </a:cubicBezTo>
                    <a:cubicBezTo>
                      <a:pt x="614" y="193"/>
                      <a:pt x="614" y="195"/>
                      <a:pt x="614" y="196"/>
                    </a:cubicBezTo>
                    <a:cubicBezTo>
                      <a:pt x="614" y="200"/>
                      <a:pt x="610" y="201"/>
                      <a:pt x="608" y="201"/>
                    </a:cubicBezTo>
                    <a:cubicBezTo>
                      <a:pt x="610" y="205"/>
                      <a:pt x="612" y="205"/>
                      <a:pt x="614" y="205"/>
                    </a:cubicBezTo>
                    <a:cubicBezTo>
                      <a:pt x="613" y="210"/>
                      <a:pt x="611" y="210"/>
                      <a:pt x="607" y="210"/>
                    </a:cubicBezTo>
                    <a:cubicBezTo>
                      <a:pt x="607" y="213"/>
                      <a:pt x="607" y="213"/>
                      <a:pt x="607" y="213"/>
                    </a:cubicBezTo>
                    <a:cubicBezTo>
                      <a:pt x="612" y="216"/>
                      <a:pt x="612" y="216"/>
                      <a:pt x="612" y="216"/>
                    </a:cubicBezTo>
                    <a:cubicBezTo>
                      <a:pt x="611" y="218"/>
                      <a:pt x="610" y="221"/>
                      <a:pt x="607" y="221"/>
                    </a:cubicBezTo>
                    <a:cubicBezTo>
                      <a:pt x="602" y="222"/>
                      <a:pt x="600" y="226"/>
                      <a:pt x="596" y="226"/>
                    </a:cubicBezTo>
                    <a:cubicBezTo>
                      <a:pt x="591" y="228"/>
                      <a:pt x="591" y="230"/>
                      <a:pt x="589" y="232"/>
                    </a:cubicBezTo>
                    <a:lnTo>
                      <a:pt x="590" y="23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8" name="Freeform 50">
                <a:extLst>
                  <a:ext uri="{FF2B5EF4-FFF2-40B4-BE49-F238E27FC236}">
                    <a16:creationId xmlns:a16="http://schemas.microsoft.com/office/drawing/2014/main" id="{E3305D16-CD36-0341-7DD1-D624177C2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413" y="1400175"/>
                <a:ext cx="1425575" cy="736600"/>
              </a:xfrm>
              <a:custGeom>
                <a:avLst/>
                <a:gdLst/>
                <a:ahLst/>
                <a:cxnLst>
                  <a:cxn ang="0">
                    <a:pos x="950" y="501"/>
                  </a:cxn>
                  <a:cxn ang="0">
                    <a:pos x="950" y="527"/>
                  </a:cxn>
                  <a:cxn ang="0">
                    <a:pos x="955" y="469"/>
                  </a:cxn>
                  <a:cxn ang="0">
                    <a:pos x="944" y="436"/>
                  </a:cxn>
                  <a:cxn ang="0">
                    <a:pos x="982" y="418"/>
                  </a:cxn>
                  <a:cxn ang="0">
                    <a:pos x="1060" y="356"/>
                  </a:cxn>
                  <a:cxn ang="0">
                    <a:pos x="1050" y="346"/>
                  </a:cxn>
                  <a:cxn ang="0">
                    <a:pos x="991" y="310"/>
                  </a:cxn>
                  <a:cxn ang="0">
                    <a:pos x="965" y="247"/>
                  </a:cxn>
                  <a:cxn ang="0">
                    <a:pos x="908" y="267"/>
                  </a:cxn>
                  <a:cxn ang="0">
                    <a:pos x="831" y="204"/>
                  </a:cxn>
                  <a:cxn ang="0">
                    <a:pos x="794" y="247"/>
                  </a:cxn>
                  <a:cxn ang="0">
                    <a:pos x="783" y="387"/>
                  </a:cxn>
                  <a:cxn ang="0">
                    <a:pos x="726" y="334"/>
                  </a:cxn>
                  <a:cxn ang="0">
                    <a:pos x="607" y="306"/>
                  </a:cxn>
                  <a:cxn ang="0">
                    <a:pos x="595" y="216"/>
                  </a:cxn>
                  <a:cxn ang="0">
                    <a:pos x="633" y="178"/>
                  </a:cxn>
                  <a:cxn ang="0">
                    <a:pos x="675" y="146"/>
                  </a:cxn>
                  <a:cxn ang="0">
                    <a:pos x="686" y="127"/>
                  </a:cxn>
                  <a:cxn ang="0">
                    <a:pos x="722" y="120"/>
                  </a:cxn>
                  <a:cxn ang="0">
                    <a:pos x="746" y="61"/>
                  </a:cxn>
                  <a:cxn ang="0">
                    <a:pos x="702" y="67"/>
                  </a:cxn>
                  <a:cxn ang="0">
                    <a:pos x="665" y="74"/>
                  </a:cxn>
                  <a:cxn ang="0">
                    <a:pos x="625" y="55"/>
                  </a:cxn>
                  <a:cxn ang="0">
                    <a:pos x="574" y="0"/>
                  </a:cxn>
                  <a:cxn ang="0">
                    <a:pos x="555" y="38"/>
                  </a:cxn>
                  <a:cxn ang="0">
                    <a:pos x="567" y="98"/>
                  </a:cxn>
                  <a:cxn ang="0">
                    <a:pos x="492" y="92"/>
                  </a:cxn>
                  <a:cxn ang="0">
                    <a:pos x="430" y="75"/>
                  </a:cxn>
                  <a:cxn ang="0">
                    <a:pos x="387" y="89"/>
                  </a:cxn>
                  <a:cxn ang="0">
                    <a:pos x="333" y="81"/>
                  </a:cxn>
                  <a:cxn ang="0">
                    <a:pos x="202" y="42"/>
                  </a:cxn>
                  <a:cxn ang="0">
                    <a:pos x="138" y="40"/>
                  </a:cxn>
                  <a:cxn ang="0">
                    <a:pos x="61" y="70"/>
                  </a:cxn>
                  <a:cxn ang="0">
                    <a:pos x="0" y="242"/>
                  </a:cxn>
                  <a:cxn ang="0">
                    <a:pos x="67" y="253"/>
                  </a:cxn>
                  <a:cxn ang="0">
                    <a:pos x="124" y="316"/>
                  </a:cxn>
                  <a:cxn ang="0">
                    <a:pos x="136" y="366"/>
                  </a:cxn>
                  <a:cxn ang="0">
                    <a:pos x="181" y="413"/>
                  </a:cxn>
                  <a:cxn ang="0">
                    <a:pos x="224" y="440"/>
                  </a:cxn>
                  <a:cxn ang="0">
                    <a:pos x="610" y="446"/>
                  </a:cxn>
                  <a:cxn ang="0">
                    <a:pos x="676" y="453"/>
                  </a:cxn>
                  <a:cxn ang="0">
                    <a:pos x="705" y="477"/>
                  </a:cxn>
                  <a:cxn ang="0">
                    <a:pos x="759" y="512"/>
                  </a:cxn>
                  <a:cxn ang="0">
                    <a:pos x="732" y="553"/>
                  </a:cxn>
                  <a:cxn ang="0">
                    <a:pos x="772" y="543"/>
                  </a:cxn>
                  <a:cxn ang="0">
                    <a:pos x="814" y="519"/>
                  </a:cxn>
                  <a:cxn ang="0">
                    <a:pos x="879" y="498"/>
                  </a:cxn>
                  <a:cxn ang="0">
                    <a:pos x="928" y="505"/>
                  </a:cxn>
                </a:cxnLst>
                <a:rect l="0" t="0" r="r" b="b"/>
                <a:pathLst>
                  <a:path w="1071" h="553">
                    <a:moveTo>
                      <a:pt x="928" y="503"/>
                    </a:moveTo>
                    <a:cubicBezTo>
                      <a:pt x="928" y="502"/>
                      <a:pt x="928" y="502"/>
                      <a:pt x="928" y="502"/>
                    </a:cubicBezTo>
                    <a:cubicBezTo>
                      <a:pt x="928" y="502"/>
                      <a:pt x="931" y="502"/>
                      <a:pt x="932" y="502"/>
                    </a:cubicBezTo>
                    <a:cubicBezTo>
                      <a:pt x="935" y="502"/>
                      <a:pt x="946" y="504"/>
                      <a:pt x="950" y="501"/>
                    </a:cubicBezTo>
                    <a:cubicBezTo>
                      <a:pt x="954" y="498"/>
                      <a:pt x="954" y="493"/>
                      <a:pt x="960" y="492"/>
                    </a:cubicBezTo>
                    <a:cubicBezTo>
                      <a:pt x="960" y="498"/>
                      <a:pt x="960" y="499"/>
                      <a:pt x="967" y="499"/>
                    </a:cubicBezTo>
                    <a:cubicBezTo>
                      <a:pt x="957" y="500"/>
                      <a:pt x="941" y="507"/>
                      <a:pt x="941" y="516"/>
                    </a:cubicBezTo>
                    <a:cubicBezTo>
                      <a:pt x="941" y="520"/>
                      <a:pt x="947" y="527"/>
                      <a:pt x="950" y="527"/>
                    </a:cubicBezTo>
                    <a:cubicBezTo>
                      <a:pt x="953" y="527"/>
                      <a:pt x="961" y="516"/>
                      <a:pt x="970" y="513"/>
                    </a:cubicBezTo>
                    <a:cubicBezTo>
                      <a:pt x="972" y="513"/>
                      <a:pt x="1003" y="501"/>
                      <a:pt x="1003" y="497"/>
                    </a:cubicBezTo>
                    <a:cubicBezTo>
                      <a:pt x="1003" y="493"/>
                      <a:pt x="991" y="492"/>
                      <a:pt x="988" y="492"/>
                    </a:cubicBezTo>
                    <a:cubicBezTo>
                      <a:pt x="976" y="492"/>
                      <a:pt x="955" y="480"/>
                      <a:pt x="955" y="469"/>
                    </a:cubicBezTo>
                    <a:cubicBezTo>
                      <a:pt x="955" y="466"/>
                      <a:pt x="959" y="463"/>
                      <a:pt x="960" y="458"/>
                    </a:cubicBezTo>
                    <a:cubicBezTo>
                      <a:pt x="958" y="458"/>
                      <a:pt x="953" y="457"/>
                      <a:pt x="949" y="457"/>
                    </a:cubicBezTo>
                    <a:cubicBezTo>
                      <a:pt x="951" y="453"/>
                      <a:pt x="967" y="451"/>
                      <a:pt x="967" y="442"/>
                    </a:cubicBezTo>
                    <a:cubicBezTo>
                      <a:pt x="967" y="434"/>
                      <a:pt x="954" y="436"/>
                      <a:pt x="944" y="436"/>
                    </a:cubicBezTo>
                    <a:cubicBezTo>
                      <a:pt x="925" y="436"/>
                      <a:pt x="916" y="449"/>
                      <a:pt x="903" y="451"/>
                    </a:cubicBezTo>
                    <a:cubicBezTo>
                      <a:pt x="909" y="439"/>
                      <a:pt x="918" y="443"/>
                      <a:pt x="928" y="433"/>
                    </a:cubicBezTo>
                    <a:cubicBezTo>
                      <a:pt x="934" y="427"/>
                      <a:pt x="929" y="423"/>
                      <a:pt x="939" y="420"/>
                    </a:cubicBezTo>
                    <a:cubicBezTo>
                      <a:pt x="955" y="415"/>
                      <a:pt x="965" y="418"/>
                      <a:pt x="982" y="418"/>
                    </a:cubicBezTo>
                    <a:cubicBezTo>
                      <a:pt x="1004" y="418"/>
                      <a:pt x="1016" y="425"/>
                      <a:pt x="1029" y="408"/>
                    </a:cubicBezTo>
                    <a:cubicBezTo>
                      <a:pt x="1035" y="400"/>
                      <a:pt x="1071" y="398"/>
                      <a:pt x="1071" y="384"/>
                    </a:cubicBezTo>
                    <a:cubicBezTo>
                      <a:pt x="1071" y="374"/>
                      <a:pt x="1067" y="370"/>
                      <a:pt x="1063" y="363"/>
                    </a:cubicBezTo>
                    <a:cubicBezTo>
                      <a:pt x="1060" y="363"/>
                      <a:pt x="1065" y="359"/>
                      <a:pt x="1060" y="356"/>
                    </a:cubicBezTo>
                    <a:cubicBezTo>
                      <a:pt x="1060" y="351"/>
                      <a:pt x="1060" y="351"/>
                      <a:pt x="1060" y="351"/>
                    </a:cubicBezTo>
                    <a:cubicBezTo>
                      <a:pt x="1050" y="357"/>
                      <a:pt x="1029" y="364"/>
                      <a:pt x="1018" y="364"/>
                    </a:cubicBezTo>
                    <a:cubicBezTo>
                      <a:pt x="1017" y="364"/>
                      <a:pt x="1014" y="363"/>
                      <a:pt x="1014" y="362"/>
                    </a:cubicBezTo>
                    <a:cubicBezTo>
                      <a:pt x="1022" y="358"/>
                      <a:pt x="1047" y="354"/>
                      <a:pt x="1050" y="346"/>
                    </a:cubicBezTo>
                    <a:cubicBezTo>
                      <a:pt x="1050" y="344"/>
                      <a:pt x="1046" y="343"/>
                      <a:pt x="1046" y="341"/>
                    </a:cubicBezTo>
                    <a:cubicBezTo>
                      <a:pt x="1035" y="342"/>
                      <a:pt x="1013" y="337"/>
                      <a:pt x="1013" y="322"/>
                    </a:cubicBezTo>
                    <a:cubicBezTo>
                      <a:pt x="1013" y="321"/>
                      <a:pt x="1013" y="321"/>
                      <a:pt x="1013" y="321"/>
                    </a:cubicBezTo>
                    <a:cubicBezTo>
                      <a:pt x="1003" y="321"/>
                      <a:pt x="997" y="315"/>
                      <a:pt x="991" y="310"/>
                    </a:cubicBezTo>
                    <a:cubicBezTo>
                      <a:pt x="994" y="309"/>
                      <a:pt x="998" y="308"/>
                      <a:pt x="998" y="302"/>
                    </a:cubicBezTo>
                    <a:cubicBezTo>
                      <a:pt x="998" y="298"/>
                      <a:pt x="994" y="295"/>
                      <a:pt x="995" y="290"/>
                    </a:cubicBezTo>
                    <a:cubicBezTo>
                      <a:pt x="991" y="289"/>
                      <a:pt x="977" y="280"/>
                      <a:pt x="980" y="272"/>
                    </a:cubicBezTo>
                    <a:cubicBezTo>
                      <a:pt x="985" y="262"/>
                      <a:pt x="966" y="259"/>
                      <a:pt x="965" y="247"/>
                    </a:cubicBezTo>
                    <a:cubicBezTo>
                      <a:pt x="964" y="247"/>
                      <a:pt x="959" y="243"/>
                      <a:pt x="958" y="242"/>
                    </a:cubicBezTo>
                    <a:cubicBezTo>
                      <a:pt x="954" y="244"/>
                      <a:pt x="947" y="248"/>
                      <a:pt x="947" y="254"/>
                    </a:cubicBezTo>
                    <a:cubicBezTo>
                      <a:pt x="947" y="261"/>
                      <a:pt x="933" y="277"/>
                      <a:pt x="922" y="277"/>
                    </a:cubicBezTo>
                    <a:cubicBezTo>
                      <a:pt x="914" y="277"/>
                      <a:pt x="913" y="267"/>
                      <a:pt x="908" y="267"/>
                    </a:cubicBezTo>
                    <a:cubicBezTo>
                      <a:pt x="900" y="267"/>
                      <a:pt x="897" y="246"/>
                      <a:pt x="896" y="236"/>
                    </a:cubicBezTo>
                    <a:cubicBezTo>
                      <a:pt x="894" y="224"/>
                      <a:pt x="870" y="233"/>
                      <a:pt x="870" y="216"/>
                    </a:cubicBezTo>
                    <a:cubicBezTo>
                      <a:pt x="858" y="215"/>
                      <a:pt x="855" y="200"/>
                      <a:pt x="843" y="200"/>
                    </a:cubicBezTo>
                    <a:cubicBezTo>
                      <a:pt x="837" y="200"/>
                      <a:pt x="837" y="204"/>
                      <a:pt x="831" y="204"/>
                    </a:cubicBezTo>
                    <a:cubicBezTo>
                      <a:pt x="818" y="204"/>
                      <a:pt x="810" y="197"/>
                      <a:pt x="797" y="197"/>
                    </a:cubicBezTo>
                    <a:cubicBezTo>
                      <a:pt x="791" y="197"/>
                      <a:pt x="784" y="200"/>
                      <a:pt x="784" y="208"/>
                    </a:cubicBezTo>
                    <a:cubicBezTo>
                      <a:pt x="784" y="212"/>
                      <a:pt x="800" y="218"/>
                      <a:pt x="786" y="227"/>
                    </a:cubicBezTo>
                    <a:cubicBezTo>
                      <a:pt x="780" y="231"/>
                      <a:pt x="794" y="241"/>
                      <a:pt x="794" y="247"/>
                    </a:cubicBezTo>
                    <a:cubicBezTo>
                      <a:pt x="796" y="260"/>
                      <a:pt x="783" y="264"/>
                      <a:pt x="778" y="266"/>
                    </a:cubicBezTo>
                    <a:cubicBezTo>
                      <a:pt x="788" y="283"/>
                      <a:pt x="803" y="289"/>
                      <a:pt x="803" y="318"/>
                    </a:cubicBezTo>
                    <a:cubicBezTo>
                      <a:pt x="803" y="326"/>
                      <a:pt x="777" y="346"/>
                      <a:pt x="768" y="347"/>
                    </a:cubicBezTo>
                    <a:cubicBezTo>
                      <a:pt x="783" y="355"/>
                      <a:pt x="777" y="379"/>
                      <a:pt x="783" y="387"/>
                    </a:cubicBezTo>
                    <a:cubicBezTo>
                      <a:pt x="782" y="389"/>
                      <a:pt x="776" y="392"/>
                      <a:pt x="775" y="397"/>
                    </a:cubicBezTo>
                    <a:cubicBezTo>
                      <a:pt x="770" y="397"/>
                      <a:pt x="766" y="406"/>
                      <a:pt x="762" y="403"/>
                    </a:cubicBezTo>
                    <a:cubicBezTo>
                      <a:pt x="751" y="394"/>
                      <a:pt x="736" y="380"/>
                      <a:pt x="736" y="367"/>
                    </a:cubicBezTo>
                    <a:cubicBezTo>
                      <a:pt x="736" y="353"/>
                      <a:pt x="738" y="342"/>
                      <a:pt x="726" y="334"/>
                    </a:cubicBezTo>
                    <a:cubicBezTo>
                      <a:pt x="697" y="334"/>
                      <a:pt x="697" y="334"/>
                      <a:pt x="697" y="334"/>
                    </a:cubicBezTo>
                    <a:cubicBezTo>
                      <a:pt x="681" y="322"/>
                      <a:pt x="662" y="315"/>
                      <a:pt x="643" y="308"/>
                    </a:cubicBezTo>
                    <a:cubicBezTo>
                      <a:pt x="640" y="306"/>
                      <a:pt x="629" y="299"/>
                      <a:pt x="623" y="299"/>
                    </a:cubicBezTo>
                    <a:cubicBezTo>
                      <a:pt x="617" y="299"/>
                      <a:pt x="614" y="306"/>
                      <a:pt x="607" y="306"/>
                    </a:cubicBezTo>
                    <a:cubicBezTo>
                      <a:pt x="607" y="295"/>
                      <a:pt x="600" y="270"/>
                      <a:pt x="590" y="270"/>
                    </a:cubicBezTo>
                    <a:cubicBezTo>
                      <a:pt x="586" y="270"/>
                      <a:pt x="584" y="274"/>
                      <a:pt x="579" y="275"/>
                    </a:cubicBezTo>
                    <a:cubicBezTo>
                      <a:pt x="581" y="269"/>
                      <a:pt x="579" y="268"/>
                      <a:pt x="579" y="255"/>
                    </a:cubicBezTo>
                    <a:cubicBezTo>
                      <a:pt x="579" y="237"/>
                      <a:pt x="584" y="227"/>
                      <a:pt x="595" y="216"/>
                    </a:cubicBezTo>
                    <a:cubicBezTo>
                      <a:pt x="598" y="213"/>
                      <a:pt x="606" y="196"/>
                      <a:pt x="609" y="194"/>
                    </a:cubicBezTo>
                    <a:cubicBezTo>
                      <a:pt x="617" y="192"/>
                      <a:pt x="630" y="196"/>
                      <a:pt x="630" y="186"/>
                    </a:cubicBezTo>
                    <a:cubicBezTo>
                      <a:pt x="630" y="179"/>
                      <a:pt x="613" y="178"/>
                      <a:pt x="607" y="175"/>
                    </a:cubicBezTo>
                    <a:cubicBezTo>
                      <a:pt x="611" y="176"/>
                      <a:pt x="597" y="167"/>
                      <a:pt x="633" y="178"/>
                    </a:cubicBezTo>
                    <a:cubicBezTo>
                      <a:pt x="643" y="181"/>
                      <a:pt x="637" y="169"/>
                      <a:pt x="642" y="169"/>
                    </a:cubicBezTo>
                    <a:cubicBezTo>
                      <a:pt x="643" y="169"/>
                      <a:pt x="647" y="169"/>
                      <a:pt x="652" y="169"/>
                    </a:cubicBezTo>
                    <a:cubicBezTo>
                      <a:pt x="662" y="169"/>
                      <a:pt x="668" y="158"/>
                      <a:pt x="675" y="153"/>
                    </a:cubicBezTo>
                    <a:cubicBezTo>
                      <a:pt x="675" y="146"/>
                      <a:pt x="675" y="146"/>
                      <a:pt x="675" y="146"/>
                    </a:cubicBezTo>
                    <a:cubicBezTo>
                      <a:pt x="660" y="142"/>
                      <a:pt x="645" y="145"/>
                      <a:pt x="639" y="131"/>
                    </a:cubicBezTo>
                    <a:cubicBezTo>
                      <a:pt x="639" y="131"/>
                      <a:pt x="643" y="131"/>
                      <a:pt x="647" y="131"/>
                    </a:cubicBezTo>
                    <a:cubicBezTo>
                      <a:pt x="652" y="135"/>
                      <a:pt x="658" y="141"/>
                      <a:pt x="666" y="141"/>
                    </a:cubicBezTo>
                    <a:cubicBezTo>
                      <a:pt x="673" y="141"/>
                      <a:pt x="686" y="132"/>
                      <a:pt x="686" y="127"/>
                    </a:cubicBezTo>
                    <a:cubicBezTo>
                      <a:pt x="686" y="125"/>
                      <a:pt x="680" y="117"/>
                      <a:pt x="683" y="117"/>
                    </a:cubicBezTo>
                    <a:cubicBezTo>
                      <a:pt x="693" y="117"/>
                      <a:pt x="696" y="126"/>
                      <a:pt x="703" y="126"/>
                    </a:cubicBezTo>
                    <a:cubicBezTo>
                      <a:pt x="707" y="126"/>
                      <a:pt x="709" y="123"/>
                      <a:pt x="717" y="123"/>
                    </a:cubicBezTo>
                    <a:cubicBezTo>
                      <a:pt x="715" y="120"/>
                      <a:pt x="717" y="112"/>
                      <a:pt x="722" y="120"/>
                    </a:cubicBezTo>
                    <a:cubicBezTo>
                      <a:pt x="725" y="125"/>
                      <a:pt x="748" y="105"/>
                      <a:pt x="748" y="100"/>
                    </a:cubicBezTo>
                    <a:cubicBezTo>
                      <a:pt x="748" y="96"/>
                      <a:pt x="738" y="91"/>
                      <a:pt x="738" y="89"/>
                    </a:cubicBezTo>
                    <a:cubicBezTo>
                      <a:pt x="738" y="85"/>
                      <a:pt x="732" y="78"/>
                      <a:pt x="746" y="72"/>
                    </a:cubicBezTo>
                    <a:cubicBezTo>
                      <a:pt x="748" y="68"/>
                      <a:pt x="746" y="68"/>
                      <a:pt x="746" y="61"/>
                    </a:cubicBezTo>
                    <a:cubicBezTo>
                      <a:pt x="732" y="61"/>
                      <a:pt x="735" y="50"/>
                      <a:pt x="717" y="50"/>
                    </a:cubicBezTo>
                    <a:cubicBezTo>
                      <a:pt x="713" y="49"/>
                      <a:pt x="710" y="47"/>
                      <a:pt x="706" y="47"/>
                    </a:cubicBezTo>
                    <a:cubicBezTo>
                      <a:pt x="701" y="47"/>
                      <a:pt x="695" y="50"/>
                      <a:pt x="695" y="55"/>
                    </a:cubicBezTo>
                    <a:cubicBezTo>
                      <a:pt x="695" y="61"/>
                      <a:pt x="702" y="63"/>
                      <a:pt x="702" y="67"/>
                    </a:cubicBezTo>
                    <a:cubicBezTo>
                      <a:pt x="702" y="72"/>
                      <a:pt x="692" y="72"/>
                      <a:pt x="689" y="76"/>
                    </a:cubicBezTo>
                    <a:cubicBezTo>
                      <a:pt x="686" y="84"/>
                      <a:pt x="687" y="90"/>
                      <a:pt x="681" y="98"/>
                    </a:cubicBezTo>
                    <a:cubicBezTo>
                      <a:pt x="671" y="110"/>
                      <a:pt x="658" y="90"/>
                      <a:pt x="658" y="85"/>
                    </a:cubicBezTo>
                    <a:cubicBezTo>
                      <a:pt x="658" y="79"/>
                      <a:pt x="665" y="81"/>
                      <a:pt x="665" y="74"/>
                    </a:cubicBezTo>
                    <a:cubicBezTo>
                      <a:pt x="665" y="71"/>
                      <a:pt x="652" y="59"/>
                      <a:pt x="649" y="59"/>
                    </a:cubicBezTo>
                    <a:cubicBezTo>
                      <a:pt x="636" y="59"/>
                      <a:pt x="645" y="78"/>
                      <a:pt x="631" y="78"/>
                    </a:cubicBezTo>
                    <a:cubicBezTo>
                      <a:pt x="631" y="70"/>
                      <a:pt x="630" y="65"/>
                      <a:pt x="621" y="60"/>
                    </a:cubicBezTo>
                    <a:cubicBezTo>
                      <a:pt x="622" y="58"/>
                      <a:pt x="623" y="57"/>
                      <a:pt x="625" y="55"/>
                    </a:cubicBezTo>
                    <a:cubicBezTo>
                      <a:pt x="618" y="51"/>
                      <a:pt x="609" y="55"/>
                      <a:pt x="603" y="48"/>
                    </a:cubicBezTo>
                    <a:cubicBezTo>
                      <a:pt x="606" y="47"/>
                      <a:pt x="614" y="44"/>
                      <a:pt x="614" y="38"/>
                    </a:cubicBezTo>
                    <a:cubicBezTo>
                      <a:pt x="614" y="29"/>
                      <a:pt x="601" y="30"/>
                      <a:pt x="601" y="23"/>
                    </a:cubicBezTo>
                    <a:cubicBezTo>
                      <a:pt x="601" y="10"/>
                      <a:pt x="591" y="1"/>
                      <a:pt x="574" y="0"/>
                    </a:cubicBezTo>
                    <a:cubicBezTo>
                      <a:pt x="565" y="0"/>
                      <a:pt x="569" y="6"/>
                      <a:pt x="569" y="10"/>
                    </a:cubicBezTo>
                    <a:cubicBezTo>
                      <a:pt x="564" y="11"/>
                      <a:pt x="557" y="10"/>
                      <a:pt x="557" y="17"/>
                    </a:cubicBezTo>
                    <a:cubicBezTo>
                      <a:pt x="557" y="21"/>
                      <a:pt x="561" y="23"/>
                      <a:pt x="561" y="28"/>
                    </a:cubicBezTo>
                    <a:cubicBezTo>
                      <a:pt x="561" y="32"/>
                      <a:pt x="555" y="32"/>
                      <a:pt x="555" y="38"/>
                    </a:cubicBezTo>
                    <a:cubicBezTo>
                      <a:pt x="555" y="52"/>
                      <a:pt x="585" y="44"/>
                      <a:pt x="585" y="59"/>
                    </a:cubicBezTo>
                    <a:cubicBezTo>
                      <a:pt x="585" y="61"/>
                      <a:pt x="581" y="72"/>
                      <a:pt x="581" y="72"/>
                    </a:cubicBezTo>
                    <a:cubicBezTo>
                      <a:pt x="584" y="70"/>
                      <a:pt x="587" y="69"/>
                      <a:pt x="591" y="67"/>
                    </a:cubicBezTo>
                    <a:cubicBezTo>
                      <a:pt x="596" y="85"/>
                      <a:pt x="567" y="77"/>
                      <a:pt x="567" y="98"/>
                    </a:cubicBezTo>
                    <a:cubicBezTo>
                      <a:pt x="553" y="102"/>
                      <a:pt x="564" y="88"/>
                      <a:pt x="561" y="83"/>
                    </a:cubicBezTo>
                    <a:cubicBezTo>
                      <a:pt x="559" y="81"/>
                      <a:pt x="547" y="78"/>
                      <a:pt x="541" y="78"/>
                    </a:cubicBezTo>
                    <a:cubicBezTo>
                      <a:pt x="533" y="78"/>
                      <a:pt x="530" y="82"/>
                      <a:pt x="530" y="92"/>
                    </a:cubicBezTo>
                    <a:cubicBezTo>
                      <a:pt x="522" y="91"/>
                      <a:pt x="517" y="92"/>
                      <a:pt x="492" y="92"/>
                    </a:cubicBezTo>
                    <a:cubicBezTo>
                      <a:pt x="468" y="92"/>
                      <a:pt x="441" y="83"/>
                      <a:pt x="435" y="65"/>
                    </a:cubicBezTo>
                    <a:cubicBezTo>
                      <a:pt x="427" y="67"/>
                      <a:pt x="400" y="68"/>
                      <a:pt x="400" y="78"/>
                    </a:cubicBezTo>
                    <a:cubicBezTo>
                      <a:pt x="400" y="81"/>
                      <a:pt x="403" y="82"/>
                      <a:pt x="406" y="82"/>
                    </a:cubicBezTo>
                    <a:cubicBezTo>
                      <a:pt x="413" y="82"/>
                      <a:pt x="425" y="79"/>
                      <a:pt x="430" y="75"/>
                    </a:cubicBezTo>
                    <a:cubicBezTo>
                      <a:pt x="432" y="90"/>
                      <a:pt x="409" y="78"/>
                      <a:pt x="409" y="93"/>
                    </a:cubicBezTo>
                    <a:cubicBezTo>
                      <a:pt x="409" y="96"/>
                      <a:pt x="414" y="106"/>
                      <a:pt x="412" y="106"/>
                    </a:cubicBezTo>
                    <a:cubicBezTo>
                      <a:pt x="403" y="106"/>
                      <a:pt x="401" y="95"/>
                      <a:pt x="394" y="92"/>
                    </a:cubicBezTo>
                    <a:cubicBezTo>
                      <a:pt x="387" y="89"/>
                      <a:pt x="387" y="89"/>
                      <a:pt x="387" y="89"/>
                    </a:cubicBezTo>
                    <a:cubicBezTo>
                      <a:pt x="377" y="89"/>
                      <a:pt x="370" y="89"/>
                      <a:pt x="359" y="89"/>
                    </a:cubicBezTo>
                    <a:cubicBezTo>
                      <a:pt x="350" y="89"/>
                      <a:pt x="344" y="92"/>
                      <a:pt x="335" y="93"/>
                    </a:cubicBezTo>
                    <a:cubicBezTo>
                      <a:pt x="317" y="93"/>
                      <a:pt x="317" y="87"/>
                      <a:pt x="317" y="86"/>
                    </a:cubicBezTo>
                    <a:cubicBezTo>
                      <a:pt x="317" y="82"/>
                      <a:pt x="331" y="83"/>
                      <a:pt x="333" y="81"/>
                    </a:cubicBezTo>
                    <a:cubicBezTo>
                      <a:pt x="321" y="64"/>
                      <a:pt x="323" y="66"/>
                      <a:pt x="298" y="68"/>
                    </a:cubicBezTo>
                    <a:cubicBezTo>
                      <a:pt x="271" y="70"/>
                      <a:pt x="258" y="48"/>
                      <a:pt x="231" y="48"/>
                    </a:cubicBezTo>
                    <a:cubicBezTo>
                      <a:pt x="223" y="48"/>
                      <a:pt x="219" y="54"/>
                      <a:pt x="212" y="54"/>
                    </a:cubicBezTo>
                    <a:cubicBezTo>
                      <a:pt x="207" y="54"/>
                      <a:pt x="202" y="46"/>
                      <a:pt x="202" y="42"/>
                    </a:cubicBezTo>
                    <a:cubicBezTo>
                      <a:pt x="193" y="44"/>
                      <a:pt x="193" y="54"/>
                      <a:pt x="184" y="54"/>
                    </a:cubicBezTo>
                    <a:cubicBezTo>
                      <a:pt x="176" y="54"/>
                      <a:pt x="164" y="34"/>
                      <a:pt x="161" y="34"/>
                    </a:cubicBezTo>
                    <a:cubicBezTo>
                      <a:pt x="153" y="34"/>
                      <a:pt x="156" y="47"/>
                      <a:pt x="146" y="47"/>
                    </a:cubicBezTo>
                    <a:cubicBezTo>
                      <a:pt x="143" y="47"/>
                      <a:pt x="140" y="44"/>
                      <a:pt x="138" y="40"/>
                    </a:cubicBezTo>
                    <a:cubicBezTo>
                      <a:pt x="125" y="44"/>
                      <a:pt x="120" y="44"/>
                      <a:pt x="108" y="49"/>
                    </a:cubicBezTo>
                    <a:cubicBezTo>
                      <a:pt x="103" y="50"/>
                      <a:pt x="91" y="59"/>
                      <a:pt x="87" y="55"/>
                    </a:cubicBezTo>
                    <a:cubicBezTo>
                      <a:pt x="76" y="44"/>
                      <a:pt x="78" y="58"/>
                      <a:pt x="74" y="58"/>
                    </a:cubicBezTo>
                    <a:cubicBezTo>
                      <a:pt x="45" y="59"/>
                      <a:pt x="65" y="70"/>
                      <a:pt x="61" y="70"/>
                    </a:cubicBezTo>
                    <a:cubicBezTo>
                      <a:pt x="50" y="70"/>
                      <a:pt x="30" y="67"/>
                      <a:pt x="12" y="56"/>
                    </a:cubicBezTo>
                    <a:cubicBezTo>
                      <a:pt x="11" y="56"/>
                      <a:pt x="6" y="52"/>
                      <a:pt x="6" y="51"/>
                    </a:cubicBezTo>
                    <a:cubicBezTo>
                      <a:pt x="3" y="52"/>
                      <a:pt x="5" y="52"/>
                      <a:pt x="0" y="51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6" y="247"/>
                      <a:pt x="19" y="240"/>
                      <a:pt x="25" y="248"/>
                    </a:cubicBezTo>
                    <a:cubicBezTo>
                      <a:pt x="29" y="254"/>
                      <a:pt x="38" y="266"/>
                      <a:pt x="47" y="266"/>
                    </a:cubicBezTo>
                    <a:cubicBezTo>
                      <a:pt x="53" y="266"/>
                      <a:pt x="53" y="257"/>
                      <a:pt x="59" y="255"/>
                    </a:cubicBezTo>
                    <a:cubicBezTo>
                      <a:pt x="62" y="254"/>
                      <a:pt x="64" y="255"/>
                      <a:pt x="67" y="253"/>
                    </a:cubicBezTo>
                    <a:cubicBezTo>
                      <a:pt x="81" y="266"/>
                      <a:pt x="87" y="271"/>
                      <a:pt x="99" y="288"/>
                    </a:cubicBezTo>
                    <a:cubicBezTo>
                      <a:pt x="100" y="290"/>
                      <a:pt x="103" y="291"/>
                      <a:pt x="105" y="295"/>
                    </a:cubicBezTo>
                    <a:cubicBezTo>
                      <a:pt x="106" y="300"/>
                      <a:pt x="108" y="306"/>
                      <a:pt x="113" y="311"/>
                    </a:cubicBezTo>
                    <a:cubicBezTo>
                      <a:pt x="116" y="314"/>
                      <a:pt x="121" y="313"/>
                      <a:pt x="124" y="316"/>
                    </a:cubicBezTo>
                    <a:cubicBezTo>
                      <a:pt x="128" y="320"/>
                      <a:pt x="135" y="322"/>
                      <a:pt x="135" y="332"/>
                    </a:cubicBezTo>
                    <a:cubicBezTo>
                      <a:pt x="135" y="336"/>
                      <a:pt x="129" y="337"/>
                      <a:pt x="129" y="340"/>
                    </a:cubicBezTo>
                    <a:cubicBezTo>
                      <a:pt x="129" y="343"/>
                      <a:pt x="132" y="344"/>
                      <a:pt x="132" y="347"/>
                    </a:cubicBezTo>
                    <a:cubicBezTo>
                      <a:pt x="132" y="352"/>
                      <a:pt x="130" y="364"/>
                      <a:pt x="136" y="366"/>
                    </a:cubicBezTo>
                    <a:cubicBezTo>
                      <a:pt x="140" y="367"/>
                      <a:pt x="143" y="367"/>
                      <a:pt x="146" y="370"/>
                    </a:cubicBezTo>
                    <a:cubicBezTo>
                      <a:pt x="150" y="373"/>
                      <a:pt x="145" y="379"/>
                      <a:pt x="150" y="383"/>
                    </a:cubicBezTo>
                    <a:cubicBezTo>
                      <a:pt x="150" y="383"/>
                      <a:pt x="162" y="390"/>
                      <a:pt x="162" y="391"/>
                    </a:cubicBezTo>
                    <a:cubicBezTo>
                      <a:pt x="165" y="401"/>
                      <a:pt x="166" y="413"/>
                      <a:pt x="181" y="413"/>
                    </a:cubicBezTo>
                    <a:cubicBezTo>
                      <a:pt x="183" y="422"/>
                      <a:pt x="199" y="416"/>
                      <a:pt x="202" y="428"/>
                    </a:cubicBezTo>
                    <a:cubicBezTo>
                      <a:pt x="204" y="432"/>
                      <a:pt x="215" y="433"/>
                      <a:pt x="219" y="437"/>
                    </a:cubicBezTo>
                    <a:cubicBezTo>
                      <a:pt x="220" y="438"/>
                      <a:pt x="222" y="439"/>
                      <a:pt x="224" y="440"/>
                    </a:cubicBezTo>
                    <a:cubicBezTo>
                      <a:pt x="224" y="440"/>
                      <a:pt x="224" y="440"/>
                      <a:pt x="224" y="440"/>
                    </a:cubicBezTo>
                    <a:cubicBezTo>
                      <a:pt x="577" y="440"/>
                      <a:pt x="577" y="440"/>
                      <a:pt x="577" y="440"/>
                    </a:cubicBezTo>
                    <a:cubicBezTo>
                      <a:pt x="577" y="435"/>
                      <a:pt x="577" y="435"/>
                      <a:pt x="577" y="435"/>
                    </a:cubicBezTo>
                    <a:cubicBezTo>
                      <a:pt x="583" y="439"/>
                      <a:pt x="582" y="443"/>
                      <a:pt x="588" y="446"/>
                    </a:cubicBezTo>
                    <a:cubicBezTo>
                      <a:pt x="610" y="446"/>
                      <a:pt x="610" y="446"/>
                      <a:pt x="610" y="446"/>
                    </a:cubicBezTo>
                    <a:cubicBezTo>
                      <a:pt x="619" y="455"/>
                      <a:pt x="630" y="455"/>
                      <a:pt x="647" y="455"/>
                    </a:cubicBezTo>
                    <a:cubicBezTo>
                      <a:pt x="652" y="453"/>
                      <a:pt x="653" y="455"/>
                      <a:pt x="658" y="452"/>
                    </a:cubicBezTo>
                    <a:cubicBezTo>
                      <a:pt x="662" y="450"/>
                      <a:pt x="661" y="443"/>
                      <a:pt x="665" y="443"/>
                    </a:cubicBezTo>
                    <a:cubicBezTo>
                      <a:pt x="670" y="443"/>
                      <a:pt x="674" y="451"/>
                      <a:pt x="676" y="453"/>
                    </a:cubicBezTo>
                    <a:cubicBezTo>
                      <a:pt x="677" y="451"/>
                      <a:pt x="676" y="448"/>
                      <a:pt x="676" y="447"/>
                    </a:cubicBezTo>
                    <a:cubicBezTo>
                      <a:pt x="677" y="447"/>
                      <a:pt x="678" y="447"/>
                      <a:pt x="680" y="447"/>
                    </a:cubicBezTo>
                    <a:cubicBezTo>
                      <a:pt x="682" y="447"/>
                      <a:pt x="701" y="462"/>
                      <a:pt x="702" y="463"/>
                    </a:cubicBezTo>
                    <a:cubicBezTo>
                      <a:pt x="704" y="469"/>
                      <a:pt x="702" y="473"/>
                      <a:pt x="705" y="477"/>
                    </a:cubicBezTo>
                    <a:cubicBezTo>
                      <a:pt x="715" y="487"/>
                      <a:pt x="729" y="485"/>
                      <a:pt x="740" y="492"/>
                    </a:cubicBezTo>
                    <a:cubicBezTo>
                      <a:pt x="752" y="492"/>
                      <a:pt x="752" y="492"/>
                      <a:pt x="752" y="492"/>
                    </a:cubicBezTo>
                    <a:cubicBezTo>
                      <a:pt x="757" y="495"/>
                      <a:pt x="763" y="500"/>
                      <a:pt x="763" y="506"/>
                    </a:cubicBezTo>
                    <a:cubicBezTo>
                      <a:pt x="763" y="509"/>
                      <a:pt x="762" y="512"/>
                      <a:pt x="759" y="512"/>
                    </a:cubicBezTo>
                    <a:cubicBezTo>
                      <a:pt x="754" y="512"/>
                      <a:pt x="748" y="506"/>
                      <a:pt x="747" y="504"/>
                    </a:cubicBezTo>
                    <a:cubicBezTo>
                      <a:pt x="745" y="511"/>
                      <a:pt x="741" y="532"/>
                      <a:pt x="735" y="532"/>
                    </a:cubicBezTo>
                    <a:cubicBezTo>
                      <a:pt x="730" y="538"/>
                      <a:pt x="725" y="541"/>
                      <a:pt x="725" y="547"/>
                    </a:cubicBezTo>
                    <a:cubicBezTo>
                      <a:pt x="726" y="549"/>
                      <a:pt x="729" y="553"/>
                      <a:pt x="732" y="553"/>
                    </a:cubicBezTo>
                    <a:cubicBezTo>
                      <a:pt x="736" y="553"/>
                      <a:pt x="736" y="550"/>
                      <a:pt x="738" y="548"/>
                    </a:cubicBezTo>
                    <a:cubicBezTo>
                      <a:pt x="742" y="544"/>
                      <a:pt x="748" y="545"/>
                      <a:pt x="755" y="545"/>
                    </a:cubicBezTo>
                    <a:cubicBezTo>
                      <a:pt x="760" y="545"/>
                      <a:pt x="763" y="548"/>
                      <a:pt x="765" y="546"/>
                    </a:cubicBezTo>
                    <a:cubicBezTo>
                      <a:pt x="768" y="545"/>
                      <a:pt x="770" y="544"/>
                      <a:pt x="772" y="543"/>
                    </a:cubicBezTo>
                    <a:cubicBezTo>
                      <a:pt x="772" y="540"/>
                      <a:pt x="771" y="538"/>
                      <a:pt x="770" y="536"/>
                    </a:cubicBezTo>
                    <a:cubicBezTo>
                      <a:pt x="769" y="534"/>
                      <a:pt x="767" y="533"/>
                      <a:pt x="767" y="531"/>
                    </a:cubicBezTo>
                    <a:cubicBezTo>
                      <a:pt x="767" y="529"/>
                      <a:pt x="771" y="528"/>
                      <a:pt x="773" y="528"/>
                    </a:cubicBezTo>
                    <a:cubicBezTo>
                      <a:pt x="782" y="525"/>
                      <a:pt x="803" y="519"/>
                      <a:pt x="814" y="519"/>
                    </a:cubicBezTo>
                    <a:cubicBezTo>
                      <a:pt x="815" y="519"/>
                      <a:pt x="831" y="503"/>
                      <a:pt x="834" y="501"/>
                    </a:cubicBezTo>
                    <a:cubicBezTo>
                      <a:pt x="836" y="499"/>
                      <a:pt x="847" y="500"/>
                      <a:pt x="857" y="500"/>
                    </a:cubicBezTo>
                    <a:cubicBezTo>
                      <a:pt x="861" y="500"/>
                      <a:pt x="864" y="500"/>
                      <a:pt x="868" y="500"/>
                    </a:cubicBezTo>
                    <a:cubicBezTo>
                      <a:pt x="872" y="500"/>
                      <a:pt x="876" y="498"/>
                      <a:pt x="879" y="498"/>
                    </a:cubicBezTo>
                    <a:cubicBezTo>
                      <a:pt x="884" y="497"/>
                      <a:pt x="882" y="496"/>
                      <a:pt x="884" y="494"/>
                    </a:cubicBezTo>
                    <a:cubicBezTo>
                      <a:pt x="892" y="486"/>
                      <a:pt x="892" y="471"/>
                      <a:pt x="903" y="463"/>
                    </a:cubicBezTo>
                    <a:cubicBezTo>
                      <a:pt x="908" y="470"/>
                      <a:pt x="916" y="460"/>
                      <a:pt x="920" y="467"/>
                    </a:cubicBezTo>
                    <a:cubicBezTo>
                      <a:pt x="926" y="478"/>
                      <a:pt x="922" y="494"/>
                      <a:pt x="928" y="505"/>
                    </a:cubicBezTo>
                    <a:lnTo>
                      <a:pt x="928" y="50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9" name="Freeform 51">
                <a:extLst>
                  <a:ext uri="{FF2B5EF4-FFF2-40B4-BE49-F238E27FC236}">
                    <a16:creationId xmlns:a16="http://schemas.microsoft.com/office/drawing/2014/main" id="{1015FC95-A8CC-A368-8B27-F8EC532DE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5913" y="1417638"/>
                <a:ext cx="623888" cy="457200"/>
              </a:xfrm>
              <a:custGeom>
                <a:avLst/>
                <a:gdLst/>
                <a:ahLst/>
                <a:cxnLst>
                  <a:cxn ang="0">
                    <a:pos x="334" y="228"/>
                  </a:cxn>
                  <a:cxn ang="0">
                    <a:pos x="381" y="252"/>
                  </a:cxn>
                  <a:cxn ang="0">
                    <a:pos x="401" y="239"/>
                  </a:cxn>
                  <a:cxn ang="0">
                    <a:pos x="439" y="281"/>
                  </a:cxn>
                  <a:cxn ang="0">
                    <a:pos x="458" y="302"/>
                  </a:cxn>
                  <a:cxn ang="0">
                    <a:pos x="463" y="326"/>
                  </a:cxn>
                  <a:cxn ang="0">
                    <a:pos x="440" y="314"/>
                  </a:cxn>
                  <a:cxn ang="0">
                    <a:pos x="427" y="300"/>
                  </a:cxn>
                  <a:cxn ang="0">
                    <a:pos x="426" y="286"/>
                  </a:cxn>
                  <a:cxn ang="0">
                    <a:pos x="414" y="286"/>
                  </a:cxn>
                  <a:cxn ang="0">
                    <a:pos x="412" y="270"/>
                  </a:cxn>
                  <a:cxn ang="0">
                    <a:pos x="390" y="261"/>
                  </a:cxn>
                  <a:cxn ang="0">
                    <a:pos x="363" y="252"/>
                  </a:cxn>
                  <a:cxn ang="0">
                    <a:pos x="299" y="236"/>
                  </a:cxn>
                  <a:cxn ang="0">
                    <a:pos x="240" y="221"/>
                  </a:cxn>
                  <a:cxn ang="0">
                    <a:pos x="200" y="252"/>
                  </a:cxn>
                  <a:cxn ang="0">
                    <a:pos x="199" y="245"/>
                  </a:cxn>
                  <a:cxn ang="0">
                    <a:pos x="218" y="219"/>
                  </a:cxn>
                  <a:cxn ang="0">
                    <a:pos x="213" y="214"/>
                  </a:cxn>
                  <a:cxn ang="0">
                    <a:pos x="173" y="260"/>
                  </a:cxn>
                  <a:cxn ang="0">
                    <a:pos x="143" y="288"/>
                  </a:cxn>
                  <a:cxn ang="0">
                    <a:pos x="79" y="322"/>
                  </a:cxn>
                  <a:cxn ang="0">
                    <a:pos x="57" y="328"/>
                  </a:cxn>
                  <a:cxn ang="0">
                    <a:pos x="92" y="307"/>
                  </a:cxn>
                  <a:cxn ang="0">
                    <a:pos x="148" y="256"/>
                  </a:cxn>
                  <a:cxn ang="0">
                    <a:pos x="125" y="262"/>
                  </a:cxn>
                  <a:cxn ang="0">
                    <a:pos x="110" y="266"/>
                  </a:cxn>
                  <a:cxn ang="0">
                    <a:pos x="88" y="261"/>
                  </a:cxn>
                  <a:cxn ang="0">
                    <a:pos x="76" y="264"/>
                  </a:cxn>
                  <a:cxn ang="0">
                    <a:pos x="72" y="244"/>
                  </a:cxn>
                  <a:cxn ang="0">
                    <a:pos x="60" y="245"/>
                  </a:cxn>
                  <a:cxn ang="0">
                    <a:pos x="37" y="224"/>
                  </a:cxn>
                  <a:cxn ang="0">
                    <a:pos x="52" y="180"/>
                  </a:cxn>
                  <a:cxn ang="0">
                    <a:pos x="79" y="152"/>
                  </a:cxn>
                  <a:cxn ang="0">
                    <a:pos x="85" y="145"/>
                  </a:cxn>
                  <a:cxn ang="0">
                    <a:pos x="60" y="153"/>
                  </a:cxn>
                  <a:cxn ang="0">
                    <a:pos x="18" y="150"/>
                  </a:cxn>
                  <a:cxn ang="0">
                    <a:pos x="13" y="133"/>
                  </a:cxn>
                  <a:cxn ang="0">
                    <a:pos x="40" y="106"/>
                  </a:cxn>
                  <a:cxn ang="0">
                    <a:pos x="64" y="116"/>
                  </a:cxn>
                  <a:cxn ang="0">
                    <a:pos x="50" y="95"/>
                  </a:cxn>
                  <a:cxn ang="0">
                    <a:pos x="13" y="68"/>
                  </a:cxn>
                  <a:cxn ang="0">
                    <a:pos x="44" y="56"/>
                  </a:cxn>
                  <a:cxn ang="0">
                    <a:pos x="117" y="13"/>
                  </a:cxn>
                  <a:cxn ang="0">
                    <a:pos x="150" y="7"/>
                  </a:cxn>
                  <a:cxn ang="0">
                    <a:pos x="157" y="7"/>
                  </a:cxn>
                  <a:cxn ang="0">
                    <a:pos x="189" y="11"/>
                  </a:cxn>
                  <a:cxn ang="0">
                    <a:pos x="236" y="20"/>
                  </a:cxn>
                  <a:cxn ang="0">
                    <a:pos x="307" y="28"/>
                  </a:cxn>
                  <a:cxn ang="0">
                    <a:pos x="334" y="36"/>
                  </a:cxn>
                </a:cxnLst>
                <a:rect l="0" t="0" r="r" b="b"/>
                <a:pathLst>
                  <a:path w="469" h="343">
                    <a:moveTo>
                      <a:pt x="334" y="37"/>
                    </a:moveTo>
                    <a:cubicBezTo>
                      <a:pt x="334" y="228"/>
                      <a:pt x="334" y="228"/>
                      <a:pt x="334" y="228"/>
                    </a:cubicBezTo>
                    <a:cubicBezTo>
                      <a:pt x="340" y="233"/>
                      <a:pt x="353" y="226"/>
                      <a:pt x="359" y="234"/>
                    </a:cubicBezTo>
                    <a:cubicBezTo>
                      <a:pt x="363" y="240"/>
                      <a:pt x="372" y="252"/>
                      <a:pt x="381" y="252"/>
                    </a:cubicBezTo>
                    <a:cubicBezTo>
                      <a:pt x="387" y="252"/>
                      <a:pt x="387" y="243"/>
                      <a:pt x="393" y="241"/>
                    </a:cubicBezTo>
                    <a:cubicBezTo>
                      <a:pt x="396" y="240"/>
                      <a:pt x="398" y="241"/>
                      <a:pt x="401" y="239"/>
                    </a:cubicBezTo>
                    <a:cubicBezTo>
                      <a:pt x="415" y="252"/>
                      <a:pt x="421" y="257"/>
                      <a:pt x="433" y="274"/>
                    </a:cubicBezTo>
                    <a:cubicBezTo>
                      <a:pt x="434" y="276"/>
                      <a:pt x="437" y="277"/>
                      <a:pt x="439" y="281"/>
                    </a:cubicBezTo>
                    <a:cubicBezTo>
                      <a:pt x="440" y="286"/>
                      <a:pt x="442" y="292"/>
                      <a:pt x="447" y="297"/>
                    </a:cubicBezTo>
                    <a:cubicBezTo>
                      <a:pt x="450" y="300"/>
                      <a:pt x="455" y="299"/>
                      <a:pt x="458" y="302"/>
                    </a:cubicBezTo>
                    <a:cubicBezTo>
                      <a:pt x="462" y="306"/>
                      <a:pt x="469" y="308"/>
                      <a:pt x="469" y="318"/>
                    </a:cubicBezTo>
                    <a:cubicBezTo>
                      <a:pt x="469" y="322"/>
                      <a:pt x="463" y="323"/>
                      <a:pt x="463" y="326"/>
                    </a:cubicBezTo>
                    <a:cubicBezTo>
                      <a:pt x="461" y="326"/>
                      <a:pt x="461" y="327"/>
                      <a:pt x="459" y="327"/>
                    </a:cubicBezTo>
                    <a:cubicBezTo>
                      <a:pt x="451" y="327"/>
                      <a:pt x="440" y="318"/>
                      <a:pt x="440" y="314"/>
                    </a:cubicBezTo>
                    <a:cubicBezTo>
                      <a:pt x="440" y="310"/>
                      <a:pt x="440" y="311"/>
                      <a:pt x="440" y="307"/>
                    </a:cubicBezTo>
                    <a:cubicBezTo>
                      <a:pt x="440" y="300"/>
                      <a:pt x="435" y="300"/>
                      <a:pt x="427" y="300"/>
                    </a:cubicBezTo>
                    <a:cubicBezTo>
                      <a:pt x="421" y="300"/>
                      <a:pt x="419" y="296"/>
                      <a:pt x="419" y="294"/>
                    </a:cubicBezTo>
                    <a:cubicBezTo>
                      <a:pt x="419" y="290"/>
                      <a:pt x="426" y="290"/>
                      <a:pt x="426" y="286"/>
                    </a:cubicBezTo>
                    <a:cubicBezTo>
                      <a:pt x="426" y="283"/>
                      <a:pt x="426" y="281"/>
                      <a:pt x="426" y="281"/>
                    </a:cubicBezTo>
                    <a:cubicBezTo>
                      <a:pt x="417" y="281"/>
                      <a:pt x="420" y="286"/>
                      <a:pt x="414" y="286"/>
                    </a:cubicBezTo>
                    <a:cubicBezTo>
                      <a:pt x="412" y="286"/>
                      <a:pt x="407" y="282"/>
                      <a:pt x="407" y="280"/>
                    </a:cubicBezTo>
                    <a:cubicBezTo>
                      <a:pt x="407" y="274"/>
                      <a:pt x="410" y="273"/>
                      <a:pt x="412" y="270"/>
                    </a:cubicBezTo>
                    <a:cubicBezTo>
                      <a:pt x="409" y="268"/>
                      <a:pt x="405" y="264"/>
                      <a:pt x="404" y="267"/>
                    </a:cubicBezTo>
                    <a:cubicBezTo>
                      <a:pt x="397" y="267"/>
                      <a:pt x="394" y="264"/>
                      <a:pt x="390" y="261"/>
                    </a:cubicBezTo>
                    <a:cubicBezTo>
                      <a:pt x="389" y="264"/>
                      <a:pt x="387" y="269"/>
                      <a:pt x="384" y="269"/>
                    </a:cubicBezTo>
                    <a:cubicBezTo>
                      <a:pt x="375" y="269"/>
                      <a:pt x="368" y="256"/>
                      <a:pt x="363" y="252"/>
                    </a:cubicBezTo>
                    <a:cubicBezTo>
                      <a:pt x="352" y="243"/>
                      <a:pt x="337" y="244"/>
                      <a:pt x="323" y="236"/>
                    </a:cubicBezTo>
                    <a:cubicBezTo>
                      <a:pt x="299" y="236"/>
                      <a:pt x="299" y="236"/>
                      <a:pt x="299" y="236"/>
                    </a:cubicBezTo>
                    <a:cubicBezTo>
                      <a:pt x="285" y="232"/>
                      <a:pt x="265" y="230"/>
                      <a:pt x="258" y="214"/>
                    </a:cubicBezTo>
                    <a:cubicBezTo>
                      <a:pt x="252" y="217"/>
                      <a:pt x="244" y="219"/>
                      <a:pt x="240" y="221"/>
                    </a:cubicBezTo>
                    <a:cubicBezTo>
                      <a:pt x="241" y="224"/>
                      <a:pt x="242" y="225"/>
                      <a:pt x="244" y="227"/>
                    </a:cubicBezTo>
                    <a:cubicBezTo>
                      <a:pt x="238" y="236"/>
                      <a:pt x="210" y="252"/>
                      <a:pt x="200" y="252"/>
                    </a:cubicBezTo>
                    <a:cubicBezTo>
                      <a:pt x="198" y="252"/>
                      <a:pt x="195" y="251"/>
                      <a:pt x="195" y="249"/>
                    </a:cubicBezTo>
                    <a:cubicBezTo>
                      <a:pt x="195" y="246"/>
                      <a:pt x="198" y="246"/>
                      <a:pt x="199" y="245"/>
                    </a:cubicBezTo>
                    <a:cubicBezTo>
                      <a:pt x="197" y="242"/>
                      <a:pt x="199" y="242"/>
                      <a:pt x="199" y="240"/>
                    </a:cubicBezTo>
                    <a:cubicBezTo>
                      <a:pt x="199" y="230"/>
                      <a:pt x="205" y="223"/>
                      <a:pt x="218" y="219"/>
                    </a:cubicBezTo>
                    <a:cubicBezTo>
                      <a:pt x="218" y="217"/>
                      <a:pt x="218" y="216"/>
                      <a:pt x="218" y="214"/>
                    </a:cubicBezTo>
                    <a:cubicBezTo>
                      <a:pt x="214" y="214"/>
                      <a:pt x="215" y="214"/>
                      <a:pt x="213" y="214"/>
                    </a:cubicBezTo>
                    <a:cubicBezTo>
                      <a:pt x="203" y="214"/>
                      <a:pt x="173" y="239"/>
                      <a:pt x="173" y="253"/>
                    </a:cubicBezTo>
                    <a:cubicBezTo>
                      <a:pt x="173" y="255"/>
                      <a:pt x="173" y="258"/>
                      <a:pt x="173" y="260"/>
                    </a:cubicBezTo>
                    <a:cubicBezTo>
                      <a:pt x="173" y="270"/>
                      <a:pt x="164" y="273"/>
                      <a:pt x="154" y="277"/>
                    </a:cubicBezTo>
                    <a:cubicBezTo>
                      <a:pt x="148" y="280"/>
                      <a:pt x="146" y="284"/>
                      <a:pt x="143" y="288"/>
                    </a:cubicBezTo>
                    <a:cubicBezTo>
                      <a:pt x="136" y="297"/>
                      <a:pt x="121" y="301"/>
                      <a:pt x="114" y="308"/>
                    </a:cubicBezTo>
                    <a:cubicBezTo>
                      <a:pt x="107" y="315"/>
                      <a:pt x="91" y="320"/>
                      <a:pt x="79" y="322"/>
                    </a:cubicBezTo>
                    <a:cubicBezTo>
                      <a:pt x="63" y="324"/>
                      <a:pt x="54" y="343"/>
                      <a:pt x="35" y="337"/>
                    </a:cubicBezTo>
                    <a:cubicBezTo>
                      <a:pt x="41" y="329"/>
                      <a:pt x="49" y="333"/>
                      <a:pt x="57" y="328"/>
                    </a:cubicBezTo>
                    <a:cubicBezTo>
                      <a:pt x="62" y="325"/>
                      <a:pt x="66" y="316"/>
                      <a:pt x="71" y="314"/>
                    </a:cubicBezTo>
                    <a:cubicBezTo>
                      <a:pt x="78" y="309"/>
                      <a:pt x="87" y="314"/>
                      <a:pt x="92" y="307"/>
                    </a:cubicBezTo>
                    <a:cubicBezTo>
                      <a:pt x="99" y="297"/>
                      <a:pt x="117" y="290"/>
                      <a:pt x="127" y="283"/>
                    </a:cubicBezTo>
                    <a:cubicBezTo>
                      <a:pt x="137" y="276"/>
                      <a:pt x="137" y="263"/>
                      <a:pt x="148" y="256"/>
                    </a:cubicBezTo>
                    <a:cubicBezTo>
                      <a:pt x="141" y="256"/>
                      <a:pt x="141" y="256"/>
                      <a:pt x="141" y="256"/>
                    </a:cubicBezTo>
                    <a:cubicBezTo>
                      <a:pt x="135" y="259"/>
                      <a:pt x="132" y="262"/>
                      <a:pt x="125" y="262"/>
                    </a:cubicBezTo>
                    <a:cubicBezTo>
                      <a:pt x="120" y="262"/>
                      <a:pt x="117" y="260"/>
                      <a:pt x="113" y="258"/>
                    </a:cubicBezTo>
                    <a:cubicBezTo>
                      <a:pt x="112" y="262"/>
                      <a:pt x="110" y="263"/>
                      <a:pt x="110" y="266"/>
                    </a:cubicBezTo>
                    <a:cubicBezTo>
                      <a:pt x="99" y="262"/>
                      <a:pt x="96" y="260"/>
                      <a:pt x="89" y="254"/>
                    </a:cubicBezTo>
                    <a:cubicBezTo>
                      <a:pt x="88" y="257"/>
                      <a:pt x="88" y="259"/>
                      <a:pt x="88" y="261"/>
                    </a:cubicBezTo>
                    <a:cubicBezTo>
                      <a:pt x="84" y="261"/>
                      <a:pt x="85" y="261"/>
                      <a:pt x="83" y="261"/>
                    </a:cubicBezTo>
                    <a:cubicBezTo>
                      <a:pt x="80" y="261"/>
                      <a:pt x="78" y="264"/>
                      <a:pt x="76" y="264"/>
                    </a:cubicBezTo>
                    <a:cubicBezTo>
                      <a:pt x="74" y="264"/>
                      <a:pt x="72" y="257"/>
                      <a:pt x="72" y="253"/>
                    </a:cubicBezTo>
                    <a:cubicBezTo>
                      <a:pt x="72" y="248"/>
                      <a:pt x="72" y="248"/>
                      <a:pt x="72" y="244"/>
                    </a:cubicBezTo>
                    <a:cubicBezTo>
                      <a:pt x="72" y="243"/>
                      <a:pt x="72" y="238"/>
                      <a:pt x="68" y="238"/>
                    </a:cubicBezTo>
                    <a:cubicBezTo>
                      <a:pt x="65" y="238"/>
                      <a:pt x="61" y="245"/>
                      <a:pt x="60" y="245"/>
                    </a:cubicBezTo>
                    <a:cubicBezTo>
                      <a:pt x="54" y="245"/>
                      <a:pt x="33" y="229"/>
                      <a:pt x="30" y="225"/>
                    </a:cubicBezTo>
                    <a:cubicBezTo>
                      <a:pt x="32" y="225"/>
                      <a:pt x="35" y="224"/>
                      <a:pt x="37" y="224"/>
                    </a:cubicBezTo>
                    <a:cubicBezTo>
                      <a:pt x="33" y="214"/>
                      <a:pt x="19" y="212"/>
                      <a:pt x="19" y="205"/>
                    </a:cubicBezTo>
                    <a:cubicBezTo>
                      <a:pt x="19" y="191"/>
                      <a:pt x="43" y="180"/>
                      <a:pt x="52" y="180"/>
                    </a:cubicBezTo>
                    <a:cubicBezTo>
                      <a:pt x="56" y="180"/>
                      <a:pt x="86" y="169"/>
                      <a:pt x="86" y="163"/>
                    </a:cubicBezTo>
                    <a:cubicBezTo>
                      <a:pt x="86" y="160"/>
                      <a:pt x="79" y="153"/>
                      <a:pt x="79" y="152"/>
                    </a:cubicBezTo>
                    <a:cubicBezTo>
                      <a:pt x="83" y="150"/>
                      <a:pt x="82" y="150"/>
                      <a:pt x="85" y="152"/>
                    </a:cubicBezTo>
                    <a:cubicBezTo>
                      <a:pt x="85" y="145"/>
                      <a:pt x="85" y="145"/>
                      <a:pt x="85" y="145"/>
                    </a:cubicBezTo>
                    <a:cubicBezTo>
                      <a:pt x="81" y="145"/>
                      <a:pt x="81" y="145"/>
                      <a:pt x="79" y="145"/>
                    </a:cubicBezTo>
                    <a:cubicBezTo>
                      <a:pt x="72" y="145"/>
                      <a:pt x="69" y="153"/>
                      <a:pt x="60" y="153"/>
                    </a:cubicBezTo>
                    <a:cubicBezTo>
                      <a:pt x="51" y="153"/>
                      <a:pt x="48" y="148"/>
                      <a:pt x="41" y="150"/>
                    </a:cubicBezTo>
                    <a:cubicBezTo>
                      <a:pt x="32" y="150"/>
                      <a:pt x="21" y="150"/>
                      <a:pt x="18" y="150"/>
                    </a:cubicBezTo>
                    <a:cubicBezTo>
                      <a:pt x="17" y="143"/>
                      <a:pt x="12" y="141"/>
                      <a:pt x="12" y="137"/>
                    </a:cubicBezTo>
                    <a:cubicBezTo>
                      <a:pt x="12" y="136"/>
                      <a:pt x="13" y="134"/>
                      <a:pt x="13" y="133"/>
                    </a:cubicBezTo>
                    <a:cubicBezTo>
                      <a:pt x="6" y="133"/>
                      <a:pt x="2" y="130"/>
                      <a:pt x="0" y="126"/>
                    </a:cubicBezTo>
                    <a:cubicBezTo>
                      <a:pt x="11" y="119"/>
                      <a:pt x="29" y="113"/>
                      <a:pt x="40" y="106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20"/>
                      <a:pt x="55" y="116"/>
                      <a:pt x="64" y="116"/>
                    </a:cubicBezTo>
                    <a:cubicBezTo>
                      <a:pt x="70" y="116"/>
                      <a:pt x="71" y="118"/>
                      <a:pt x="76" y="116"/>
                    </a:cubicBezTo>
                    <a:cubicBezTo>
                      <a:pt x="72" y="102"/>
                      <a:pt x="63" y="101"/>
                      <a:pt x="50" y="95"/>
                    </a:cubicBezTo>
                    <a:cubicBezTo>
                      <a:pt x="46" y="94"/>
                      <a:pt x="41" y="80"/>
                      <a:pt x="37" y="78"/>
                    </a:cubicBezTo>
                    <a:cubicBezTo>
                      <a:pt x="31" y="75"/>
                      <a:pt x="13" y="71"/>
                      <a:pt x="13" y="68"/>
                    </a:cubicBezTo>
                    <a:cubicBezTo>
                      <a:pt x="13" y="68"/>
                      <a:pt x="20" y="57"/>
                      <a:pt x="20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57" y="38"/>
                      <a:pt x="77" y="21"/>
                      <a:pt x="101" y="14"/>
                    </a:cubicBezTo>
                    <a:cubicBezTo>
                      <a:pt x="107" y="12"/>
                      <a:pt x="111" y="15"/>
                      <a:pt x="117" y="13"/>
                    </a:cubicBezTo>
                    <a:cubicBezTo>
                      <a:pt x="124" y="10"/>
                      <a:pt x="128" y="0"/>
                      <a:pt x="136" y="0"/>
                    </a:cubicBezTo>
                    <a:cubicBezTo>
                      <a:pt x="142" y="0"/>
                      <a:pt x="144" y="5"/>
                      <a:pt x="150" y="7"/>
                    </a:cubicBezTo>
                    <a:cubicBezTo>
                      <a:pt x="147" y="10"/>
                      <a:pt x="147" y="11"/>
                      <a:pt x="146" y="13"/>
                    </a:cubicBezTo>
                    <a:cubicBezTo>
                      <a:pt x="150" y="14"/>
                      <a:pt x="154" y="11"/>
                      <a:pt x="157" y="7"/>
                    </a:cubicBezTo>
                    <a:cubicBezTo>
                      <a:pt x="162" y="9"/>
                      <a:pt x="163" y="10"/>
                      <a:pt x="167" y="11"/>
                    </a:cubicBezTo>
                    <a:cubicBezTo>
                      <a:pt x="189" y="11"/>
                      <a:pt x="189" y="11"/>
                      <a:pt x="189" y="11"/>
                    </a:cubicBezTo>
                    <a:cubicBezTo>
                      <a:pt x="194" y="15"/>
                      <a:pt x="196" y="17"/>
                      <a:pt x="202" y="20"/>
                    </a:cubicBezTo>
                    <a:cubicBezTo>
                      <a:pt x="236" y="20"/>
                      <a:pt x="236" y="20"/>
                      <a:pt x="236" y="20"/>
                    </a:cubicBezTo>
                    <a:cubicBezTo>
                      <a:pt x="245" y="29"/>
                      <a:pt x="272" y="31"/>
                      <a:pt x="286" y="31"/>
                    </a:cubicBezTo>
                    <a:cubicBezTo>
                      <a:pt x="294" y="31"/>
                      <a:pt x="299" y="28"/>
                      <a:pt x="307" y="28"/>
                    </a:cubicBezTo>
                    <a:cubicBezTo>
                      <a:pt x="319" y="28"/>
                      <a:pt x="323" y="34"/>
                      <a:pt x="334" y="37"/>
                    </a:cubicBezTo>
                    <a:cubicBezTo>
                      <a:pt x="334" y="36"/>
                      <a:pt x="334" y="36"/>
                      <a:pt x="334" y="36"/>
                    </a:cubicBezTo>
                    <a:lnTo>
                      <a:pt x="334" y="3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0" name="Freeform 52">
                <a:extLst>
                  <a:ext uri="{FF2B5EF4-FFF2-40B4-BE49-F238E27FC236}">
                    <a16:creationId xmlns:a16="http://schemas.microsoft.com/office/drawing/2014/main" id="{C890087B-99AF-62E0-E14B-D07492293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475" y="1820863"/>
                <a:ext cx="28575" cy="38100"/>
              </a:xfrm>
              <a:custGeom>
                <a:avLst/>
                <a:gdLst/>
                <a:ahLst/>
                <a:cxnLst>
                  <a:cxn ang="0">
                    <a:pos x="9" y="11"/>
                  </a:cxn>
                  <a:cxn ang="0">
                    <a:pos x="0" y="11"/>
                  </a:cxn>
                  <a:cxn ang="0">
                    <a:pos x="11" y="2"/>
                  </a:cxn>
                  <a:cxn ang="0">
                    <a:pos x="22" y="25"/>
                  </a:cxn>
                  <a:cxn ang="0">
                    <a:pos x="18" y="29"/>
                  </a:cxn>
                  <a:cxn ang="0">
                    <a:pos x="9" y="20"/>
                  </a:cxn>
                  <a:cxn ang="0">
                    <a:pos x="9" y="11"/>
                  </a:cxn>
                </a:cxnLst>
                <a:rect l="0" t="0" r="r" b="b"/>
                <a:pathLst>
                  <a:path w="22" h="29">
                    <a:moveTo>
                      <a:pt x="9" y="11"/>
                    </a:moveTo>
                    <a:cubicBezTo>
                      <a:pt x="2" y="9"/>
                      <a:pt x="5" y="7"/>
                      <a:pt x="0" y="11"/>
                    </a:cubicBezTo>
                    <a:cubicBezTo>
                      <a:pt x="0" y="0"/>
                      <a:pt x="2" y="0"/>
                      <a:pt x="11" y="2"/>
                    </a:cubicBezTo>
                    <a:cubicBezTo>
                      <a:pt x="10" y="14"/>
                      <a:pt x="22" y="15"/>
                      <a:pt x="22" y="25"/>
                    </a:cubicBezTo>
                    <a:cubicBezTo>
                      <a:pt x="22" y="28"/>
                      <a:pt x="20" y="29"/>
                      <a:pt x="18" y="29"/>
                    </a:cubicBezTo>
                    <a:cubicBezTo>
                      <a:pt x="14" y="29"/>
                      <a:pt x="9" y="20"/>
                      <a:pt x="9" y="20"/>
                    </a:cubicBezTo>
                    <a:cubicBezTo>
                      <a:pt x="9" y="16"/>
                      <a:pt x="8" y="13"/>
                      <a:pt x="9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1" name="Freeform 53">
                <a:extLst>
                  <a:ext uri="{FF2B5EF4-FFF2-40B4-BE49-F238E27FC236}">
                    <a16:creationId xmlns:a16="http://schemas.microsoft.com/office/drawing/2014/main" id="{ABC598CF-27CF-9099-8F14-E8DAF1373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5025" y="1776413"/>
                <a:ext cx="30163" cy="46038"/>
              </a:xfrm>
              <a:custGeom>
                <a:avLst/>
                <a:gdLst/>
                <a:ahLst/>
                <a:cxnLst>
                  <a:cxn ang="0">
                    <a:pos x="15" y="18"/>
                  </a:cxn>
                  <a:cxn ang="0">
                    <a:pos x="19" y="18"/>
                  </a:cxn>
                  <a:cxn ang="0">
                    <a:pos x="19" y="35"/>
                  </a:cxn>
                  <a:cxn ang="0">
                    <a:pos x="11" y="17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5" y="0"/>
                  </a:cxn>
                  <a:cxn ang="0">
                    <a:pos x="15" y="18"/>
                  </a:cxn>
                </a:cxnLst>
                <a:rect l="0" t="0" r="r" b="b"/>
                <a:pathLst>
                  <a:path w="23" h="35">
                    <a:moveTo>
                      <a:pt x="15" y="18"/>
                    </a:moveTo>
                    <a:cubicBezTo>
                      <a:pt x="15" y="19"/>
                      <a:pt x="19" y="19"/>
                      <a:pt x="19" y="18"/>
                    </a:cubicBezTo>
                    <a:cubicBezTo>
                      <a:pt x="19" y="24"/>
                      <a:pt x="23" y="30"/>
                      <a:pt x="19" y="35"/>
                    </a:cubicBezTo>
                    <a:cubicBezTo>
                      <a:pt x="13" y="30"/>
                      <a:pt x="11" y="24"/>
                      <a:pt x="11" y="17"/>
                    </a:cubicBezTo>
                    <a:cubicBezTo>
                      <a:pt x="5" y="16"/>
                      <a:pt x="0" y="11"/>
                      <a:pt x="0" y="4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3" y="0"/>
                      <a:pt x="9" y="3"/>
                      <a:pt x="15" y="0"/>
                    </a:cubicBezTo>
                    <a:cubicBezTo>
                      <a:pt x="15" y="11"/>
                      <a:pt x="13" y="11"/>
                      <a:pt x="15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2" name="Freeform 54">
                <a:extLst>
                  <a:ext uri="{FF2B5EF4-FFF2-40B4-BE49-F238E27FC236}">
                    <a16:creationId xmlns:a16="http://schemas.microsoft.com/office/drawing/2014/main" id="{E9834879-3304-CFA7-44CF-6CE65D39F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9188" y="1335088"/>
                <a:ext cx="307975" cy="161925"/>
              </a:xfrm>
              <a:custGeom>
                <a:avLst/>
                <a:gdLst/>
                <a:ahLst/>
                <a:cxnLst>
                  <a:cxn ang="0">
                    <a:pos x="214" y="96"/>
                  </a:cxn>
                  <a:cxn ang="0">
                    <a:pos x="209" y="100"/>
                  </a:cxn>
                  <a:cxn ang="0">
                    <a:pos x="215" y="103"/>
                  </a:cxn>
                  <a:cxn ang="0">
                    <a:pos x="220" y="110"/>
                  </a:cxn>
                  <a:cxn ang="0">
                    <a:pos x="195" y="118"/>
                  </a:cxn>
                  <a:cxn ang="0">
                    <a:pos x="158" y="104"/>
                  </a:cxn>
                  <a:cxn ang="0">
                    <a:pos x="147" y="112"/>
                  </a:cxn>
                  <a:cxn ang="0">
                    <a:pos x="115" y="121"/>
                  </a:cxn>
                  <a:cxn ang="0">
                    <a:pos x="75" y="121"/>
                  </a:cxn>
                  <a:cxn ang="0">
                    <a:pos x="68" y="110"/>
                  </a:cxn>
                  <a:cxn ang="0">
                    <a:pos x="43" y="108"/>
                  </a:cxn>
                  <a:cxn ang="0">
                    <a:pos x="23" y="92"/>
                  </a:cxn>
                  <a:cxn ang="0">
                    <a:pos x="65" y="82"/>
                  </a:cxn>
                  <a:cxn ang="0">
                    <a:pos x="80" y="81"/>
                  </a:cxn>
                  <a:cxn ang="0">
                    <a:pos x="69" y="77"/>
                  </a:cxn>
                  <a:cxn ang="0">
                    <a:pos x="45" y="77"/>
                  </a:cxn>
                  <a:cxn ang="0">
                    <a:pos x="12" y="69"/>
                  </a:cxn>
                  <a:cxn ang="0">
                    <a:pos x="29" y="60"/>
                  </a:cxn>
                  <a:cxn ang="0">
                    <a:pos x="14" y="59"/>
                  </a:cxn>
                  <a:cxn ang="0">
                    <a:pos x="0" y="51"/>
                  </a:cxn>
                  <a:cxn ang="0">
                    <a:pos x="56" y="13"/>
                  </a:cxn>
                  <a:cxn ang="0">
                    <a:pos x="64" y="29"/>
                  </a:cxn>
                  <a:cxn ang="0">
                    <a:pos x="78" y="21"/>
                  </a:cxn>
                  <a:cxn ang="0">
                    <a:pos x="98" y="34"/>
                  </a:cxn>
                  <a:cxn ang="0">
                    <a:pos x="111" y="31"/>
                  </a:cxn>
                  <a:cxn ang="0">
                    <a:pos x="109" y="23"/>
                  </a:cxn>
                  <a:cxn ang="0">
                    <a:pos x="118" y="23"/>
                  </a:cxn>
                  <a:cxn ang="0">
                    <a:pos x="133" y="35"/>
                  </a:cxn>
                  <a:cxn ang="0">
                    <a:pos x="140" y="51"/>
                  </a:cxn>
                  <a:cxn ang="0">
                    <a:pos x="146" y="48"/>
                  </a:cxn>
                  <a:cxn ang="0">
                    <a:pos x="136" y="17"/>
                  </a:cxn>
                  <a:cxn ang="0">
                    <a:pos x="144" y="12"/>
                  </a:cxn>
                  <a:cxn ang="0">
                    <a:pos x="156" y="12"/>
                  </a:cxn>
                  <a:cxn ang="0">
                    <a:pos x="156" y="7"/>
                  </a:cxn>
                  <a:cxn ang="0">
                    <a:pos x="169" y="0"/>
                  </a:cxn>
                  <a:cxn ang="0">
                    <a:pos x="184" y="10"/>
                  </a:cxn>
                  <a:cxn ang="0">
                    <a:pos x="175" y="24"/>
                  </a:cxn>
                  <a:cxn ang="0">
                    <a:pos x="187" y="62"/>
                  </a:cxn>
                  <a:cxn ang="0">
                    <a:pos x="232" y="92"/>
                  </a:cxn>
                  <a:cxn ang="0">
                    <a:pos x="214" y="96"/>
                  </a:cxn>
                </a:cxnLst>
                <a:rect l="0" t="0" r="r" b="b"/>
                <a:pathLst>
                  <a:path w="232" h="121">
                    <a:moveTo>
                      <a:pt x="214" y="96"/>
                    </a:moveTo>
                    <a:cubicBezTo>
                      <a:pt x="211" y="96"/>
                      <a:pt x="209" y="97"/>
                      <a:pt x="209" y="100"/>
                    </a:cubicBezTo>
                    <a:cubicBezTo>
                      <a:pt x="209" y="103"/>
                      <a:pt x="214" y="103"/>
                      <a:pt x="215" y="103"/>
                    </a:cubicBezTo>
                    <a:cubicBezTo>
                      <a:pt x="216" y="107"/>
                      <a:pt x="218" y="108"/>
                      <a:pt x="220" y="110"/>
                    </a:cubicBezTo>
                    <a:cubicBezTo>
                      <a:pt x="216" y="118"/>
                      <a:pt x="206" y="118"/>
                      <a:pt x="195" y="118"/>
                    </a:cubicBezTo>
                    <a:cubicBezTo>
                      <a:pt x="177" y="118"/>
                      <a:pt x="171" y="104"/>
                      <a:pt x="158" y="104"/>
                    </a:cubicBezTo>
                    <a:cubicBezTo>
                      <a:pt x="150" y="104"/>
                      <a:pt x="154" y="109"/>
                      <a:pt x="147" y="112"/>
                    </a:cubicBezTo>
                    <a:cubicBezTo>
                      <a:pt x="135" y="118"/>
                      <a:pt x="124" y="115"/>
                      <a:pt x="115" y="121"/>
                    </a:cubicBezTo>
                    <a:cubicBezTo>
                      <a:pt x="95" y="121"/>
                      <a:pt x="87" y="121"/>
                      <a:pt x="75" y="121"/>
                    </a:cubicBezTo>
                    <a:cubicBezTo>
                      <a:pt x="68" y="121"/>
                      <a:pt x="73" y="114"/>
                      <a:pt x="68" y="110"/>
                    </a:cubicBezTo>
                    <a:cubicBezTo>
                      <a:pt x="63" y="107"/>
                      <a:pt x="49" y="108"/>
                      <a:pt x="43" y="108"/>
                    </a:cubicBezTo>
                    <a:cubicBezTo>
                      <a:pt x="34" y="108"/>
                      <a:pt x="26" y="98"/>
                      <a:pt x="23" y="92"/>
                    </a:cubicBezTo>
                    <a:cubicBezTo>
                      <a:pt x="33" y="85"/>
                      <a:pt x="47" y="82"/>
                      <a:pt x="65" y="82"/>
                    </a:cubicBezTo>
                    <a:cubicBezTo>
                      <a:pt x="72" y="82"/>
                      <a:pt x="75" y="82"/>
                      <a:pt x="80" y="81"/>
                    </a:cubicBezTo>
                    <a:cubicBezTo>
                      <a:pt x="77" y="80"/>
                      <a:pt x="73" y="77"/>
                      <a:pt x="69" y="77"/>
                    </a:cubicBezTo>
                    <a:cubicBezTo>
                      <a:pt x="60" y="77"/>
                      <a:pt x="50" y="77"/>
                      <a:pt x="45" y="77"/>
                    </a:cubicBezTo>
                    <a:cubicBezTo>
                      <a:pt x="36" y="77"/>
                      <a:pt x="12" y="81"/>
                      <a:pt x="12" y="69"/>
                    </a:cubicBezTo>
                    <a:cubicBezTo>
                      <a:pt x="12" y="59"/>
                      <a:pt x="24" y="63"/>
                      <a:pt x="29" y="60"/>
                    </a:cubicBezTo>
                    <a:cubicBezTo>
                      <a:pt x="22" y="58"/>
                      <a:pt x="19" y="59"/>
                      <a:pt x="14" y="59"/>
                    </a:cubicBezTo>
                    <a:cubicBezTo>
                      <a:pt x="9" y="59"/>
                      <a:pt x="0" y="53"/>
                      <a:pt x="0" y="51"/>
                    </a:cubicBezTo>
                    <a:cubicBezTo>
                      <a:pt x="0" y="29"/>
                      <a:pt x="41" y="13"/>
                      <a:pt x="56" y="13"/>
                    </a:cubicBezTo>
                    <a:cubicBezTo>
                      <a:pt x="63" y="13"/>
                      <a:pt x="62" y="26"/>
                      <a:pt x="64" y="29"/>
                    </a:cubicBezTo>
                    <a:cubicBezTo>
                      <a:pt x="68" y="26"/>
                      <a:pt x="71" y="21"/>
                      <a:pt x="78" y="21"/>
                    </a:cubicBezTo>
                    <a:cubicBezTo>
                      <a:pt x="90" y="21"/>
                      <a:pt x="94" y="26"/>
                      <a:pt x="98" y="34"/>
                    </a:cubicBezTo>
                    <a:cubicBezTo>
                      <a:pt x="102" y="33"/>
                      <a:pt x="106" y="32"/>
                      <a:pt x="111" y="31"/>
                    </a:cubicBezTo>
                    <a:cubicBezTo>
                      <a:pt x="110" y="27"/>
                      <a:pt x="109" y="25"/>
                      <a:pt x="109" y="23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4" y="25"/>
                      <a:pt x="131" y="30"/>
                      <a:pt x="133" y="35"/>
                    </a:cubicBezTo>
                    <a:cubicBezTo>
                      <a:pt x="135" y="40"/>
                      <a:pt x="132" y="51"/>
                      <a:pt x="140" y="51"/>
                    </a:cubicBezTo>
                    <a:cubicBezTo>
                      <a:pt x="144" y="51"/>
                      <a:pt x="144" y="50"/>
                      <a:pt x="146" y="48"/>
                    </a:cubicBezTo>
                    <a:cubicBezTo>
                      <a:pt x="142" y="42"/>
                      <a:pt x="136" y="21"/>
                      <a:pt x="136" y="17"/>
                    </a:cubicBezTo>
                    <a:cubicBezTo>
                      <a:pt x="136" y="14"/>
                      <a:pt x="140" y="12"/>
                      <a:pt x="144" y="12"/>
                    </a:cubicBezTo>
                    <a:cubicBezTo>
                      <a:pt x="152" y="12"/>
                      <a:pt x="149" y="15"/>
                      <a:pt x="156" y="12"/>
                    </a:cubicBezTo>
                    <a:cubicBezTo>
                      <a:pt x="156" y="10"/>
                      <a:pt x="156" y="9"/>
                      <a:pt x="156" y="7"/>
                    </a:cubicBezTo>
                    <a:cubicBezTo>
                      <a:pt x="156" y="3"/>
                      <a:pt x="162" y="0"/>
                      <a:pt x="169" y="0"/>
                    </a:cubicBezTo>
                    <a:cubicBezTo>
                      <a:pt x="177" y="0"/>
                      <a:pt x="184" y="3"/>
                      <a:pt x="184" y="10"/>
                    </a:cubicBezTo>
                    <a:cubicBezTo>
                      <a:pt x="184" y="16"/>
                      <a:pt x="175" y="20"/>
                      <a:pt x="175" y="24"/>
                    </a:cubicBezTo>
                    <a:cubicBezTo>
                      <a:pt x="175" y="40"/>
                      <a:pt x="187" y="50"/>
                      <a:pt x="187" y="62"/>
                    </a:cubicBezTo>
                    <a:cubicBezTo>
                      <a:pt x="187" y="76"/>
                      <a:pt x="224" y="85"/>
                      <a:pt x="232" y="92"/>
                    </a:cubicBezTo>
                    <a:cubicBezTo>
                      <a:pt x="224" y="97"/>
                      <a:pt x="222" y="96"/>
                      <a:pt x="214" y="9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3" name="Freeform 55">
                <a:extLst>
                  <a:ext uri="{FF2B5EF4-FFF2-40B4-BE49-F238E27FC236}">
                    <a16:creationId xmlns:a16="http://schemas.microsoft.com/office/drawing/2014/main" id="{46BD86E3-1485-49DE-1E56-F9BDD3666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4888" y="1309688"/>
                <a:ext cx="173038" cy="114300"/>
              </a:xfrm>
              <a:custGeom>
                <a:avLst/>
                <a:gdLst/>
                <a:ahLst/>
                <a:cxnLst>
                  <a:cxn ang="0">
                    <a:pos x="28" y="82"/>
                  </a:cxn>
                  <a:cxn ang="0">
                    <a:pos x="22" y="73"/>
                  </a:cxn>
                  <a:cxn ang="0">
                    <a:pos x="0" y="64"/>
                  </a:cxn>
                  <a:cxn ang="0">
                    <a:pos x="22" y="21"/>
                  </a:cxn>
                  <a:cxn ang="0">
                    <a:pos x="16" y="5"/>
                  </a:cxn>
                  <a:cxn ang="0">
                    <a:pos x="42" y="5"/>
                  </a:cxn>
                  <a:cxn ang="0">
                    <a:pos x="60" y="2"/>
                  </a:cxn>
                  <a:cxn ang="0">
                    <a:pos x="84" y="11"/>
                  </a:cxn>
                  <a:cxn ang="0">
                    <a:pos x="99" y="10"/>
                  </a:cxn>
                  <a:cxn ang="0">
                    <a:pos x="130" y="29"/>
                  </a:cxn>
                  <a:cxn ang="0">
                    <a:pos x="102" y="38"/>
                  </a:cxn>
                  <a:cxn ang="0">
                    <a:pos x="69" y="71"/>
                  </a:cxn>
                  <a:cxn ang="0">
                    <a:pos x="35" y="86"/>
                  </a:cxn>
                  <a:cxn ang="0">
                    <a:pos x="28" y="82"/>
                  </a:cxn>
                </a:cxnLst>
                <a:rect l="0" t="0" r="r" b="b"/>
                <a:pathLst>
                  <a:path w="130" h="86">
                    <a:moveTo>
                      <a:pt x="28" y="82"/>
                    </a:moveTo>
                    <a:cubicBezTo>
                      <a:pt x="26" y="82"/>
                      <a:pt x="23" y="75"/>
                      <a:pt x="22" y="73"/>
                    </a:cubicBezTo>
                    <a:cubicBezTo>
                      <a:pt x="18" y="68"/>
                      <a:pt x="0" y="69"/>
                      <a:pt x="0" y="64"/>
                    </a:cubicBezTo>
                    <a:cubicBezTo>
                      <a:pt x="0" y="49"/>
                      <a:pt x="22" y="37"/>
                      <a:pt x="22" y="21"/>
                    </a:cubicBezTo>
                    <a:cubicBezTo>
                      <a:pt x="22" y="17"/>
                      <a:pt x="16" y="10"/>
                      <a:pt x="16" y="5"/>
                    </a:cubicBezTo>
                    <a:cubicBezTo>
                      <a:pt x="27" y="1"/>
                      <a:pt x="32" y="5"/>
                      <a:pt x="42" y="5"/>
                    </a:cubicBezTo>
                    <a:cubicBezTo>
                      <a:pt x="48" y="5"/>
                      <a:pt x="52" y="0"/>
                      <a:pt x="60" y="2"/>
                    </a:cubicBezTo>
                    <a:cubicBezTo>
                      <a:pt x="70" y="5"/>
                      <a:pt x="74" y="10"/>
                      <a:pt x="84" y="11"/>
                    </a:cubicBezTo>
                    <a:cubicBezTo>
                      <a:pt x="88" y="15"/>
                      <a:pt x="93" y="10"/>
                      <a:pt x="99" y="10"/>
                    </a:cubicBezTo>
                    <a:cubicBezTo>
                      <a:pt x="108" y="10"/>
                      <a:pt x="130" y="19"/>
                      <a:pt x="130" y="29"/>
                    </a:cubicBezTo>
                    <a:cubicBezTo>
                      <a:pt x="130" y="34"/>
                      <a:pt x="106" y="37"/>
                      <a:pt x="102" y="38"/>
                    </a:cubicBezTo>
                    <a:cubicBezTo>
                      <a:pt x="88" y="43"/>
                      <a:pt x="69" y="61"/>
                      <a:pt x="69" y="71"/>
                    </a:cubicBezTo>
                    <a:cubicBezTo>
                      <a:pt x="69" y="75"/>
                      <a:pt x="38" y="86"/>
                      <a:pt x="35" y="86"/>
                    </a:cubicBezTo>
                    <a:cubicBezTo>
                      <a:pt x="32" y="86"/>
                      <a:pt x="30" y="82"/>
                      <a:pt x="28" y="8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4" name="Freeform 56">
                <a:extLst>
                  <a:ext uri="{FF2B5EF4-FFF2-40B4-BE49-F238E27FC236}">
                    <a16:creationId xmlns:a16="http://schemas.microsoft.com/office/drawing/2014/main" id="{C756D21B-A8BC-4CB1-E6DC-CB61A1DD9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3000" y="1228725"/>
                <a:ext cx="204788" cy="87313"/>
              </a:xfrm>
              <a:custGeom>
                <a:avLst/>
                <a:gdLst/>
                <a:ahLst/>
                <a:cxnLst>
                  <a:cxn ang="0">
                    <a:pos x="53" y="65"/>
                  </a:cxn>
                  <a:cxn ang="0">
                    <a:pos x="41" y="59"/>
                  </a:cxn>
                  <a:cxn ang="0">
                    <a:pos x="53" y="53"/>
                  </a:cxn>
                  <a:cxn ang="0">
                    <a:pos x="46" y="43"/>
                  </a:cxn>
                  <a:cxn ang="0">
                    <a:pos x="41" y="49"/>
                  </a:cxn>
                  <a:cxn ang="0">
                    <a:pos x="22" y="52"/>
                  </a:cxn>
                  <a:cxn ang="0">
                    <a:pos x="7" y="49"/>
                  </a:cxn>
                  <a:cxn ang="0">
                    <a:pos x="0" y="42"/>
                  </a:cxn>
                  <a:cxn ang="0">
                    <a:pos x="0" y="36"/>
                  </a:cxn>
                  <a:cxn ang="0">
                    <a:pos x="11" y="31"/>
                  </a:cxn>
                  <a:cxn ang="0">
                    <a:pos x="31" y="36"/>
                  </a:cxn>
                  <a:cxn ang="0">
                    <a:pos x="11" y="30"/>
                  </a:cxn>
                  <a:cxn ang="0">
                    <a:pos x="11" y="23"/>
                  </a:cxn>
                  <a:cxn ang="0">
                    <a:pos x="19" y="23"/>
                  </a:cxn>
                  <a:cxn ang="0">
                    <a:pos x="38" y="26"/>
                  </a:cxn>
                  <a:cxn ang="0">
                    <a:pos x="16" y="22"/>
                  </a:cxn>
                  <a:cxn ang="0">
                    <a:pos x="25" y="17"/>
                  </a:cxn>
                  <a:cxn ang="0">
                    <a:pos x="36" y="18"/>
                  </a:cxn>
                  <a:cxn ang="0">
                    <a:pos x="23" y="12"/>
                  </a:cxn>
                  <a:cxn ang="0">
                    <a:pos x="38" y="12"/>
                  </a:cxn>
                  <a:cxn ang="0">
                    <a:pos x="45" y="19"/>
                  </a:cxn>
                  <a:cxn ang="0">
                    <a:pos x="55" y="19"/>
                  </a:cxn>
                  <a:cxn ang="0">
                    <a:pos x="97" y="36"/>
                  </a:cxn>
                  <a:cxn ang="0">
                    <a:pos x="107" y="30"/>
                  </a:cxn>
                  <a:cxn ang="0">
                    <a:pos x="98" y="29"/>
                  </a:cxn>
                  <a:cxn ang="0">
                    <a:pos x="102" y="27"/>
                  </a:cxn>
                  <a:cxn ang="0">
                    <a:pos x="102" y="21"/>
                  </a:cxn>
                  <a:cxn ang="0">
                    <a:pos x="91" y="15"/>
                  </a:cxn>
                  <a:cxn ang="0">
                    <a:pos x="107" y="0"/>
                  </a:cxn>
                  <a:cxn ang="0">
                    <a:pos x="116" y="4"/>
                  </a:cxn>
                  <a:cxn ang="0">
                    <a:pos x="116" y="9"/>
                  </a:cxn>
                  <a:cxn ang="0">
                    <a:pos x="132" y="26"/>
                  </a:cxn>
                  <a:cxn ang="0">
                    <a:pos x="144" y="20"/>
                  </a:cxn>
                  <a:cxn ang="0">
                    <a:pos x="154" y="31"/>
                  </a:cxn>
                  <a:cxn ang="0">
                    <a:pos x="140" y="52"/>
                  </a:cxn>
                  <a:cxn ang="0">
                    <a:pos x="111" y="51"/>
                  </a:cxn>
                  <a:cxn ang="0">
                    <a:pos x="82" y="59"/>
                  </a:cxn>
                  <a:cxn ang="0">
                    <a:pos x="53" y="65"/>
                  </a:cxn>
                </a:cxnLst>
                <a:rect l="0" t="0" r="r" b="b"/>
                <a:pathLst>
                  <a:path w="154" h="65">
                    <a:moveTo>
                      <a:pt x="53" y="65"/>
                    </a:moveTo>
                    <a:cubicBezTo>
                      <a:pt x="48" y="65"/>
                      <a:pt x="41" y="61"/>
                      <a:pt x="41" y="59"/>
                    </a:cubicBezTo>
                    <a:cubicBezTo>
                      <a:pt x="41" y="52"/>
                      <a:pt x="47" y="53"/>
                      <a:pt x="53" y="53"/>
                    </a:cubicBezTo>
                    <a:cubicBezTo>
                      <a:pt x="50" y="50"/>
                      <a:pt x="46" y="48"/>
                      <a:pt x="46" y="43"/>
                    </a:cubicBezTo>
                    <a:cubicBezTo>
                      <a:pt x="43" y="44"/>
                      <a:pt x="41" y="46"/>
                      <a:pt x="41" y="49"/>
                    </a:cubicBezTo>
                    <a:cubicBezTo>
                      <a:pt x="33" y="50"/>
                      <a:pt x="27" y="52"/>
                      <a:pt x="22" y="52"/>
                    </a:cubicBezTo>
                    <a:cubicBezTo>
                      <a:pt x="16" y="52"/>
                      <a:pt x="10" y="49"/>
                      <a:pt x="7" y="49"/>
                    </a:cubicBezTo>
                    <a:cubicBezTo>
                      <a:pt x="3" y="49"/>
                      <a:pt x="0" y="46"/>
                      <a:pt x="0" y="42"/>
                    </a:cubicBezTo>
                    <a:cubicBezTo>
                      <a:pt x="0" y="38"/>
                      <a:pt x="2" y="39"/>
                      <a:pt x="0" y="36"/>
                    </a:cubicBezTo>
                    <a:cubicBezTo>
                      <a:pt x="5" y="35"/>
                      <a:pt x="7" y="31"/>
                      <a:pt x="11" y="31"/>
                    </a:cubicBezTo>
                    <a:cubicBezTo>
                      <a:pt x="20" y="31"/>
                      <a:pt x="24" y="35"/>
                      <a:pt x="31" y="36"/>
                    </a:cubicBezTo>
                    <a:cubicBezTo>
                      <a:pt x="24" y="35"/>
                      <a:pt x="17" y="32"/>
                      <a:pt x="11" y="3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5" y="23"/>
                      <a:pt x="19" y="23"/>
                      <a:pt x="19" y="23"/>
                    </a:cubicBezTo>
                    <a:cubicBezTo>
                      <a:pt x="20" y="23"/>
                      <a:pt x="34" y="26"/>
                      <a:pt x="38" y="26"/>
                    </a:cubicBezTo>
                    <a:cubicBezTo>
                      <a:pt x="30" y="25"/>
                      <a:pt x="23" y="26"/>
                      <a:pt x="16" y="22"/>
                    </a:cubicBezTo>
                    <a:cubicBezTo>
                      <a:pt x="18" y="19"/>
                      <a:pt x="22" y="17"/>
                      <a:pt x="25" y="17"/>
                    </a:cubicBezTo>
                    <a:cubicBezTo>
                      <a:pt x="31" y="17"/>
                      <a:pt x="32" y="19"/>
                      <a:pt x="36" y="18"/>
                    </a:cubicBezTo>
                    <a:cubicBezTo>
                      <a:pt x="31" y="19"/>
                      <a:pt x="23" y="18"/>
                      <a:pt x="23" y="12"/>
                    </a:cubicBezTo>
                    <a:cubicBezTo>
                      <a:pt x="31" y="11"/>
                      <a:pt x="34" y="12"/>
                      <a:pt x="38" y="12"/>
                    </a:cubicBezTo>
                    <a:cubicBezTo>
                      <a:pt x="39" y="12"/>
                      <a:pt x="45" y="14"/>
                      <a:pt x="45" y="19"/>
                    </a:cubicBezTo>
                    <a:cubicBezTo>
                      <a:pt x="50" y="19"/>
                      <a:pt x="54" y="19"/>
                      <a:pt x="55" y="19"/>
                    </a:cubicBezTo>
                    <a:cubicBezTo>
                      <a:pt x="68" y="19"/>
                      <a:pt x="78" y="36"/>
                      <a:pt x="97" y="36"/>
                    </a:cubicBezTo>
                    <a:cubicBezTo>
                      <a:pt x="103" y="36"/>
                      <a:pt x="105" y="34"/>
                      <a:pt x="107" y="30"/>
                    </a:cubicBezTo>
                    <a:cubicBezTo>
                      <a:pt x="102" y="30"/>
                      <a:pt x="100" y="30"/>
                      <a:pt x="98" y="29"/>
                    </a:cubicBezTo>
                    <a:cubicBezTo>
                      <a:pt x="98" y="28"/>
                      <a:pt x="101" y="27"/>
                      <a:pt x="102" y="27"/>
                    </a:cubicBezTo>
                    <a:cubicBezTo>
                      <a:pt x="102" y="21"/>
                      <a:pt x="102" y="21"/>
                      <a:pt x="102" y="21"/>
                    </a:cubicBezTo>
                    <a:cubicBezTo>
                      <a:pt x="99" y="21"/>
                      <a:pt x="91" y="19"/>
                      <a:pt x="91" y="15"/>
                    </a:cubicBezTo>
                    <a:cubicBezTo>
                      <a:pt x="91" y="7"/>
                      <a:pt x="103" y="4"/>
                      <a:pt x="107" y="0"/>
                    </a:cubicBezTo>
                    <a:cubicBezTo>
                      <a:pt x="110" y="2"/>
                      <a:pt x="113" y="4"/>
                      <a:pt x="116" y="4"/>
                    </a:cubicBezTo>
                    <a:cubicBezTo>
                      <a:pt x="115" y="7"/>
                      <a:pt x="116" y="8"/>
                      <a:pt x="116" y="9"/>
                    </a:cubicBezTo>
                    <a:cubicBezTo>
                      <a:pt x="116" y="16"/>
                      <a:pt x="124" y="26"/>
                      <a:pt x="132" y="26"/>
                    </a:cubicBezTo>
                    <a:cubicBezTo>
                      <a:pt x="136" y="26"/>
                      <a:pt x="139" y="20"/>
                      <a:pt x="144" y="20"/>
                    </a:cubicBezTo>
                    <a:cubicBezTo>
                      <a:pt x="150" y="20"/>
                      <a:pt x="154" y="26"/>
                      <a:pt x="154" y="31"/>
                    </a:cubicBezTo>
                    <a:cubicBezTo>
                      <a:pt x="154" y="37"/>
                      <a:pt x="144" y="51"/>
                      <a:pt x="140" y="52"/>
                    </a:cubicBezTo>
                    <a:cubicBezTo>
                      <a:pt x="137" y="53"/>
                      <a:pt x="111" y="50"/>
                      <a:pt x="111" y="51"/>
                    </a:cubicBezTo>
                    <a:cubicBezTo>
                      <a:pt x="111" y="52"/>
                      <a:pt x="83" y="58"/>
                      <a:pt x="82" y="59"/>
                    </a:cubicBezTo>
                    <a:cubicBezTo>
                      <a:pt x="73" y="62"/>
                      <a:pt x="64" y="65"/>
                      <a:pt x="53" y="6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5" name="Freeform 57">
                <a:extLst>
                  <a:ext uri="{FF2B5EF4-FFF2-40B4-BE49-F238E27FC236}">
                    <a16:creationId xmlns:a16="http://schemas.microsoft.com/office/drawing/2014/main" id="{5B032CA2-9B5E-48FA-B52F-F4269E95C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2838" y="1260475"/>
                <a:ext cx="28575" cy="20638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11"/>
                  </a:cxn>
                  <a:cxn ang="0">
                    <a:pos x="21" y="0"/>
                  </a:cxn>
                  <a:cxn ang="0">
                    <a:pos x="8" y="16"/>
                  </a:cxn>
                </a:cxnLst>
                <a:rect l="0" t="0" r="r" b="b"/>
                <a:pathLst>
                  <a:path w="21" h="16">
                    <a:moveTo>
                      <a:pt x="8" y="16"/>
                    </a:moveTo>
                    <a:cubicBezTo>
                      <a:pt x="4" y="16"/>
                      <a:pt x="0" y="14"/>
                      <a:pt x="0" y="11"/>
                    </a:cubicBezTo>
                    <a:cubicBezTo>
                      <a:pt x="0" y="3"/>
                      <a:pt x="16" y="0"/>
                      <a:pt x="21" y="0"/>
                    </a:cubicBezTo>
                    <a:cubicBezTo>
                      <a:pt x="20" y="7"/>
                      <a:pt x="13" y="16"/>
                      <a:pt x="8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6" name="Freeform 58">
                <a:extLst>
                  <a:ext uri="{FF2B5EF4-FFF2-40B4-BE49-F238E27FC236}">
                    <a16:creationId xmlns:a16="http://schemas.microsoft.com/office/drawing/2014/main" id="{0E63BCAE-BF5D-5F1C-6B78-1A10DC6C8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7450" y="1230313"/>
                <a:ext cx="22225" cy="7938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6" y="6"/>
                  </a:cxn>
                </a:cxnLst>
                <a:rect l="0" t="0" r="r" b="b"/>
                <a:pathLst>
                  <a:path w="16" h="6">
                    <a:moveTo>
                      <a:pt x="6" y="6"/>
                    </a:moveTo>
                    <a:cubicBezTo>
                      <a:pt x="4" y="6"/>
                      <a:pt x="0" y="4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4" y="6"/>
                      <a:pt x="6" y="6"/>
                      <a:pt x="6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7" name="Freeform 59">
                <a:extLst>
                  <a:ext uri="{FF2B5EF4-FFF2-40B4-BE49-F238E27FC236}">
                    <a16:creationId xmlns:a16="http://schemas.microsoft.com/office/drawing/2014/main" id="{7173A34C-2CD4-1680-5871-411B6F638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4100" y="1203325"/>
                <a:ext cx="117475" cy="65088"/>
              </a:xfrm>
              <a:custGeom>
                <a:avLst/>
                <a:gdLst/>
                <a:ahLst/>
                <a:cxnLst>
                  <a:cxn ang="0">
                    <a:pos x="88" y="8"/>
                  </a:cxn>
                  <a:cxn ang="0">
                    <a:pos x="82" y="15"/>
                  </a:cxn>
                  <a:cxn ang="0">
                    <a:pos x="86" y="24"/>
                  </a:cxn>
                  <a:cxn ang="0">
                    <a:pos x="67" y="38"/>
                  </a:cxn>
                  <a:cxn ang="0">
                    <a:pos x="56" y="26"/>
                  </a:cxn>
                  <a:cxn ang="0">
                    <a:pos x="41" y="39"/>
                  </a:cxn>
                  <a:cxn ang="0">
                    <a:pos x="32" y="49"/>
                  </a:cxn>
                  <a:cxn ang="0">
                    <a:pos x="24" y="42"/>
                  </a:cxn>
                  <a:cxn ang="0">
                    <a:pos x="12" y="42"/>
                  </a:cxn>
                  <a:cxn ang="0">
                    <a:pos x="4" y="46"/>
                  </a:cxn>
                  <a:cxn ang="0">
                    <a:pos x="0" y="39"/>
                  </a:cxn>
                  <a:cxn ang="0">
                    <a:pos x="10" y="31"/>
                  </a:cxn>
                  <a:cxn ang="0">
                    <a:pos x="31" y="23"/>
                  </a:cxn>
                  <a:cxn ang="0">
                    <a:pos x="54" y="6"/>
                  </a:cxn>
                  <a:cxn ang="0">
                    <a:pos x="62" y="7"/>
                  </a:cxn>
                  <a:cxn ang="0">
                    <a:pos x="88" y="8"/>
                  </a:cxn>
                </a:cxnLst>
                <a:rect l="0" t="0" r="r" b="b"/>
                <a:pathLst>
                  <a:path w="88" h="49">
                    <a:moveTo>
                      <a:pt x="88" y="8"/>
                    </a:moveTo>
                    <a:cubicBezTo>
                      <a:pt x="88" y="11"/>
                      <a:pt x="86" y="14"/>
                      <a:pt x="82" y="15"/>
                    </a:cubicBezTo>
                    <a:cubicBezTo>
                      <a:pt x="83" y="19"/>
                      <a:pt x="86" y="20"/>
                      <a:pt x="86" y="24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60" y="38"/>
                      <a:pt x="60" y="28"/>
                      <a:pt x="56" y="26"/>
                    </a:cubicBezTo>
                    <a:cubicBezTo>
                      <a:pt x="55" y="33"/>
                      <a:pt x="48" y="40"/>
                      <a:pt x="41" y="39"/>
                    </a:cubicBezTo>
                    <a:cubicBezTo>
                      <a:pt x="40" y="44"/>
                      <a:pt x="37" y="49"/>
                      <a:pt x="32" y="49"/>
                    </a:cubicBezTo>
                    <a:cubicBezTo>
                      <a:pt x="28" y="49"/>
                      <a:pt x="25" y="44"/>
                      <a:pt x="24" y="42"/>
                    </a:cubicBezTo>
                    <a:cubicBezTo>
                      <a:pt x="19" y="45"/>
                      <a:pt x="16" y="42"/>
                      <a:pt x="12" y="42"/>
                    </a:cubicBezTo>
                    <a:cubicBezTo>
                      <a:pt x="9" y="42"/>
                      <a:pt x="8" y="45"/>
                      <a:pt x="4" y="46"/>
                    </a:cubicBezTo>
                    <a:cubicBezTo>
                      <a:pt x="4" y="43"/>
                      <a:pt x="0" y="41"/>
                      <a:pt x="0" y="39"/>
                    </a:cubicBezTo>
                    <a:cubicBezTo>
                      <a:pt x="0" y="38"/>
                      <a:pt x="8" y="32"/>
                      <a:pt x="10" y="31"/>
                    </a:cubicBezTo>
                    <a:cubicBezTo>
                      <a:pt x="17" y="28"/>
                      <a:pt x="23" y="27"/>
                      <a:pt x="31" y="23"/>
                    </a:cubicBezTo>
                    <a:cubicBezTo>
                      <a:pt x="39" y="18"/>
                      <a:pt x="41" y="6"/>
                      <a:pt x="54" y="6"/>
                    </a:cubicBezTo>
                    <a:cubicBezTo>
                      <a:pt x="57" y="6"/>
                      <a:pt x="58" y="7"/>
                      <a:pt x="62" y="7"/>
                    </a:cubicBezTo>
                    <a:cubicBezTo>
                      <a:pt x="62" y="7"/>
                      <a:pt x="88" y="0"/>
                      <a:pt x="88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8" name="Freeform 60">
                <a:extLst>
                  <a:ext uri="{FF2B5EF4-FFF2-40B4-BE49-F238E27FC236}">
                    <a16:creationId xmlns:a16="http://schemas.microsoft.com/office/drawing/2014/main" id="{CE4CA9EE-81A5-5A0F-E2DE-0A062837F2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1263" y="1162050"/>
                <a:ext cx="66675" cy="20638"/>
              </a:xfrm>
              <a:custGeom>
                <a:avLst/>
                <a:gdLst/>
                <a:ahLst/>
                <a:cxnLst>
                  <a:cxn ang="0">
                    <a:pos x="20" y="15"/>
                  </a:cxn>
                  <a:cxn ang="0">
                    <a:pos x="9" y="12"/>
                  </a:cxn>
                  <a:cxn ang="0">
                    <a:pos x="0" y="15"/>
                  </a:cxn>
                  <a:cxn ang="0">
                    <a:pos x="32" y="0"/>
                  </a:cxn>
                  <a:cxn ang="0">
                    <a:pos x="50" y="11"/>
                  </a:cxn>
                  <a:cxn ang="0">
                    <a:pos x="39" y="15"/>
                  </a:cxn>
                  <a:cxn ang="0">
                    <a:pos x="20" y="15"/>
                  </a:cxn>
                </a:cxnLst>
                <a:rect l="0" t="0" r="r" b="b"/>
                <a:pathLst>
                  <a:path w="50" h="15">
                    <a:moveTo>
                      <a:pt x="20" y="15"/>
                    </a:moveTo>
                    <a:cubicBezTo>
                      <a:pt x="14" y="15"/>
                      <a:pt x="13" y="12"/>
                      <a:pt x="9" y="12"/>
                    </a:cubicBezTo>
                    <a:cubicBezTo>
                      <a:pt x="5" y="12"/>
                      <a:pt x="3" y="15"/>
                      <a:pt x="0" y="15"/>
                    </a:cubicBezTo>
                    <a:cubicBezTo>
                      <a:pt x="0" y="9"/>
                      <a:pt x="26" y="0"/>
                      <a:pt x="32" y="0"/>
                    </a:cubicBezTo>
                    <a:cubicBezTo>
                      <a:pt x="41" y="0"/>
                      <a:pt x="49" y="5"/>
                      <a:pt x="50" y="11"/>
                    </a:cubicBezTo>
                    <a:cubicBezTo>
                      <a:pt x="47" y="12"/>
                      <a:pt x="44" y="15"/>
                      <a:pt x="39" y="15"/>
                    </a:cubicBezTo>
                    <a:cubicBezTo>
                      <a:pt x="27" y="15"/>
                      <a:pt x="29" y="15"/>
                      <a:pt x="20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89" name="Freeform 61">
                <a:extLst>
                  <a:ext uri="{FF2B5EF4-FFF2-40B4-BE49-F238E27FC236}">
                    <a16:creationId xmlns:a16="http://schemas.microsoft.com/office/drawing/2014/main" id="{1D66B864-2B47-1004-16F9-D602DFB79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850" y="1185863"/>
                <a:ext cx="58738" cy="30163"/>
              </a:xfrm>
              <a:custGeom>
                <a:avLst/>
                <a:gdLst/>
                <a:ahLst/>
                <a:cxnLst>
                  <a:cxn ang="0">
                    <a:pos x="38" y="10"/>
                  </a:cxn>
                  <a:cxn ang="0">
                    <a:pos x="14" y="23"/>
                  </a:cxn>
                  <a:cxn ang="0">
                    <a:pos x="0" y="11"/>
                  </a:cxn>
                  <a:cxn ang="0">
                    <a:pos x="36" y="0"/>
                  </a:cxn>
                  <a:cxn ang="0">
                    <a:pos x="44" y="5"/>
                  </a:cxn>
                  <a:cxn ang="0">
                    <a:pos x="25" y="10"/>
                  </a:cxn>
                  <a:cxn ang="0">
                    <a:pos x="38" y="10"/>
                  </a:cxn>
                </a:cxnLst>
                <a:rect l="0" t="0" r="r" b="b"/>
                <a:pathLst>
                  <a:path w="44" h="23">
                    <a:moveTo>
                      <a:pt x="38" y="10"/>
                    </a:moveTo>
                    <a:cubicBezTo>
                      <a:pt x="38" y="19"/>
                      <a:pt x="24" y="23"/>
                      <a:pt x="14" y="23"/>
                    </a:cubicBezTo>
                    <a:cubicBezTo>
                      <a:pt x="8" y="23"/>
                      <a:pt x="0" y="15"/>
                      <a:pt x="0" y="11"/>
                    </a:cubicBezTo>
                    <a:cubicBezTo>
                      <a:pt x="0" y="1"/>
                      <a:pt x="27" y="0"/>
                      <a:pt x="36" y="0"/>
                    </a:cubicBezTo>
                    <a:cubicBezTo>
                      <a:pt x="41" y="0"/>
                      <a:pt x="43" y="3"/>
                      <a:pt x="44" y="5"/>
                    </a:cubicBezTo>
                    <a:cubicBezTo>
                      <a:pt x="39" y="9"/>
                      <a:pt x="32" y="10"/>
                      <a:pt x="25" y="10"/>
                    </a:cubicBezTo>
                    <a:lnTo>
                      <a:pt x="38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0" name="Freeform 62">
                <a:extLst>
                  <a:ext uri="{FF2B5EF4-FFF2-40B4-BE49-F238E27FC236}">
                    <a16:creationId xmlns:a16="http://schemas.microsoft.com/office/drawing/2014/main" id="{098EDEAC-86B2-A6FA-7634-B68D7980E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4275" y="1181100"/>
                <a:ext cx="20638" cy="22225"/>
              </a:xfrm>
              <a:custGeom>
                <a:avLst/>
                <a:gdLst/>
                <a:ahLst/>
                <a:cxnLst>
                  <a:cxn ang="0">
                    <a:pos x="15" y="12"/>
                  </a:cxn>
                  <a:cxn ang="0">
                    <a:pos x="9" y="17"/>
                  </a:cxn>
                  <a:cxn ang="0">
                    <a:pos x="0" y="11"/>
                  </a:cxn>
                  <a:cxn ang="0">
                    <a:pos x="15" y="12"/>
                  </a:cxn>
                </a:cxnLst>
                <a:rect l="0" t="0" r="r" b="b"/>
                <a:pathLst>
                  <a:path w="15" h="17">
                    <a:moveTo>
                      <a:pt x="15" y="12"/>
                    </a:moveTo>
                    <a:cubicBezTo>
                      <a:pt x="13" y="15"/>
                      <a:pt x="12" y="17"/>
                      <a:pt x="9" y="17"/>
                    </a:cubicBezTo>
                    <a:cubicBezTo>
                      <a:pt x="5" y="17"/>
                      <a:pt x="0" y="13"/>
                      <a:pt x="0" y="11"/>
                    </a:cubicBezTo>
                    <a:cubicBezTo>
                      <a:pt x="0" y="0"/>
                      <a:pt x="12" y="11"/>
                      <a:pt x="15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1" name="Freeform 63">
                <a:extLst>
                  <a:ext uri="{FF2B5EF4-FFF2-40B4-BE49-F238E27FC236}">
                    <a16:creationId xmlns:a16="http://schemas.microsoft.com/office/drawing/2014/main" id="{AA1EFE29-5916-6E6A-C355-DE6FC0C42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763" y="1335088"/>
                <a:ext cx="100013" cy="80963"/>
              </a:xfrm>
              <a:custGeom>
                <a:avLst/>
                <a:gdLst/>
                <a:ahLst/>
                <a:cxnLst>
                  <a:cxn ang="0">
                    <a:pos x="66" y="23"/>
                  </a:cxn>
                  <a:cxn ang="0">
                    <a:pos x="65" y="30"/>
                  </a:cxn>
                  <a:cxn ang="0">
                    <a:pos x="75" y="32"/>
                  </a:cxn>
                  <a:cxn ang="0">
                    <a:pos x="57" y="55"/>
                  </a:cxn>
                  <a:cxn ang="0">
                    <a:pos x="49" y="61"/>
                  </a:cxn>
                  <a:cxn ang="0">
                    <a:pos x="39" y="54"/>
                  </a:cxn>
                  <a:cxn ang="0">
                    <a:pos x="0" y="30"/>
                  </a:cxn>
                  <a:cxn ang="0">
                    <a:pos x="0" y="23"/>
                  </a:cxn>
                  <a:cxn ang="0">
                    <a:pos x="20" y="28"/>
                  </a:cxn>
                  <a:cxn ang="0">
                    <a:pos x="27" y="28"/>
                  </a:cxn>
                  <a:cxn ang="0">
                    <a:pos x="27" y="16"/>
                  </a:cxn>
                  <a:cxn ang="0">
                    <a:pos x="12" y="11"/>
                  </a:cxn>
                  <a:cxn ang="0">
                    <a:pos x="16" y="7"/>
                  </a:cxn>
                  <a:cxn ang="0">
                    <a:pos x="42" y="2"/>
                  </a:cxn>
                  <a:cxn ang="0">
                    <a:pos x="60" y="2"/>
                  </a:cxn>
                  <a:cxn ang="0">
                    <a:pos x="64" y="6"/>
                  </a:cxn>
                  <a:cxn ang="0">
                    <a:pos x="50" y="22"/>
                  </a:cxn>
                  <a:cxn ang="0">
                    <a:pos x="66" y="23"/>
                  </a:cxn>
                </a:cxnLst>
                <a:rect l="0" t="0" r="r" b="b"/>
                <a:pathLst>
                  <a:path w="75" h="61">
                    <a:moveTo>
                      <a:pt x="66" y="23"/>
                    </a:moveTo>
                    <a:cubicBezTo>
                      <a:pt x="66" y="29"/>
                      <a:pt x="65" y="25"/>
                      <a:pt x="65" y="30"/>
                    </a:cubicBezTo>
                    <a:cubicBezTo>
                      <a:pt x="67" y="30"/>
                      <a:pt x="72" y="31"/>
                      <a:pt x="75" y="32"/>
                    </a:cubicBezTo>
                    <a:cubicBezTo>
                      <a:pt x="73" y="56"/>
                      <a:pt x="72" y="49"/>
                      <a:pt x="57" y="55"/>
                    </a:cubicBezTo>
                    <a:cubicBezTo>
                      <a:pt x="53" y="56"/>
                      <a:pt x="53" y="61"/>
                      <a:pt x="49" y="61"/>
                    </a:cubicBezTo>
                    <a:cubicBezTo>
                      <a:pt x="42" y="61"/>
                      <a:pt x="42" y="56"/>
                      <a:pt x="39" y="54"/>
                    </a:cubicBezTo>
                    <a:cubicBezTo>
                      <a:pt x="27" y="41"/>
                      <a:pt x="13" y="43"/>
                      <a:pt x="0" y="3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6" y="23"/>
                      <a:pt x="12" y="28"/>
                      <a:pt x="20" y="28"/>
                    </a:cubicBezTo>
                    <a:cubicBezTo>
                      <a:pt x="24" y="28"/>
                      <a:pt x="23" y="28"/>
                      <a:pt x="27" y="28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1" y="15"/>
                      <a:pt x="12" y="16"/>
                      <a:pt x="12" y="11"/>
                    </a:cubicBezTo>
                    <a:cubicBezTo>
                      <a:pt x="12" y="9"/>
                      <a:pt x="15" y="8"/>
                      <a:pt x="16" y="7"/>
                    </a:cubicBezTo>
                    <a:cubicBezTo>
                      <a:pt x="23" y="0"/>
                      <a:pt x="32" y="2"/>
                      <a:pt x="42" y="2"/>
                    </a:cubicBezTo>
                    <a:cubicBezTo>
                      <a:pt x="50" y="2"/>
                      <a:pt x="60" y="2"/>
                      <a:pt x="60" y="2"/>
                    </a:cubicBezTo>
                    <a:cubicBezTo>
                      <a:pt x="61" y="2"/>
                      <a:pt x="64" y="4"/>
                      <a:pt x="64" y="6"/>
                    </a:cubicBezTo>
                    <a:cubicBezTo>
                      <a:pt x="64" y="15"/>
                      <a:pt x="53" y="18"/>
                      <a:pt x="50" y="22"/>
                    </a:cubicBezTo>
                    <a:cubicBezTo>
                      <a:pt x="53" y="22"/>
                      <a:pt x="66" y="18"/>
                      <a:pt x="66" y="2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2" name="Freeform 64">
                <a:extLst>
                  <a:ext uri="{FF2B5EF4-FFF2-40B4-BE49-F238E27FC236}">
                    <a16:creationId xmlns:a16="http://schemas.microsoft.com/office/drawing/2014/main" id="{B9FB7B15-389B-5539-6729-F209F8646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6838" y="1236663"/>
                <a:ext cx="111125" cy="60325"/>
              </a:xfrm>
              <a:custGeom>
                <a:avLst/>
                <a:gdLst/>
                <a:ahLst/>
                <a:cxnLst>
                  <a:cxn ang="0">
                    <a:pos x="4" y="11"/>
                  </a:cxn>
                  <a:cxn ang="0">
                    <a:pos x="0" y="2"/>
                  </a:cxn>
                  <a:cxn ang="0">
                    <a:pos x="5" y="2"/>
                  </a:cxn>
                  <a:cxn ang="0">
                    <a:pos x="38" y="20"/>
                  </a:cxn>
                  <a:cxn ang="0">
                    <a:pos x="29" y="13"/>
                  </a:cxn>
                  <a:cxn ang="0">
                    <a:pos x="29" y="8"/>
                  </a:cxn>
                  <a:cxn ang="0">
                    <a:pos x="54" y="17"/>
                  </a:cxn>
                  <a:cxn ang="0">
                    <a:pos x="54" y="8"/>
                  </a:cxn>
                  <a:cxn ang="0">
                    <a:pos x="38" y="1"/>
                  </a:cxn>
                  <a:cxn ang="0">
                    <a:pos x="46" y="1"/>
                  </a:cxn>
                  <a:cxn ang="0">
                    <a:pos x="66" y="5"/>
                  </a:cxn>
                  <a:cxn ang="0">
                    <a:pos x="75" y="2"/>
                  </a:cxn>
                  <a:cxn ang="0">
                    <a:pos x="84" y="13"/>
                  </a:cxn>
                  <a:cxn ang="0">
                    <a:pos x="80" y="41"/>
                  </a:cxn>
                  <a:cxn ang="0">
                    <a:pos x="62" y="43"/>
                  </a:cxn>
                  <a:cxn ang="0">
                    <a:pos x="48" y="41"/>
                  </a:cxn>
                  <a:cxn ang="0">
                    <a:pos x="51" y="36"/>
                  </a:cxn>
                  <a:cxn ang="0">
                    <a:pos x="51" y="32"/>
                  </a:cxn>
                  <a:cxn ang="0">
                    <a:pos x="62" y="25"/>
                  </a:cxn>
                  <a:cxn ang="0">
                    <a:pos x="57" y="24"/>
                  </a:cxn>
                  <a:cxn ang="0">
                    <a:pos x="25" y="28"/>
                  </a:cxn>
                  <a:cxn ang="0">
                    <a:pos x="20" y="23"/>
                  </a:cxn>
                  <a:cxn ang="0">
                    <a:pos x="13" y="23"/>
                  </a:cxn>
                  <a:cxn ang="0">
                    <a:pos x="12" y="19"/>
                  </a:cxn>
                  <a:cxn ang="0">
                    <a:pos x="1" y="14"/>
                  </a:cxn>
                  <a:cxn ang="0">
                    <a:pos x="1" y="6"/>
                  </a:cxn>
                  <a:cxn ang="0">
                    <a:pos x="4" y="11"/>
                  </a:cxn>
                </a:cxnLst>
                <a:rect l="0" t="0" r="r" b="b"/>
                <a:pathLst>
                  <a:path w="84" h="45">
                    <a:moveTo>
                      <a:pt x="4" y="11"/>
                    </a:moveTo>
                    <a:cubicBezTo>
                      <a:pt x="2" y="9"/>
                      <a:pt x="0" y="6"/>
                      <a:pt x="0" y="2"/>
                    </a:cubicBezTo>
                    <a:cubicBezTo>
                      <a:pt x="1" y="2"/>
                      <a:pt x="3" y="2"/>
                      <a:pt x="5" y="2"/>
                    </a:cubicBezTo>
                    <a:cubicBezTo>
                      <a:pt x="18" y="2"/>
                      <a:pt x="24" y="24"/>
                      <a:pt x="38" y="20"/>
                    </a:cubicBezTo>
                    <a:cubicBezTo>
                      <a:pt x="35" y="18"/>
                      <a:pt x="31" y="15"/>
                      <a:pt x="29" y="13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39" y="8"/>
                      <a:pt x="43" y="17"/>
                      <a:pt x="54" y="17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46" y="8"/>
                      <a:pt x="40" y="8"/>
                      <a:pt x="38" y="1"/>
                    </a:cubicBezTo>
                    <a:cubicBezTo>
                      <a:pt x="41" y="0"/>
                      <a:pt x="43" y="1"/>
                      <a:pt x="46" y="1"/>
                    </a:cubicBezTo>
                    <a:cubicBezTo>
                      <a:pt x="53" y="1"/>
                      <a:pt x="58" y="5"/>
                      <a:pt x="66" y="5"/>
                    </a:cubicBezTo>
                    <a:cubicBezTo>
                      <a:pt x="69" y="5"/>
                      <a:pt x="71" y="2"/>
                      <a:pt x="75" y="2"/>
                    </a:cubicBezTo>
                    <a:cubicBezTo>
                      <a:pt x="83" y="2"/>
                      <a:pt x="84" y="6"/>
                      <a:pt x="84" y="13"/>
                    </a:cubicBezTo>
                    <a:cubicBezTo>
                      <a:pt x="84" y="23"/>
                      <a:pt x="78" y="28"/>
                      <a:pt x="80" y="41"/>
                    </a:cubicBezTo>
                    <a:cubicBezTo>
                      <a:pt x="73" y="43"/>
                      <a:pt x="64" y="43"/>
                      <a:pt x="62" y="43"/>
                    </a:cubicBezTo>
                    <a:cubicBezTo>
                      <a:pt x="60" y="43"/>
                      <a:pt x="48" y="45"/>
                      <a:pt x="48" y="41"/>
                    </a:cubicBezTo>
                    <a:cubicBezTo>
                      <a:pt x="48" y="39"/>
                      <a:pt x="50" y="37"/>
                      <a:pt x="51" y="36"/>
                    </a:cubicBezTo>
                    <a:cubicBezTo>
                      <a:pt x="51" y="35"/>
                      <a:pt x="51" y="33"/>
                      <a:pt x="51" y="32"/>
                    </a:cubicBezTo>
                    <a:cubicBezTo>
                      <a:pt x="51" y="28"/>
                      <a:pt x="60" y="28"/>
                      <a:pt x="62" y="25"/>
                    </a:cubicBezTo>
                    <a:cubicBezTo>
                      <a:pt x="61" y="24"/>
                      <a:pt x="59" y="24"/>
                      <a:pt x="57" y="24"/>
                    </a:cubicBezTo>
                    <a:cubicBezTo>
                      <a:pt x="49" y="24"/>
                      <a:pt x="34" y="28"/>
                      <a:pt x="25" y="28"/>
                    </a:cubicBezTo>
                    <a:cubicBezTo>
                      <a:pt x="22" y="28"/>
                      <a:pt x="20" y="26"/>
                      <a:pt x="20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7" y="20"/>
                      <a:pt x="4" y="17"/>
                      <a:pt x="1" y="14"/>
                    </a:cubicBezTo>
                    <a:cubicBezTo>
                      <a:pt x="1" y="6"/>
                      <a:pt x="1" y="6"/>
                      <a:pt x="1" y="6"/>
                    </a:cubicBezTo>
                    <a:lnTo>
                      <a:pt x="4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3" name="Freeform 65">
                <a:extLst>
                  <a:ext uri="{FF2B5EF4-FFF2-40B4-BE49-F238E27FC236}">
                    <a16:creationId xmlns:a16="http://schemas.microsoft.com/office/drawing/2014/main" id="{5871E99B-9620-BAED-56C7-07E4452A67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0975" y="1462088"/>
                <a:ext cx="65088" cy="38100"/>
              </a:xfrm>
              <a:custGeom>
                <a:avLst/>
                <a:gdLst/>
                <a:ahLst/>
                <a:cxnLst>
                  <a:cxn ang="0">
                    <a:pos x="38" y="29"/>
                  </a:cxn>
                  <a:cxn ang="0">
                    <a:pos x="0" y="16"/>
                  </a:cxn>
                  <a:cxn ang="0">
                    <a:pos x="9" y="14"/>
                  </a:cxn>
                  <a:cxn ang="0">
                    <a:pos x="22" y="0"/>
                  </a:cxn>
                  <a:cxn ang="0">
                    <a:pos x="49" y="22"/>
                  </a:cxn>
                  <a:cxn ang="0">
                    <a:pos x="38" y="29"/>
                  </a:cxn>
                </a:cxnLst>
                <a:rect l="0" t="0" r="r" b="b"/>
                <a:pathLst>
                  <a:path w="49" h="29">
                    <a:moveTo>
                      <a:pt x="38" y="29"/>
                    </a:moveTo>
                    <a:cubicBezTo>
                      <a:pt x="32" y="29"/>
                      <a:pt x="0" y="17"/>
                      <a:pt x="0" y="16"/>
                    </a:cubicBezTo>
                    <a:cubicBezTo>
                      <a:pt x="0" y="12"/>
                      <a:pt x="8" y="14"/>
                      <a:pt x="9" y="14"/>
                    </a:cubicBezTo>
                    <a:cubicBezTo>
                      <a:pt x="15" y="12"/>
                      <a:pt x="13" y="0"/>
                      <a:pt x="22" y="0"/>
                    </a:cubicBezTo>
                    <a:cubicBezTo>
                      <a:pt x="28" y="0"/>
                      <a:pt x="46" y="16"/>
                      <a:pt x="49" y="22"/>
                    </a:cubicBezTo>
                    <a:cubicBezTo>
                      <a:pt x="45" y="25"/>
                      <a:pt x="43" y="29"/>
                      <a:pt x="38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4" name="Freeform 66">
                <a:extLst>
                  <a:ext uri="{FF2B5EF4-FFF2-40B4-BE49-F238E27FC236}">
                    <a16:creationId xmlns:a16="http://schemas.microsoft.com/office/drawing/2014/main" id="{747DA94E-B81A-7495-F172-B128F2AAF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4475" y="1323975"/>
                <a:ext cx="85725" cy="69850"/>
              </a:xfrm>
              <a:custGeom>
                <a:avLst/>
                <a:gdLst/>
                <a:ahLst/>
                <a:cxnLst>
                  <a:cxn ang="0">
                    <a:pos x="65" y="11"/>
                  </a:cxn>
                  <a:cxn ang="0">
                    <a:pos x="57" y="18"/>
                  </a:cxn>
                  <a:cxn ang="0">
                    <a:pos x="32" y="35"/>
                  </a:cxn>
                  <a:cxn ang="0">
                    <a:pos x="20" y="38"/>
                  </a:cxn>
                  <a:cxn ang="0">
                    <a:pos x="25" y="38"/>
                  </a:cxn>
                  <a:cxn ang="0">
                    <a:pos x="15" y="53"/>
                  </a:cxn>
                  <a:cxn ang="0">
                    <a:pos x="6" y="53"/>
                  </a:cxn>
                  <a:cxn ang="0">
                    <a:pos x="7" y="40"/>
                  </a:cxn>
                  <a:cxn ang="0">
                    <a:pos x="0" y="19"/>
                  </a:cxn>
                  <a:cxn ang="0">
                    <a:pos x="0" y="11"/>
                  </a:cxn>
                  <a:cxn ang="0">
                    <a:pos x="10" y="11"/>
                  </a:cxn>
                  <a:cxn ang="0">
                    <a:pos x="10" y="7"/>
                  </a:cxn>
                  <a:cxn ang="0">
                    <a:pos x="22" y="0"/>
                  </a:cxn>
                  <a:cxn ang="0">
                    <a:pos x="65" y="5"/>
                  </a:cxn>
                  <a:cxn ang="0">
                    <a:pos x="65" y="11"/>
                  </a:cxn>
                </a:cxnLst>
                <a:rect l="0" t="0" r="r" b="b"/>
                <a:pathLst>
                  <a:path w="65" h="53">
                    <a:moveTo>
                      <a:pt x="65" y="11"/>
                    </a:moveTo>
                    <a:cubicBezTo>
                      <a:pt x="65" y="12"/>
                      <a:pt x="57" y="18"/>
                      <a:pt x="57" y="18"/>
                    </a:cubicBezTo>
                    <a:cubicBezTo>
                      <a:pt x="51" y="26"/>
                      <a:pt x="45" y="35"/>
                      <a:pt x="32" y="35"/>
                    </a:cubicBezTo>
                    <a:cubicBezTo>
                      <a:pt x="22" y="35"/>
                      <a:pt x="22" y="30"/>
                      <a:pt x="20" y="38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4" y="46"/>
                      <a:pt x="21" y="48"/>
                      <a:pt x="15" y="53"/>
                    </a:cubicBezTo>
                    <a:cubicBezTo>
                      <a:pt x="6" y="53"/>
                      <a:pt x="6" y="53"/>
                      <a:pt x="6" y="53"/>
                    </a:cubicBezTo>
                    <a:cubicBezTo>
                      <a:pt x="6" y="47"/>
                      <a:pt x="6" y="42"/>
                      <a:pt x="7" y="40"/>
                    </a:cubicBezTo>
                    <a:cubicBezTo>
                      <a:pt x="0" y="33"/>
                      <a:pt x="3" y="27"/>
                      <a:pt x="0" y="1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11"/>
                      <a:pt x="8" y="11"/>
                      <a:pt x="10" y="11"/>
                    </a:cubicBezTo>
                    <a:cubicBezTo>
                      <a:pt x="9" y="11"/>
                      <a:pt x="10" y="8"/>
                      <a:pt x="10" y="7"/>
                    </a:cubicBezTo>
                    <a:cubicBezTo>
                      <a:pt x="10" y="6"/>
                      <a:pt x="13" y="0"/>
                      <a:pt x="22" y="0"/>
                    </a:cubicBezTo>
                    <a:cubicBezTo>
                      <a:pt x="37" y="0"/>
                      <a:pt x="49" y="5"/>
                      <a:pt x="65" y="5"/>
                    </a:cubicBezTo>
                    <a:cubicBezTo>
                      <a:pt x="65" y="8"/>
                      <a:pt x="65" y="9"/>
                      <a:pt x="65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5" name="Freeform 67">
                <a:extLst>
                  <a:ext uri="{FF2B5EF4-FFF2-40B4-BE49-F238E27FC236}">
                    <a16:creationId xmlns:a16="http://schemas.microsoft.com/office/drawing/2014/main" id="{623F8D53-C59A-B7A2-9C18-DE46A86899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263" y="1198563"/>
                <a:ext cx="28575" cy="23813"/>
              </a:xfrm>
              <a:custGeom>
                <a:avLst/>
                <a:gdLst/>
                <a:ahLst/>
                <a:cxnLst>
                  <a:cxn ang="0">
                    <a:pos x="21" y="12"/>
                  </a:cxn>
                  <a:cxn ang="0">
                    <a:pos x="15" y="18"/>
                  </a:cxn>
                  <a:cxn ang="0">
                    <a:pos x="0" y="0"/>
                  </a:cxn>
                  <a:cxn ang="0">
                    <a:pos x="21" y="12"/>
                  </a:cxn>
                </a:cxnLst>
                <a:rect l="0" t="0" r="r" b="b"/>
                <a:pathLst>
                  <a:path w="21" h="18">
                    <a:moveTo>
                      <a:pt x="21" y="12"/>
                    </a:moveTo>
                    <a:cubicBezTo>
                      <a:pt x="21" y="16"/>
                      <a:pt x="18" y="18"/>
                      <a:pt x="15" y="18"/>
                    </a:cubicBezTo>
                    <a:cubicBezTo>
                      <a:pt x="10" y="18"/>
                      <a:pt x="0" y="6"/>
                      <a:pt x="0" y="0"/>
                    </a:cubicBezTo>
                    <a:cubicBezTo>
                      <a:pt x="11" y="0"/>
                      <a:pt x="12" y="9"/>
                      <a:pt x="21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6" name="Freeform 68">
                <a:extLst>
                  <a:ext uri="{FF2B5EF4-FFF2-40B4-BE49-F238E27FC236}">
                    <a16:creationId xmlns:a16="http://schemas.microsoft.com/office/drawing/2014/main" id="{5116CA31-76BA-FA2C-79B7-0358FB5B79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725" y="1277938"/>
                <a:ext cx="19050" cy="1587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5" y="6"/>
                  </a:cxn>
                  <a:cxn ang="0">
                    <a:pos x="9" y="12"/>
                  </a:cxn>
                  <a:cxn ang="0">
                    <a:pos x="0" y="12"/>
                  </a:cxn>
                  <a:cxn ang="0">
                    <a:pos x="12" y="0"/>
                  </a:cxn>
                </a:cxnLst>
                <a:rect l="0" t="0" r="r" b="b"/>
                <a:pathLst>
                  <a:path w="15" h="12">
                    <a:moveTo>
                      <a:pt x="12" y="0"/>
                    </a:moveTo>
                    <a:cubicBezTo>
                      <a:pt x="13" y="2"/>
                      <a:pt x="15" y="3"/>
                      <a:pt x="15" y="6"/>
                    </a:cubicBezTo>
                    <a:cubicBezTo>
                      <a:pt x="15" y="12"/>
                      <a:pt x="11" y="12"/>
                      <a:pt x="9" y="12"/>
                    </a:cubicBezTo>
                    <a:cubicBezTo>
                      <a:pt x="4" y="12"/>
                      <a:pt x="3" y="11"/>
                      <a:pt x="0" y="12"/>
                    </a:cubicBezTo>
                    <a:cubicBezTo>
                      <a:pt x="2" y="4"/>
                      <a:pt x="6" y="2"/>
                      <a:pt x="1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7" name="Freeform 69">
                <a:extLst>
                  <a:ext uri="{FF2B5EF4-FFF2-40B4-BE49-F238E27FC236}">
                    <a16:creationId xmlns:a16="http://schemas.microsoft.com/office/drawing/2014/main" id="{40694613-F587-C043-A161-99D5FB9B4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613" y="1139825"/>
                <a:ext cx="109538" cy="57150"/>
              </a:xfrm>
              <a:custGeom>
                <a:avLst/>
                <a:gdLst/>
                <a:ahLst/>
                <a:cxnLst>
                  <a:cxn ang="0">
                    <a:pos x="54" y="32"/>
                  </a:cxn>
                  <a:cxn ang="0">
                    <a:pos x="33" y="30"/>
                  </a:cxn>
                  <a:cxn ang="0">
                    <a:pos x="19" y="29"/>
                  </a:cxn>
                  <a:cxn ang="0">
                    <a:pos x="7" y="25"/>
                  </a:cxn>
                  <a:cxn ang="0">
                    <a:pos x="20" y="20"/>
                  </a:cxn>
                  <a:cxn ang="0">
                    <a:pos x="20" y="15"/>
                  </a:cxn>
                  <a:cxn ang="0">
                    <a:pos x="5" y="15"/>
                  </a:cxn>
                  <a:cxn ang="0">
                    <a:pos x="8" y="10"/>
                  </a:cxn>
                  <a:cxn ang="0">
                    <a:pos x="0" y="3"/>
                  </a:cxn>
                  <a:cxn ang="0">
                    <a:pos x="14" y="0"/>
                  </a:cxn>
                  <a:cxn ang="0">
                    <a:pos x="31" y="8"/>
                  </a:cxn>
                  <a:cxn ang="0">
                    <a:pos x="40" y="4"/>
                  </a:cxn>
                  <a:cxn ang="0">
                    <a:pos x="53" y="15"/>
                  </a:cxn>
                  <a:cxn ang="0">
                    <a:pos x="60" y="11"/>
                  </a:cxn>
                  <a:cxn ang="0">
                    <a:pos x="73" y="21"/>
                  </a:cxn>
                  <a:cxn ang="0">
                    <a:pos x="70" y="26"/>
                  </a:cxn>
                  <a:cxn ang="0">
                    <a:pos x="82" y="37"/>
                  </a:cxn>
                  <a:cxn ang="0">
                    <a:pos x="74" y="43"/>
                  </a:cxn>
                  <a:cxn ang="0">
                    <a:pos x="54" y="32"/>
                  </a:cxn>
                </a:cxnLst>
                <a:rect l="0" t="0" r="r" b="b"/>
                <a:pathLst>
                  <a:path w="82" h="43">
                    <a:moveTo>
                      <a:pt x="54" y="32"/>
                    </a:moveTo>
                    <a:cubicBezTo>
                      <a:pt x="46" y="32"/>
                      <a:pt x="41" y="29"/>
                      <a:pt x="33" y="30"/>
                    </a:cubicBezTo>
                    <a:cubicBezTo>
                      <a:pt x="31" y="26"/>
                      <a:pt x="25" y="29"/>
                      <a:pt x="19" y="29"/>
                    </a:cubicBezTo>
                    <a:cubicBezTo>
                      <a:pt x="13" y="29"/>
                      <a:pt x="11" y="29"/>
                      <a:pt x="7" y="25"/>
                    </a:cubicBezTo>
                    <a:cubicBezTo>
                      <a:pt x="11" y="21"/>
                      <a:pt x="15" y="22"/>
                      <a:pt x="20" y="20"/>
                    </a:cubicBezTo>
                    <a:cubicBezTo>
                      <a:pt x="19" y="18"/>
                      <a:pt x="19" y="16"/>
                      <a:pt x="20" y="15"/>
                    </a:cubicBezTo>
                    <a:cubicBezTo>
                      <a:pt x="10" y="15"/>
                      <a:pt x="8" y="17"/>
                      <a:pt x="5" y="15"/>
                    </a:cubicBezTo>
                    <a:cubicBezTo>
                      <a:pt x="6" y="14"/>
                      <a:pt x="7" y="12"/>
                      <a:pt x="8" y="10"/>
                    </a:cubicBezTo>
                    <a:cubicBezTo>
                      <a:pt x="2" y="10"/>
                      <a:pt x="0" y="9"/>
                      <a:pt x="0" y="3"/>
                    </a:cubicBezTo>
                    <a:cubicBezTo>
                      <a:pt x="6" y="3"/>
                      <a:pt x="9" y="0"/>
                      <a:pt x="14" y="0"/>
                    </a:cubicBezTo>
                    <a:cubicBezTo>
                      <a:pt x="24" y="0"/>
                      <a:pt x="26" y="8"/>
                      <a:pt x="31" y="8"/>
                    </a:cubicBezTo>
                    <a:cubicBezTo>
                      <a:pt x="35" y="8"/>
                      <a:pt x="36" y="4"/>
                      <a:pt x="40" y="4"/>
                    </a:cubicBezTo>
                    <a:cubicBezTo>
                      <a:pt x="49" y="4"/>
                      <a:pt x="48" y="15"/>
                      <a:pt x="53" y="15"/>
                    </a:cubicBezTo>
                    <a:cubicBezTo>
                      <a:pt x="56" y="15"/>
                      <a:pt x="57" y="11"/>
                      <a:pt x="60" y="11"/>
                    </a:cubicBezTo>
                    <a:cubicBezTo>
                      <a:pt x="66" y="11"/>
                      <a:pt x="71" y="19"/>
                      <a:pt x="73" y="21"/>
                    </a:cubicBezTo>
                    <a:cubicBezTo>
                      <a:pt x="72" y="22"/>
                      <a:pt x="70" y="24"/>
                      <a:pt x="70" y="26"/>
                    </a:cubicBezTo>
                    <a:cubicBezTo>
                      <a:pt x="73" y="29"/>
                      <a:pt x="82" y="33"/>
                      <a:pt x="82" y="37"/>
                    </a:cubicBezTo>
                    <a:cubicBezTo>
                      <a:pt x="82" y="42"/>
                      <a:pt x="77" y="43"/>
                      <a:pt x="74" y="43"/>
                    </a:cubicBezTo>
                    <a:cubicBezTo>
                      <a:pt x="63" y="43"/>
                      <a:pt x="64" y="32"/>
                      <a:pt x="54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8" name="Freeform 70">
                <a:extLst>
                  <a:ext uri="{FF2B5EF4-FFF2-40B4-BE49-F238E27FC236}">
                    <a16:creationId xmlns:a16="http://schemas.microsoft.com/office/drawing/2014/main" id="{2FFC70B2-CC45-8721-41A7-AB1743E67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7475" y="1189038"/>
                <a:ext cx="30163" cy="9525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12" y="0"/>
                  </a:cxn>
                  <a:cxn ang="0">
                    <a:pos x="23" y="4"/>
                  </a:cxn>
                  <a:cxn ang="0">
                    <a:pos x="8" y="7"/>
                  </a:cxn>
                </a:cxnLst>
                <a:rect l="0" t="0" r="r" b="b"/>
                <a:pathLst>
                  <a:path w="23" h="7">
                    <a:moveTo>
                      <a:pt x="8" y="7"/>
                    </a:moveTo>
                    <a:cubicBezTo>
                      <a:pt x="0" y="7"/>
                      <a:pt x="11" y="0"/>
                      <a:pt x="12" y="0"/>
                    </a:cubicBezTo>
                    <a:cubicBezTo>
                      <a:pt x="17" y="0"/>
                      <a:pt x="19" y="3"/>
                      <a:pt x="23" y="4"/>
                    </a:cubicBezTo>
                    <a:cubicBezTo>
                      <a:pt x="20" y="7"/>
                      <a:pt x="15" y="7"/>
                      <a:pt x="8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9" name="Freeform 71">
                <a:extLst>
                  <a:ext uri="{FF2B5EF4-FFF2-40B4-BE49-F238E27FC236}">
                    <a16:creationId xmlns:a16="http://schemas.microsoft.com/office/drawing/2014/main" id="{EE2FB413-2FCC-045E-B2A7-2213EC04DE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425" y="1223963"/>
                <a:ext cx="287338" cy="90488"/>
              </a:xfrm>
              <a:custGeom>
                <a:avLst/>
                <a:gdLst/>
                <a:ahLst/>
                <a:cxnLst>
                  <a:cxn ang="0">
                    <a:pos x="215" y="45"/>
                  </a:cxn>
                  <a:cxn ang="0">
                    <a:pos x="210" y="51"/>
                  </a:cxn>
                  <a:cxn ang="0">
                    <a:pos x="216" y="52"/>
                  </a:cxn>
                  <a:cxn ang="0">
                    <a:pos x="179" y="67"/>
                  </a:cxn>
                  <a:cxn ang="0">
                    <a:pos x="170" y="60"/>
                  </a:cxn>
                  <a:cxn ang="0">
                    <a:pos x="159" y="66"/>
                  </a:cxn>
                  <a:cxn ang="0">
                    <a:pos x="124" y="66"/>
                  </a:cxn>
                  <a:cxn ang="0">
                    <a:pos x="102" y="60"/>
                  </a:cxn>
                  <a:cxn ang="0">
                    <a:pos x="97" y="60"/>
                  </a:cxn>
                  <a:cxn ang="0">
                    <a:pos x="84" y="67"/>
                  </a:cxn>
                  <a:cxn ang="0">
                    <a:pos x="53" y="47"/>
                  </a:cxn>
                  <a:cxn ang="0">
                    <a:pos x="58" y="40"/>
                  </a:cxn>
                  <a:cxn ang="0">
                    <a:pos x="40" y="18"/>
                  </a:cxn>
                  <a:cxn ang="0">
                    <a:pos x="32" y="22"/>
                  </a:cxn>
                  <a:cxn ang="0">
                    <a:pos x="0" y="7"/>
                  </a:cxn>
                  <a:cxn ang="0">
                    <a:pos x="13" y="0"/>
                  </a:cxn>
                  <a:cxn ang="0">
                    <a:pos x="51" y="15"/>
                  </a:cxn>
                  <a:cxn ang="0">
                    <a:pos x="60" y="12"/>
                  </a:cxn>
                  <a:cxn ang="0">
                    <a:pos x="68" y="12"/>
                  </a:cxn>
                  <a:cxn ang="0">
                    <a:pos x="89" y="25"/>
                  </a:cxn>
                  <a:cxn ang="0">
                    <a:pos x="71" y="25"/>
                  </a:cxn>
                  <a:cxn ang="0">
                    <a:pos x="91" y="35"/>
                  </a:cxn>
                  <a:cxn ang="0">
                    <a:pos x="88" y="38"/>
                  </a:cxn>
                  <a:cxn ang="0">
                    <a:pos x="95" y="40"/>
                  </a:cxn>
                  <a:cxn ang="0">
                    <a:pos x="125" y="45"/>
                  </a:cxn>
                  <a:cxn ang="0">
                    <a:pos x="181" y="34"/>
                  </a:cxn>
                  <a:cxn ang="0">
                    <a:pos x="216" y="46"/>
                  </a:cxn>
                  <a:cxn ang="0">
                    <a:pos x="211" y="47"/>
                  </a:cxn>
                  <a:cxn ang="0">
                    <a:pos x="215" y="45"/>
                  </a:cxn>
                </a:cxnLst>
                <a:rect l="0" t="0" r="r" b="b"/>
                <a:pathLst>
                  <a:path w="216" h="68">
                    <a:moveTo>
                      <a:pt x="215" y="45"/>
                    </a:moveTo>
                    <a:cubicBezTo>
                      <a:pt x="213" y="46"/>
                      <a:pt x="211" y="48"/>
                      <a:pt x="210" y="51"/>
                    </a:cubicBezTo>
                    <a:cubicBezTo>
                      <a:pt x="213" y="52"/>
                      <a:pt x="216" y="52"/>
                      <a:pt x="216" y="52"/>
                    </a:cubicBezTo>
                    <a:cubicBezTo>
                      <a:pt x="215" y="67"/>
                      <a:pt x="195" y="67"/>
                      <a:pt x="179" y="67"/>
                    </a:cubicBezTo>
                    <a:cubicBezTo>
                      <a:pt x="174" y="67"/>
                      <a:pt x="171" y="64"/>
                      <a:pt x="170" y="60"/>
                    </a:cubicBezTo>
                    <a:cubicBezTo>
                      <a:pt x="164" y="61"/>
                      <a:pt x="163" y="64"/>
                      <a:pt x="159" y="66"/>
                    </a:cubicBezTo>
                    <a:cubicBezTo>
                      <a:pt x="124" y="66"/>
                      <a:pt x="124" y="66"/>
                      <a:pt x="124" y="66"/>
                    </a:cubicBezTo>
                    <a:cubicBezTo>
                      <a:pt x="115" y="68"/>
                      <a:pt x="101" y="67"/>
                      <a:pt x="102" y="60"/>
                    </a:cubicBezTo>
                    <a:cubicBezTo>
                      <a:pt x="97" y="60"/>
                      <a:pt x="97" y="60"/>
                      <a:pt x="97" y="60"/>
                    </a:cubicBezTo>
                    <a:cubicBezTo>
                      <a:pt x="95" y="62"/>
                      <a:pt x="88" y="67"/>
                      <a:pt x="84" y="67"/>
                    </a:cubicBezTo>
                    <a:cubicBezTo>
                      <a:pt x="75" y="67"/>
                      <a:pt x="53" y="56"/>
                      <a:pt x="53" y="47"/>
                    </a:cubicBezTo>
                    <a:cubicBezTo>
                      <a:pt x="53" y="44"/>
                      <a:pt x="56" y="41"/>
                      <a:pt x="58" y="40"/>
                    </a:cubicBezTo>
                    <a:cubicBezTo>
                      <a:pt x="50" y="32"/>
                      <a:pt x="48" y="25"/>
                      <a:pt x="40" y="18"/>
                    </a:cubicBezTo>
                    <a:cubicBezTo>
                      <a:pt x="38" y="20"/>
                      <a:pt x="35" y="22"/>
                      <a:pt x="32" y="22"/>
                    </a:cubicBezTo>
                    <a:cubicBezTo>
                      <a:pt x="27" y="22"/>
                      <a:pt x="0" y="11"/>
                      <a:pt x="0" y="7"/>
                    </a:cubicBezTo>
                    <a:cubicBezTo>
                      <a:pt x="0" y="0"/>
                      <a:pt x="8" y="0"/>
                      <a:pt x="13" y="0"/>
                    </a:cubicBezTo>
                    <a:cubicBezTo>
                      <a:pt x="33" y="0"/>
                      <a:pt x="36" y="15"/>
                      <a:pt x="51" y="15"/>
                    </a:cubicBezTo>
                    <a:cubicBezTo>
                      <a:pt x="56" y="15"/>
                      <a:pt x="58" y="15"/>
                      <a:pt x="60" y="12"/>
                    </a:cubicBezTo>
                    <a:cubicBezTo>
                      <a:pt x="63" y="12"/>
                      <a:pt x="68" y="12"/>
                      <a:pt x="68" y="12"/>
                    </a:cubicBezTo>
                    <a:cubicBezTo>
                      <a:pt x="65" y="22"/>
                      <a:pt x="85" y="19"/>
                      <a:pt x="89" y="25"/>
                    </a:cubicBezTo>
                    <a:cubicBezTo>
                      <a:pt x="71" y="25"/>
                      <a:pt x="71" y="25"/>
                      <a:pt x="71" y="25"/>
                    </a:cubicBezTo>
                    <a:cubicBezTo>
                      <a:pt x="74" y="37"/>
                      <a:pt x="85" y="30"/>
                      <a:pt x="91" y="35"/>
                    </a:cubicBezTo>
                    <a:cubicBezTo>
                      <a:pt x="90" y="36"/>
                      <a:pt x="88" y="36"/>
                      <a:pt x="88" y="38"/>
                    </a:cubicBezTo>
                    <a:cubicBezTo>
                      <a:pt x="88" y="44"/>
                      <a:pt x="93" y="41"/>
                      <a:pt x="95" y="40"/>
                    </a:cubicBezTo>
                    <a:cubicBezTo>
                      <a:pt x="106" y="42"/>
                      <a:pt x="114" y="45"/>
                      <a:pt x="125" y="45"/>
                    </a:cubicBezTo>
                    <a:cubicBezTo>
                      <a:pt x="150" y="45"/>
                      <a:pt x="158" y="34"/>
                      <a:pt x="181" y="34"/>
                    </a:cubicBezTo>
                    <a:cubicBezTo>
                      <a:pt x="198" y="34"/>
                      <a:pt x="210" y="35"/>
                      <a:pt x="216" y="46"/>
                    </a:cubicBezTo>
                    <a:cubicBezTo>
                      <a:pt x="215" y="47"/>
                      <a:pt x="213" y="47"/>
                      <a:pt x="211" y="47"/>
                    </a:cubicBezTo>
                    <a:lnTo>
                      <a:pt x="215" y="4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0" name="Freeform 72">
                <a:extLst>
                  <a:ext uri="{FF2B5EF4-FFF2-40B4-BE49-F238E27FC236}">
                    <a16:creationId xmlns:a16="http://schemas.microsoft.com/office/drawing/2014/main" id="{149F9D61-B22A-6811-E80E-8DFFF8575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600" y="1271588"/>
                <a:ext cx="49213" cy="38100"/>
              </a:xfrm>
              <a:custGeom>
                <a:avLst/>
                <a:gdLst/>
                <a:ahLst/>
                <a:cxnLst>
                  <a:cxn ang="0">
                    <a:pos x="6" y="10"/>
                  </a:cxn>
                  <a:cxn ang="0">
                    <a:pos x="19" y="0"/>
                  </a:cxn>
                  <a:cxn ang="0">
                    <a:pos x="37" y="15"/>
                  </a:cxn>
                  <a:cxn ang="0">
                    <a:pos x="29" y="29"/>
                  </a:cxn>
                  <a:cxn ang="0">
                    <a:pos x="0" y="17"/>
                  </a:cxn>
                  <a:cxn ang="0">
                    <a:pos x="6" y="10"/>
                  </a:cxn>
                </a:cxnLst>
                <a:rect l="0" t="0" r="r" b="b"/>
                <a:pathLst>
                  <a:path w="37" h="29">
                    <a:moveTo>
                      <a:pt x="6" y="10"/>
                    </a:moveTo>
                    <a:cubicBezTo>
                      <a:pt x="10" y="10"/>
                      <a:pt x="9" y="0"/>
                      <a:pt x="19" y="0"/>
                    </a:cubicBezTo>
                    <a:cubicBezTo>
                      <a:pt x="27" y="0"/>
                      <a:pt x="37" y="9"/>
                      <a:pt x="37" y="15"/>
                    </a:cubicBezTo>
                    <a:cubicBezTo>
                      <a:pt x="37" y="22"/>
                      <a:pt x="35" y="29"/>
                      <a:pt x="29" y="29"/>
                    </a:cubicBezTo>
                    <a:cubicBezTo>
                      <a:pt x="25" y="29"/>
                      <a:pt x="0" y="17"/>
                      <a:pt x="0" y="17"/>
                    </a:cubicBezTo>
                    <a:cubicBezTo>
                      <a:pt x="0" y="13"/>
                      <a:pt x="5" y="10"/>
                      <a:pt x="6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1" name="Freeform 73">
                <a:extLst>
                  <a:ext uri="{FF2B5EF4-FFF2-40B4-BE49-F238E27FC236}">
                    <a16:creationId xmlns:a16="http://schemas.microsoft.com/office/drawing/2014/main" id="{E8AD2EBD-687A-F42C-F9D2-E003B166C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950" y="1198563"/>
                <a:ext cx="46038" cy="12700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35" y="0"/>
                  </a:cxn>
                  <a:cxn ang="0">
                    <a:pos x="35" y="6"/>
                  </a:cxn>
                  <a:cxn ang="0">
                    <a:pos x="28" y="10"/>
                  </a:cxn>
                  <a:cxn ang="0">
                    <a:pos x="0" y="5"/>
                  </a:cxn>
                  <a:cxn ang="0">
                    <a:pos x="29" y="0"/>
                  </a:cxn>
                </a:cxnLst>
                <a:rect l="0" t="0" r="r" b="b"/>
                <a:pathLst>
                  <a:path w="35" h="10">
                    <a:moveTo>
                      <a:pt x="29" y="0"/>
                    </a:moveTo>
                    <a:cubicBezTo>
                      <a:pt x="34" y="0"/>
                      <a:pt x="30" y="1"/>
                      <a:pt x="35" y="0"/>
                    </a:cubicBezTo>
                    <a:cubicBezTo>
                      <a:pt x="35" y="3"/>
                      <a:pt x="35" y="5"/>
                      <a:pt x="35" y="6"/>
                    </a:cubicBezTo>
                    <a:cubicBezTo>
                      <a:pt x="35" y="8"/>
                      <a:pt x="32" y="10"/>
                      <a:pt x="28" y="10"/>
                    </a:cubicBezTo>
                    <a:cubicBezTo>
                      <a:pt x="26" y="10"/>
                      <a:pt x="0" y="5"/>
                      <a:pt x="0" y="5"/>
                    </a:cubicBezTo>
                    <a:cubicBezTo>
                      <a:pt x="5" y="1"/>
                      <a:pt x="21" y="0"/>
                      <a:pt x="29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2" name="Freeform 74">
                <a:extLst>
                  <a:ext uri="{FF2B5EF4-FFF2-40B4-BE49-F238E27FC236}">
                    <a16:creationId xmlns:a16="http://schemas.microsoft.com/office/drawing/2014/main" id="{E7BFE921-DA89-1D02-A446-6492DFE71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0025" y="1154113"/>
                <a:ext cx="53975" cy="44450"/>
              </a:xfrm>
              <a:custGeom>
                <a:avLst/>
                <a:gdLst/>
                <a:ahLst/>
                <a:cxnLst>
                  <a:cxn ang="0">
                    <a:pos x="10" y="28"/>
                  </a:cxn>
                  <a:cxn ang="0">
                    <a:pos x="14" y="23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5" y="7"/>
                  </a:cxn>
                  <a:cxn ang="0">
                    <a:pos x="41" y="17"/>
                  </a:cxn>
                  <a:cxn ang="0">
                    <a:pos x="41" y="28"/>
                  </a:cxn>
                  <a:cxn ang="0">
                    <a:pos x="10" y="28"/>
                  </a:cxn>
                </a:cxnLst>
                <a:rect l="0" t="0" r="r" b="b"/>
                <a:pathLst>
                  <a:path w="41" h="33">
                    <a:moveTo>
                      <a:pt x="10" y="28"/>
                    </a:moveTo>
                    <a:cubicBezTo>
                      <a:pt x="10" y="26"/>
                      <a:pt x="13" y="24"/>
                      <a:pt x="14" y="23"/>
                    </a:cubicBezTo>
                    <a:cubicBezTo>
                      <a:pt x="9" y="18"/>
                      <a:pt x="0" y="15"/>
                      <a:pt x="0" y="7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11" y="4"/>
                      <a:pt x="21" y="7"/>
                      <a:pt x="25" y="7"/>
                    </a:cubicBezTo>
                    <a:cubicBezTo>
                      <a:pt x="25" y="17"/>
                      <a:pt x="41" y="7"/>
                      <a:pt x="41" y="17"/>
                    </a:cubicBezTo>
                    <a:cubicBezTo>
                      <a:pt x="41" y="20"/>
                      <a:pt x="39" y="23"/>
                      <a:pt x="41" y="28"/>
                    </a:cubicBezTo>
                    <a:cubicBezTo>
                      <a:pt x="25" y="31"/>
                      <a:pt x="10" y="33"/>
                      <a:pt x="10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3" name="Freeform 75">
                <a:extLst>
                  <a:ext uri="{FF2B5EF4-FFF2-40B4-BE49-F238E27FC236}">
                    <a16:creationId xmlns:a16="http://schemas.microsoft.com/office/drawing/2014/main" id="{9660A403-46B5-7424-FDED-B04F28E96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9388" y="1114425"/>
                <a:ext cx="20638" cy="12700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6" y="9"/>
                  </a:cxn>
                  <a:cxn ang="0">
                    <a:pos x="8" y="9"/>
                  </a:cxn>
                  <a:cxn ang="0">
                    <a:pos x="0" y="0"/>
                  </a:cxn>
                  <a:cxn ang="0">
                    <a:pos x="16" y="0"/>
                  </a:cxn>
                </a:cxnLst>
                <a:rect l="0" t="0" r="r" b="b"/>
                <a:pathLst>
                  <a:path w="16" h="9">
                    <a:moveTo>
                      <a:pt x="16" y="0"/>
                    </a:moveTo>
                    <a:cubicBezTo>
                      <a:pt x="16" y="9"/>
                      <a:pt x="16" y="9"/>
                      <a:pt x="16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7"/>
                      <a:pt x="0" y="6"/>
                      <a:pt x="0" y="0"/>
                    </a:cubicBezTo>
                    <a:cubicBezTo>
                      <a:pt x="6" y="0"/>
                      <a:pt x="13" y="0"/>
                      <a:pt x="16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4" name="Freeform 76">
                <a:extLst>
                  <a:ext uri="{FF2B5EF4-FFF2-40B4-BE49-F238E27FC236}">
                    <a16:creationId xmlns:a16="http://schemas.microsoft.com/office/drawing/2014/main" id="{A700BFB9-0A9F-C789-5DB8-C6037D2D1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538" y="1062038"/>
                <a:ext cx="184150" cy="123825"/>
              </a:xfrm>
              <a:custGeom>
                <a:avLst/>
                <a:gdLst/>
                <a:ahLst/>
                <a:cxnLst>
                  <a:cxn ang="0">
                    <a:pos x="92" y="37"/>
                  </a:cxn>
                  <a:cxn ang="0">
                    <a:pos x="97" y="37"/>
                  </a:cxn>
                  <a:cxn ang="0">
                    <a:pos x="97" y="32"/>
                  </a:cxn>
                  <a:cxn ang="0">
                    <a:pos x="95" y="28"/>
                  </a:cxn>
                  <a:cxn ang="0">
                    <a:pos x="100" y="28"/>
                  </a:cxn>
                  <a:cxn ang="0">
                    <a:pos x="105" y="36"/>
                  </a:cxn>
                  <a:cxn ang="0">
                    <a:pos x="111" y="43"/>
                  </a:cxn>
                  <a:cxn ang="0">
                    <a:pos x="108" y="49"/>
                  </a:cxn>
                  <a:cxn ang="0">
                    <a:pos x="115" y="49"/>
                  </a:cxn>
                  <a:cxn ang="0">
                    <a:pos x="137" y="55"/>
                  </a:cxn>
                  <a:cxn ang="0">
                    <a:pos x="136" y="61"/>
                  </a:cxn>
                  <a:cxn ang="0">
                    <a:pos x="126" y="64"/>
                  </a:cxn>
                  <a:cxn ang="0">
                    <a:pos x="105" y="78"/>
                  </a:cxn>
                  <a:cxn ang="0">
                    <a:pos x="98" y="69"/>
                  </a:cxn>
                  <a:cxn ang="0">
                    <a:pos x="93" y="76"/>
                  </a:cxn>
                  <a:cxn ang="0">
                    <a:pos x="99" y="84"/>
                  </a:cxn>
                  <a:cxn ang="0">
                    <a:pos x="91" y="84"/>
                  </a:cxn>
                  <a:cxn ang="0">
                    <a:pos x="91" y="90"/>
                  </a:cxn>
                  <a:cxn ang="0">
                    <a:pos x="75" y="82"/>
                  </a:cxn>
                  <a:cxn ang="0">
                    <a:pos x="64" y="92"/>
                  </a:cxn>
                  <a:cxn ang="0">
                    <a:pos x="47" y="84"/>
                  </a:cxn>
                  <a:cxn ang="0">
                    <a:pos x="53" y="81"/>
                  </a:cxn>
                  <a:cxn ang="0">
                    <a:pos x="33" y="70"/>
                  </a:cxn>
                  <a:cxn ang="0">
                    <a:pos x="66" y="61"/>
                  </a:cxn>
                  <a:cxn ang="0">
                    <a:pos x="48" y="58"/>
                  </a:cxn>
                  <a:cxn ang="0">
                    <a:pos x="35" y="61"/>
                  </a:cxn>
                  <a:cxn ang="0">
                    <a:pos x="29" y="56"/>
                  </a:cxn>
                  <a:cxn ang="0">
                    <a:pos x="19" y="59"/>
                  </a:cxn>
                  <a:cxn ang="0">
                    <a:pos x="16" y="55"/>
                  </a:cxn>
                  <a:cxn ang="0">
                    <a:pos x="26" y="49"/>
                  </a:cxn>
                  <a:cxn ang="0">
                    <a:pos x="0" y="35"/>
                  </a:cxn>
                  <a:cxn ang="0">
                    <a:pos x="7" y="35"/>
                  </a:cxn>
                  <a:cxn ang="0">
                    <a:pos x="20" y="39"/>
                  </a:cxn>
                  <a:cxn ang="0">
                    <a:pos x="24" y="36"/>
                  </a:cxn>
                  <a:cxn ang="0">
                    <a:pos x="5" y="26"/>
                  </a:cxn>
                  <a:cxn ang="0">
                    <a:pos x="15" y="22"/>
                  </a:cxn>
                  <a:cxn ang="0">
                    <a:pos x="27" y="25"/>
                  </a:cxn>
                  <a:cxn ang="0">
                    <a:pos x="32" y="20"/>
                  </a:cxn>
                  <a:cxn ang="0">
                    <a:pos x="19" y="20"/>
                  </a:cxn>
                  <a:cxn ang="0">
                    <a:pos x="14" y="13"/>
                  </a:cxn>
                  <a:cxn ang="0">
                    <a:pos x="30" y="9"/>
                  </a:cxn>
                  <a:cxn ang="0">
                    <a:pos x="38" y="9"/>
                  </a:cxn>
                  <a:cxn ang="0">
                    <a:pos x="25" y="0"/>
                  </a:cxn>
                  <a:cxn ang="0">
                    <a:pos x="53" y="5"/>
                  </a:cxn>
                  <a:cxn ang="0">
                    <a:pos x="67" y="24"/>
                  </a:cxn>
                  <a:cxn ang="0">
                    <a:pos x="84" y="25"/>
                  </a:cxn>
                  <a:cxn ang="0">
                    <a:pos x="92" y="37"/>
                  </a:cxn>
                </a:cxnLst>
                <a:rect l="0" t="0" r="r" b="b"/>
                <a:pathLst>
                  <a:path w="138" h="92">
                    <a:moveTo>
                      <a:pt x="92" y="37"/>
                    </a:moveTo>
                    <a:cubicBezTo>
                      <a:pt x="97" y="37"/>
                      <a:pt x="97" y="37"/>
                      <a:pt x="97" y="37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7" y="28"/>
                      <a:pt x="98" y="28"/>
                      <a:pt x="100" y="28"/>
                    </a:cubicBezTo>
                    <a:cubicBezTo>
                      <a:pt x="106" y="28"/>
                      <a:pt x="105" y="31"/>
                      <a:pt x="105" y="36"/>
                    </a:cubicBezTo>
                    <a:cubicBezTo>
                      <a:pt x="105" y="39"/>
                      <a:pt x="111" y="39"/>
                      <a:pt x="111" y="43"/>
                    </a:cubicBezTo>
                    <a:cubicBezTo>
                      <a:pt x="111" y="46"/>
                      <a:pt x="108" y="46"/>
                      <a:pt x="108" y="49"/>
                    </a:cubicBezTo>
                    <a:cubicBezTo>
                      <a:pt x="108" y="53"/>
                      <a:pt x="114" y="49"/>
                      <a:pt x="115" y="49"/>
                    </a:cubicBezTo>
                    <a:cubicBezTo>
                      <a:pt x="120" y="49"/>
                      <a:pt x="131" y="54"/>
                      <a:pt x="137" y="55"/>
                    </a:cubicBezTo>
                    <a:cubicBezTo>
                      <a:pt x="137" y="58"/>
                      <a:pt x="138" y="60"/>
                      <a:pt x="136" y="61"/>
                    </a:cubicBezTo>
                    <a:cubicBezTo>
                      <a:pt x="135" y="64"/>
                      <a:pt x="130" y="63"/>
                      <a:pt x="126" y="64"/>
                    </a:cubicBezTo>
                    <a:cubicBezTo>
                      <a:pt x="117" y="65"/>
                      <a:pt x="111" y="78"/>
                      <a:pt x="105" y="78"/>
                    </a:cubicBezTo>
                    <a:cubicBezTo>
                      <a:pt x="100" y="78"/>
                      <a:pt x="100" y="74"/>
                      <a:pt x="98" y="69"/>
                    </a:cubicBezTo>
                    <a:cubicBezTo>
                      <a:pt x="96" y="71"/>
                      <a:pt x="95" y="73"/>
                      <a:pt x="93" y="76"/>
                    </a:cubicBezTo>
                    <a:cubicBezTo>
                      <a:pt x="96" y="80"/>
                      <a:pt x="97" y="81"/>
                      <a:pt x="99" y="84"/>
                    </a:cubicBezTo>
                    <a:cubicBezTo>
                      <a:pt x="91" y="84"/>
                      <a:pt x="91" y="84"/>
                      <a:pt x="91" y="84"/>
                    </a:cubicBezTo>
                    <a:cubicBezTo>
                      <a:pt x="91" y="90"/>
                      <a:pt x="91" y="90"/>
                      <a:pt x="91" y="90"/>
                    </a:cubicBezTo>
                    <a:cubicBezTo>
                      <a:pt x="87" y="91"/>
                      <a:pt x="79" y="85"/>
                      <a:pt x="75" y="82"/>
                    </a:cubicBezTo>
                    <a:cubicBezTo>
                      <a:pt x="75" y="90"/>
                      <a:pt x="71" y="92"/>
                      <a:pt x="64" y="92"/>
                    </a:cubicBezTo>
                    <a:cubicBezTo>
                      <a:pt x="57" y="92"/>
                      <a:pt x="48" y="91"/>
                      <a:pt x="47" y="84"/>
                    </a:cubicBezTo>
                    <a:cubicBezTo>
                      <a:pt x="50" y="84"/>
                      <a:pt x="51" y="83"/>
                      <a:pt x="53" y="81"/>
                    </a:cubicBezTo>
                    <a:cubicBezTo>
                      <a:pt x="45" y="81"/>
                      <a:pt x="33" y="77"/>
                      <a:pt x="33" y="70"/>
                    </a:cubicBezTo>
                    <a:cubicBezTo>
                      <a:pt x="33" y="62"/>
                      <a:pt x="60" y="63"/>
                      <a:pt x="66" y="61"/>
                    </a:cubicBezTo>
                    <a:cubicBezTo>
                      <a:pt x="60" y="60"/>
                      <a:pt x="55" y="58"/>
                      <a:pt x="48" y="58"/>
                    </a:cubicBezTo>
                    <a:cubicBezTo>
                      <a:pt x="41" y="58"/>
                      <a:pt x="40" y="61"/>
                      <a:pt x="35" y="61"/>
                    </a:cubicBezTo>
                    <a:cubicBezTo>
                      <a:pt x="30" y="61"/>
                      <a:pt x="30" y="58"/>
                      <a:pt x="29" y="56"/>
                    </a:cubicBezTo>
                    <a:cubicBezTo>
                      <a:pt x="24" y="58"/>
                      <a:pt x="23" y="59"/>
                      <a:pt x="19" y="59"/>
                    </a:cubicBezTo>
                    <a:cubicBezTo>
                      <a:pt x="16" y="59"/>
                      <a:pt x="16" y="58"/>
                      <a:pt x="16" y="55"/>
                    </a:cubicBezTo>
                    <a:cubicBezTo>
                      <a:pt x="20" y="53"/>
                      <a:pt x="23" y="53"/>
                      <a:pt x="26" y="49"/>
                    </a:cubicBezTo>
                    <a:cubicBezTo>
                      <a:pt x="11" y="49"/>
                      <a:pt x="2" y="48"/>
                      <a:pt x="0" y="3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9" y="37"/>
                      <a:pt x="16" y="39"/>
                      <a:pt x="20" y="39"/>
                    </a:cubicBezTo>
                    <a:cubicBezTo>
                      <a:pt x="22" y="39"/>
                      <a:pt x="24" y="36"/>
                      <a:pt x="24" y="36"/>
                    </a:cubicBezTo>
                    <a:cubicBezTo>
                      <a:pt x="19" y="34"/>
                      <a:pt x="5" y="31"/>
                      <a:pt x="5" y="26"/>
                    </a:cubicBezTo>
                    <a:cubicBezTo>
                      <a:pt x="5" y="21"/>
                      <a:pt x="11" y="22"/>
                      <a:pt x="15" y="22"/>
                    </a:cubicBezTo>
                    <a:cubicBezTo>
                      <a:pt x="21" y="22"/>
                      <a:pt x="23" y="25"/>
                      <a:pt x="27" y="25"/>
                    </a:cubicBezTo>
                    <a:cubicBezTo>
                      <a:pt x="30" y="25"/>
                      <a:pt x="30" y="22"/>
                      <a:pt x="32" y="20"/>
                    </a:cubicBezTo>
                    <a:cubicBezTo>
                      <a:pt x="27" y="18"/>
                      <a:pt x="22" y="20"/>
                      <a:pt x="19" y="20"/>
                    </a:cubicBezTo>
                    <a:cubicBezTo>
                      <a:pt x="18" y="20"/>
                      <a:pt x="14" y="14"/>
                      <a:pt x="14" y="13"/>
                    </a:cubicBezTo>
                    <a:cubicBezTo>
                      <a:pt x="19" y="10"/>
                      <a:pt x="23" y="8"/>
                      <a:pt x="30" y="9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3" y="7"/>
                      <a:pt x="25" y="6"/>
                      <a:pt x="25" y="0"/>
                    </a:cubicBezTo>
                    <a:cubicBezTo>
                      <a:pt x="36" y="1"/>
                      <a:pt x="45" y="2"/>
                      <a:pt x="53" y="5"/>
                    </a:cubicBezTo>
                    <a:cubicBezTo>
                      <a:pt x="61" y="9"/>
                      <a:pt x="60" y="21"/>
                      <a:pt x="67" y="24"/>
                    </a:cubicBezTo>
                    <a:cubicBezTo>
                      <a:pt x="73" y="27"/>
                      <a:pt x="78" y="22"/>
                      <a:pt x="84" y="25"/>
                    </a:cubicBezTo>
                    <a:cubicBezTo>
                      <a:pt x="91" y="28"/>
                      <a:pt x="88" y="33"/>
                      <a:pt x="92" y="3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5" name="Freeform 77">
                <a:extLst>
                  <a:ext uri="{FF2B5EF4-FFF2-40B4-BE49-F238E27FC236}">
                    <a16:creationId xmlns:a16="http://schemas.microsoft.com/office/drawing/2014/main" id="{ABF36484-1DC1-8391-F1F4-03E0A4793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763" y="1574800"/>
                <a:ext cx="117475" cy="74613"/>
              </a:xfrm>
              <a:custGeom>
                <a:avLst/>
                <a:gdLst/>
                <a:ahLst/>
                <a:cxnLst>
                  <a:cxn ang="0">
                    <a:pos x="6" y="39"/>
                  </a:cxn>
                  <a:cxn ang="0">
                    <a:pos x="11" y="33"/>
                  </a:cxn>
                  <a:cxn ang="0">
                    <a:pos x="11" y="27"/>
                  </a:cxn>
                  <a:cxn ang="0">
                    <a:pos x="25" y="0"/>
                  </a:cxn>
                  <a:cxn ang="0">
                    <a:pos x="32" y="13"/>
                  </a:cxn>
                  <a:cxn ang="0">
                    <a:pos x="36" y="9"/>
                  </a:cxn>
                  <a:cxn ang="0">
                    <a:pos x="67" y="27"/>
                  </a:cxn>
                  <a:cxn ang="0">
                    <a:pos x="70" y="35"/>
                  </a:cxn>
                  <a:cxn ang="0">
                    <a:pos x="89" y="43"/>
                  </a:cxn>
                  <a:cxn ang="0">
                    <a:pos x="75" y="48"/>
                  </a:cxn>
                  <a:cxn ang="0">
                    <a:pos x="63" y="48"/>
                  </a:cxn>
                  <a:cxn ang="0">
                    <a:pos x="46" y="37"/>
                  </a:cxn>
                  <a:cxn ang="0">
                    <a:pos x="25" y="53"/>
                  </a:cxn>
                  <a:cxn ang="0">
                    <a:pos x="22" y="57"/>
                  </a:cxn>
                  <a:cxn ang="0">
                    <a:pos x="19" y="48"/>
                  </a:cxn>
                  <a:cxn ang="0">
                    <a:pos x="0" y="48"/>
                  </a:cxn>
                  <a:cxn ang="0">
                    <a:pos x="6" y="39"/>
                  </a:cxn>
                </a:cxnLst>
                <a:rect l="0" t="0" r="r" b="b"/>
                <a:pathLst>
                  <a:path w="89" h="57">
                    <a:moveTo>
                      <a:pt x="6" y="39"/>
                    </a:moveTo>
                    <a:cubicBezTo>
                      <a:pt x="9" y="37"/>
                      <a:pt x="11" y="36"/>
                      <a:pt x="11" y="33"/>
                    </a:cubicBezTo>
                    <a:cubicBezTo>
                      <a:pt x="11" y="29"/>
                      <a:pt x="11" y="31"/>
                      <a:pt x="11" y="27"/>
                    </a:cubicBezTo>
                    <a:cubicBezTo>
                      <a:pt x="11" y="19"/>
                      <a:pt x="13" y="2"/>
                      <a:pt x="25" y="0"/>
                    </a:cubicBezTo>
                    <a:cubicBezTo>
                      <a:pt x="28" y="7"/>
                      <a:pt x="30" y="8"/>
                      <a:pt x="32" y="13"/>
                    </a:cubicBezTo>
                    <a:cubicBezTo>
                      <a:pt x="33" y="11"/>
                      <a:pt x="35" y="10"/>
                      <a:pt x="36" y="9"/>
                    </a:cubicBezTo>
                    <a:cubicBezTo>
                      <a:pt x="45" y="21"/>
                      <a:pt x="59" y="16"/>
                      <a:pt x="67" y="27"/>
                    </a:cubicBezTo>
                    <a:cubicBezTo>
                      <a:pt x="69" y="30"/>
                      <a:pt x="68" y="33"/>
                      <a:pt x="70" y="35"/>
                    </a:cubicBezTo>
                    <a:cubicBezTo>
                      <a:pt x="77" y="40"/>
                      <a:pt x="85" y="38"/>
                      <a:pt x="89" y="43"/>
                    </a:cubicBezTo>
                    <a:cubicBezTo>
                      <a:pt x="84" y="46"/>
                      <a:pt x="80" y="48"/>
                      <a:pt x="75" y="48"/>
                    </a:cubicBezTo>
                    <a:cubicBezTo>
                      <a:pt x="69" y="48"/>
                      <a:pt x="67" y="48"/>
                      <a:pt x="63" y="48"/>
                    </a:cubicBezTo>
                    <a:cubicBezTo>
                      <a:pt x="63" y="48"/>
                      <a:pt x="49" y="38"/>
                      <a:pt x="46" y="37"/>
                    </a:cubicBezTo>
                    <a:cubicBezTo>
                      <a:pt x="46" y="47"/>
                      <a:pt x="31" y="56"/>
                      <a:pt x="25" y="53"/>
                    </a:cubicBezTo>
                    <a:cubicBezTo>
                      <a:pt x="24" y="55"/>
                      <a:pt x="24" y="57"/>
                      <a:pt x="22" y="57"/>
                    </a:cubicBezTo>
                    <a:cubicBezTo>
                      <a:pt x="16" y="57"/>
                      <a:pt x="18" y="52"/>
                      <a:pt x="19" y="48"/>
                    </a:cubicBezTo>
                    <a:cubicBezTo>
                      <a:pt x="12" y="46"/>
                      <a:pt x="3" y="48"/>
                      <a:pt x="0" y="48"/>
                    </a:cubicBezTo>
                    <a:cubicBezTo>
                      <a:pt x="0" y="40"/>
                      <a:pt x="5" y="41"/>
                      <a:pt x="6" y="3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6" name="Freeform 78">
                <a:extLst>
                  <a:ext uri="{FF2B5EF4-FFF2-40B4-BE49-F238E27FC236}">
                    <a16:creationId xmlns:a16="http://schemas.microsoft.com/office/drawing/2014/main" id="{D62D56F5-075E-B669-154F-2D40A16B6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4038" y="1500188"/>
                <a:ext cx="36513" cy="36513"/>
              </a:xfrm>
              <a:custGeom>
                <a:avLst/>
                <a:gdLst/>
                <a:ahLst/>
                <a:cxnLst>
                  <a:cxn ang="0">
                    <a:pos x="27" y="18"/>
                  </a:cxn>
                  <a:cxn ang="0">
                    <a:pos x="11" y="28"/>
                  </a:cxn>
                  <a:cxn ang="0">
                    <a:pos x="0" y="18"/>
                  </a:cxn>
                  <a:cxn ang="0">
                    <a:pos x="27" y="18"/>
                  </a:cxn>
                </a:cxnLst>
                <a:rect l="0" t="0" r="r" b="b"/>
                <a:pathLst>
                  <a:path w="27" h="28">
                    <a:moveTo>
                      <a:pt x="27" y="18"/>
                    </a:moveTo>
                    <a:cubicBezTo>
                      <a:pt x="27" y="24"/>
                      <a:pt x="16" y="28"/>
                      <a:pt x="11" y="28"/>
                    </a:cubicBezTo>
                    <a:cubicBezTo>
                      <a:pt x="4" y="28"/>
                      <a:pt x="0" y="23"/>
                      <a:pt x="0" y="18"/>
                    </a:cubicBezTo>
                    <a:cubicBezTo>
                      <a:pt x="0" y="0"/>
                      <a:pt x="27" y="3"/>
                      <a:pt x="27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7" name="Freeform 79">
                <a:extLst>
                  <a:ext uri="{FF2B5EF4-FFF2-40B4-BE49-F238E27FC236}">
                    <a16:creationId xmlns:a16="http://schemas.microsoft.com/office/drawing/2014/main" id="{019332FD-2B32-3146-64B6-3F5F7B168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4500" y="1652588"/>
                <a:ext cx="30163" cy="23813"/>
              </a:xfrm>
              <a:custGeom>
                <a:avLst/>
                <a:gdLst/>
                <a:ahLst/>
                <a:cxnLst>
                  <a:cxn ang="0">
                    <a:pos x="10" y="1"/>
                  </a:cxn>
                  <a:cxn ang="0">
                    <a:pos x="22" y="3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10" y="1"/>
                  </a:cxn>
                </a:cxnLst>
                <a:rect l="0" t="0" r="r" b="b"/>
                <a:pathLst>
                  <a:path w="22" h="18">
                    <a:moveTo>
                      <a:pt x="10" y="1"/>
                    </a:moveTo>
                    <a:cubicBezTo>
                      <a:pt x="19" y="0"/>
                      <a:pt x="17" y="0"/>
                      <a:pt x="22" y="3"/>
                    </a:cubicBezTo>
                    <a:cubicBezTo>
                      <a:pt x="18" y="8"/>
                      <a:pt x="7" y="17"/>
                      <a:pt x="0" y="1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4" y="7"/>
                      <a:pt x="9" y="4"/>
                      <a:pt x="10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8" name="Freeform 80">
                <a:extLst>
                  <a:ext uri="{FF2B5EF4-FFF2-40B4-BE49-F238E27FC236}">
                    <a16:creationId xmlns:a16="http://schemas.microsoft.com/office/drawing/2014/main" id="{D9460A34-2503-3EF1-80C8-6D60D9BB1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125" y="1336675"/>
                <a:ext cx="79375" cy="33338"/>
              </a:xfrm>
              <a:custGeom>
                <a:avLst/>
                <a:gdLst/>
                <a:ahLst/>
                <a:cxnLst>
                  <a:cxn ang="0">
                    <a:pos x="22" y="25"/>
                  </a:cxn>
                  <a:cxn ang="0">
                    <a:pos x="9" y="16"/>
                  </a:cxn>
                  <a:cxn ang="0">
                    <a:pos x="0" y="6"/>
                  </a:cxn>
                  <a:cxn ang="0">
                    <a:pos x="8" y="0"/>
                  </a:cxn>
                  <a:cxn ang="0">
                    <a:pos x="30" y="3"/>
                  </a:cxn>
                  <a:cxn ang="0">
                    <a:pos x="60" y="17"/>
                  </a:cxn>
                  <a:cxn ang="0">
                    <a:pos x="52" y="24"/>
                  </a:cxn>
                  <a:cxn ang="0">
                    <a:pos x="39" y="21"/>
                  </a:cxn>
                  <a:cxn ang="0">
                    <a:pos x="22" y="25"/>
                  </a:cxn>
                </a:cxnLst>
                <a:rect l="0" t="0" r="r" b="b"/>
                <a:pathLst>
                  <a:path w="60" h="25">
                    <a:moveTo>
                      <a:pt x="22" y="25"/>
                    </a:moveTo>
                    <a:cubicBezTo>
                      <a:pt x="14" y="25"/>
                      <a:pt x="6" y="23"/>
                      <a:pt x="9" y="16"/>
                    </a:cubicBezTo>
                    <a:cubicBezTo>
                      <a:pt x="5" y="13"/>
                      <a:pt x="0" y="11"/>
                      <a:pt x="0" y="6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8" y="0"/>
                      <a:pt x="21" y="3"/>
                      <a:pt x="30" y="3"/>
                    </a:cubicBezTo>
                    <a:cubicBezTo>
                      <a:pt x="42" y="3"/>
                      <a:pt x="52" y="13"/>
                      <a:pt x="60" y="17"/>
                    </a:cubicBezTo>
                    <a:cubicBezTo>
                      <a:pt x="59" y="21"/>
                      <a:pt x="56" y="24"/>
                      <a:pt x="52" y="24"/>
                    </a:cubicBezTo>
                    <a:cubicBezTo>
                      <a:pt x="46" y="24"/>
                      <a:pt x="44" y="21"/>
                      <a:pt x="39" y="21"/>
                    </a:cubicBezTo>
                    <a:cubicBezTo>
                      <a:pt x="34" y="21"/>
                      <a:pt x="30" y="25"/>
                      <a:pt x="22" y="2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9" name="Freeform 81">
                <a:extLst>
                  <a:ext uri="{FF2B5EF4-FFF2-40B4-BE49-F238E27FC236}">
                    <a16:creationId xmlns:a16="http://schemas.microsoft.com/office/drawing/2014/main" id="{F4A5531C-C1AC-E1BE-821F-5E619B0C9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063" y="1666875"/>
                <a:ext cx="17463" cy="20638"/>
              </a:xfrm>
              <a:custGeom>
                <a:avLst/>
                <a:gdLst/>
                <a:ahLst/>
                <a:cxnLst>
                  <a:cxn ang="0">
                    <a:pos x="14" y="6"/>
                  </a:cxn>
                  <a:cxn ang="0">
                    <a:pos x="6" y="15"/>
                  </a:cxn>
                  <a:cxn ang="0">
                    <a:pos x="0" y="9"/>
                  </a:cxn>
                  <a:cxn ang="0">
                    <a:pos x="14" y="6"/>
                  </a:cxn>
                </a:cxnLst>
                <a:rect l="0" t="0" r="r" b="b"/>
                <a:pathLst>
                  <a:path w="14" h="15">
                    <a:moveTo>
                      <a:pt x="14" y="6"/>
                    </a:moveTo>
                    <a:cubicBezTo>
                      <a:pt x="12" y="9"/>
                      <a:pt x="11" y="15"/>
                      <a:pt x="6" y="15"/>
                    </a:cubicBezTo>
                    <a:cubicBezTo>
                      <a:pt x="5" y="15"/>
                      <a:pt x="0" y="9"/>
                      <a:pt x="0" y="9"/>
                    </a:cubicBezTo>
                    <a:cubicBezTo>
                      <a:pt x="0" y="1"/>
                      <a:pt x="10" y="0"/>
                      <a:pt x="14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0" name="Freeform 82">
                <a:extLst>
                  <a:ext uri="{FF2B5EF4-FFF2-40B4-BE49-F238E27FC236}">
                    <a16:creationId xmlns:a16="http://schemas.microsoft.com/office/drawing/2014/main" id="{E700E87D-EE46-864C-FCD4-9F0E2381F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900" y="1509713"/>
                <a:ext cx="19050" cy="11113"/>
              </a:xfrm>
              <a:custGeom>
                <a:avLst/>
                <a:gdLst/>
                <a:ahLst/>
                <a:cxnLst>
                  <a:cxn ang="0">
                    <a:pos x="5" y="8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4" y="7"/>
                  </a:cxn>
                  <a:cxn ang="0">
                    <a:pos x="5" y="8"/>
                  </a:cxn>
                </a:cxnLst>
                <a:rect l="0" t="0" r="r" b="b"/>
                <a:pathLst>
                  <a:path w="14" h="8">
                    <a:moveTo>
                      <a:pt x="5" y="8"/>
                    </a:moveTo>
                    <a:cubicBezTo>
                      <a:pt x="2" y="8"/>
                      <a:pt x="0" y="7"/>
                      <a:pt x="0" y="4"/>
                    </a:cubicBezTo>
                    <a:cubicBezTo>
                      <a:pt x="0" y="3"/>
                      <a:pt x="4" y="0"/>
                      <a:pt x="5" y="0"/>
                    </a:cubicBezTo>
                    <a:cubicBezTo>
                      <a:pt x="9" y="0"/>
                      <a:pt x="13" y="5"/>
                      <a:pt x="14" y="7"/>
                    </a:cubicBezTo>
                    <a:cubicBezTo>
                      <a:pt x="8" y="8"/>
                      <a:pt x="10" y="8"/>
                      <a:pt x="5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1" name="Freeform 83">
                <a:extLst>
                  <a:ext uri="{FF2B5EF4-FFF2-40B4-BE49-F238E27FC236}">
                    <a16:creationId xmlns:a16="http://schemas.microsoft.com/office/drawing/2014/main" id="{B499416C-9B60-A085-A641-483AC867D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763" y="1476375"/>
                <a:ext cx="20638" cy="12700"/>
              </a:xfrm>
              <a:custGeom>
                <a:avLst/>
                <a:gdLst/>
                <a:ahLst/>
                <a:cxnLst>
                  <a:cxn ang="0">
                    <a:pos x="5" y="10"/>
                  </a:cxn>
                  <a:cxn ang="0">
                    <a:pos x="15" y="0"/>
                  </a:cxn>
                  <a:cxn ang="0">
                    <a:pos x="5" y="10"/>
                  </a:cxn>
                </a:cxnLst>
                <a:rect l="0" t="0" r="r" b="b"/>
                <a:pathLst>
                  <a:path w="15" h="10">
                    <a:moveTo>
                      <a:pt x="5" y="10"/>
                    </a:moveTo>
                    <a:cubicBezTo>
                      <a:pt x="0" y="10"/>
                      <a:pt x="10" y="0"/>
                      <a:pt x="15" y="0"/>
                    </a:cubicBezTo>
                    <a:cubicBezTo>
                      <a:pt x="14" y="6"/>
                      <a:pt x="10" y="10"/>
                      <a:pt x="5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2" name="Freeform 84">
                <a:extLst>
                  <a:ext uri="{FF2B5EF4-FFF2-40B4-BE49-F238E27FC236}">
                    <a16:creationId xmlns:a16="http://schemas.microsoft.com/office/drawing/2014/main" id="{5F4720FD-E3AB-C7D2-C5C7-A397A06B5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550" y="1335088"/>
                <a:ext cx="482600" cy="347663"/>
              </a:xfrm>
              <a:custGeom>
                <a:avLst/>
                <a:gdLst/>
                <a:ahLst/>
                <a:cxnLst>
                  <a:cxn ang="0">
                    <a:pos x="333" y="196"/>
                  </a:cxn>
                  <a:cxn ang="0">
                    <a:pos x="281" y="171"/>
                  </a:cxn>
                  <a:cxn ang="0">
                    <a:pos x="289" y="177"/>
                  </a:cxn>
                  <a:cxn ang="0">
                    <a:pos x="283" y="184"/>
                  </a:cxn>
                  <a:cxn ang="0">
                    <a:pos x="298" y="201"/>
                  </a:cxn>
                  <a:cxn ang="0">
                    <a:pos x="318" y="206"/>
                  </a:cxn>
                  <a:cxn ang="0">
                    <a:pos x="326" y="225"/>
                  </a:cxn>
                  <a:cxn ang="0">
                    <a:pos x="278" y="225"/>
                  </a:cxn>
                  <a:cxn ang="0">
                    <a:pos x="304" y="256"/>
                  </a:cxn>
                  <a:cxn ang="0">
                    <a:pos x="295" y="256"/>
                  </a:cxn>
                  <a:cxn ang="0">
                    <a:pos x="233" y="226"/>
                  </a:cxn>
                  <a:cxn ang="0">
                    <a:pos x="190" y="210"/>
                  </a:cxn>
                  <a:cxn ang="0">
                    <a:pos x="169" y="214"/>
                  </a:cxn>
                  <a:cxn ang="0">
                    <a:pos x="168" y="189"/>
                  </a:cxn>
                  <a:cxn ang="0">
                    <a:pos x="207" y="183"/>
                  </a:cxn>
                  <a:cxn ang="0">
                    <a:pos x="210" y="167"/>
                  </a:cxn>
                  <a:cxn ang="0">
                    <a:pos x="186" y="115"/>
                  </a:cxn>
                  <a:cxn ang="0">
                    <a:pos x="168" y="115"/>
                  </a:cxn>
                  <a:cxn ang="0">
                    <a:pos x="146" y="85"/>
                  </a:cxn>
                  <a:cxn ang="0">
                    <a:pos x="122" y="91"/>
                  </a:cxn>
                  <a:cxn ang="0">
                    <a:pos x="41" y="82"/>
                  </a:cxn>
                  <a:cxn ang="0">
                    <a:pos x="11" y="69"/>
                  </a:cxn>
                  <a:cxn ang="0">
                    <a:pos x="30" y="65"/>
                  </a:cxn>
                  <a:cxn ang="0">
                    <a:pos x="0" y="48"/>
                  </a:cxn>
                  <a:cxn ang="0">
                    <a:pos x="11" y="16"/>
                  </a:cxn>
                  <a:cxn ang="0">
                    <a:pos x="61" y="4"/>
                  </a:cxn>
                  <a:cxn ang="0">
                    <a:pos x="46" y="32"/>
                  </a:cxn>
                  <a:cxn ang="0">
                    <a:pos x="50" y="47"/>
                  </a:cxn>
                  <a:cxn ang="0">
                    <a:pos x="55" y="26"/>
                  </a:cxn>
                  <a:cxn ang="0">
                    <a:pos x="120" y="29"/>
                  </a:cxn>
                  <a:cxn ang="0">
                    <a:pos x="128" y="34"/>
                  </a:cxn>
                  <a:cxn ang="0">
                    <a:pos x="156" y="27"/>
                  </a:cxn>
                  <a:cxn ang="0">
                    <a:pos x="217" y="56"/>
                  </a:cxn>
                  <a:cxn ang="0">
                    <a:pos x="242" y="65"/>
                  </a:cxn>
                  <a:cxn ang="0">
                    <a:pos x="273" y="85"/>
                  </a:cxn>
                  <a:cxn ang="0">
                    <a:pos x="293" y="95"/>
                  </a:cxn>
                  <a:cxn ang="0">
                    <a:pos x="291" y="102"/>
                  </a:cxn>
                  <a:cxn ang="0">
                    <a:pos x="283" y="116"/>
                  </a:cxn>
                  <a:cxn ang="0">
                    <a:pos x="317" y="135"/>
                  </a:cxn>
                  <a:cxn ang="0">
                    <a:pos x="342" y="153"/>
                  </a:cxn>
                  <a:cxn ang="0">
                    <a:pos x="362" y="165"/>
                  </a:cxn>
                  <a:cxn ang="0">
                    <a:pos x="349" y="178"/>
                  </a:cxn>
                </a:cxnLst>
                <a:rect l="0" t="0" r="r" b="b"/>
                <a:pathLst>
                  <a:path w="362" h="261">
                    <a:moveTo>
                      <a:pt x="339" y="184"/>
                    </a:moveTo>
                    <a:cubicBezTo>
                      <a:pt x="339" y="189"/>
                      <a:pt x="338" y="196"/>
                      <a:pt x="333" y="196"/>
                    </a:cubicBezTo>
                    <a:cubicBezTo>
                      <a:pt x="311" y="196"/>
                      <a:pt x="311" y="166"/>
                      <a:pt x="289" y="166"/>
                    </a:cubicBezTo>
                    <a:cubicBezTo>
                      <a:pt x="287" y="166"/>
                      <a:pt x="281" y="171"/>
                      <a:pt x="281" y="171"/>
                    </a:cubicBezTo>
                    <a:cubicBezTo>
                      <a:pt x="284" y="173"/>
                      <a:pt x="285" y="173"/>
                      <a:pt x="289" y="172"/>
                    </a:cubicBezTo>
                    <a:cubicBezTo>
                      <a:pt x="289" y="177"/>
                      <a:pt x="289" y="177"/>
                      <a:pt x="289" y="177"/>
                    </a:cubicBezTo>
                    <a:cubicBezTo>
                      <a:pt x="287" y="178"/>
                      <a:pt x="284" y="178"/>
                      <a:pt x="283" y="177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8" y="184"/>
                      <a:pt x="288" y="184"/>
                      <a:pt x="288" y="184"/>
                    </a:cubicBezTo>
                    <a:cubicBezTo>
                      <a:pt x="289" y="189"/>
                      <a:pt x="295" y="199"/>
                      <a:pt x="298" y="201"/>
                    </a:cubicBezTo>
                    <a:cubicBezTo>
                      <a:pt x="307" y="204"/>
                      <a:pt x="310" y="198"/>
                      <a:pt x="311" y="206"/>
                    </a:cubicBezTo>
                    <a:cubicBezTo>
                      <a:pt x="315" y="206"/>
                      <a:pt x="315" y="206"/>
                      <a:pt x="318" y="206"/>
                    </a:cubicBezTo>
                    <a:cubicBezTo>
                      <a:pt x="318" y="213"/>
                      <a:pt x="318" y="213"/>
                      <a:pt x="318" y="215"/>
                    </a:cubicBezTo>
                    <a:cubicBezTo>
                      <a:pt x="318" y="218"/>
                      <a:pt x="326" y="220"/>
                      <a:pt x="326" y="225"/>
                    </a:cubicBezTo>
                    <a:cubicBezTo>
                      <a:pt x="326" y="229"/>
                      <a:pt x="321" y="238"/>
                      <a:pt x="319" y="242"/>
                    </a:cubicBezTo>
                    <a:cubicBezTo>
                      <a:pt x="311" y="242"/>
                      <a:pt x="283" y="231"/>
                      <a:pt x="278" y="225"/>
                    </a:cubicBezTo>
                    <a:cubicBezTo>
                      <a:pt x="272" y="225"/>
                      <a:pt x="272" y="225"/>
                      <a:pt x="272" y="225"/>
                    </a:cubicBezTo>
                    <a:cubicBezTo>
                      <a:pt x="279" y="234"/>
                      <a:pt x="304" y="243"/>
                      <a:pt x="304" y="256"/>
                    </a:cubicBezTo>
                    <a:cubicBezTo>
                      <a:pt x="304" y="259"/>
                      <a:pt x="301" y="261"/>
                      <a:pt x="299" y="261"/>
                    </a:cubicBezTo>
                    <a:cubicBezTo>
                      <a:pt x="297" y="261"/>
                      <a:pt x="296" y="256"/>
                      <a:pt x="295" y="256"/>
                    </a:cubicBezTo>
                    <a:cubicBezTo>
                      <a:pt x="282" y="249"/>
                      <a:pt x="274" y="252"/>
                      <a:pt x="263" y="245"/>
                    </a:cubicBezTo>
                    <a:cubicBezTo>
                      <a:pt x="252" y="239"/>
                      <a:pt x="226" y="240"/>
                      <a:pt x="233" y="226"/>
                    </a:cubicBezTo>
                    <a:cubicBezTo>
                      <a:pt x="219" y="219"/>
                      <a:pt x="212" y="211"/>
                      <a:pt x="199" y="204"/>
                    </a:cubicBezTo>
                    <a:cubicBezTo>
                      <a:pt x="197" y="207"/>
                      <a:pt x="194" y="210"/>
                      <a:pt x="190" y="210"/>
                    </a:cubicBezTo>
                    <a:cubicBezTo>
                      <a:pt x="186" y="210"/>
                      <a:pt x="187" y="207"/>
                      <a:pt x="183" y="207"/>
                    </a:cubicBezTo>
                    <a:cubicBezTo>
                      <a:pt x="177" y="207"/>
                      <a:pt x="175" y="214"/>
                      <a:pt x="169" y="214"/>
                    </a:cubicBezTo>
                    <a:cubicBezTo>
                      <a:pt x="165" y="214"/>
                      <a:pt x="150" y="208"/>
                      <a:pt x="150" y="201"/>
                    </a:cubicBezTo>
                    <a:cubicBezTo>
                      <a:pt x="150" y="197"/>
                      <a:pt x="162" y="189"/>
                      <a:pt x="168" y="189"/>
                    </a:cubicBezTo>
                    <a:cubicBezTo>
                      <a:pt x="176" y="189"/>
                      <a:pt x="183" y="189"/>
                      <a:pt x="187" y="189"/>
                    </a:cubicBezTo>
                    <a:cubicBezTo>
                      <a:pt x="191" y="189"/>
                      <a:pt x="202" y="187"/>
                      <a:pt x="207" y="183"/>
                    </a:cubicBezTo>
                    <a:cubicBezTo>
                      <a:pt x="205" y="182"/>
                      <a:pt x="199" y="178"/>
                      <a:pt x="199" y="174"/>
                    </a:cubicBezTo>
                    <a:cubicBezTo>
                      <a:pt x="199" y="167"/>
                      <a:pt x="207" y="171"/>
                      <a:pt x="210" y="167"/>
                    </a:cubicBezTo>
                    <a:cubicBezTo>
                      <a:pt x="214" y="163"/>
                      <a:pt x="223" y="154"/>
                      <a:pt x="223" y="148"/>
                    </a:cubicBezTo>
                    <a:cubicBezTo>
                      <a:pt x="223" y="136"/>
                      <a:pt x="195" y="115"/>
                      <a:pt x="186" y="115"/>
                    </a:cubicBezTo>
                    <a:cubicBezTo>
                      <a:pt x="180" y="115"/>
                      <a:pt x="177" y="120"/>
                      <a:pt x="172" y="120"/>
                    </a:cubicBezTo>
                    <a:cubicBezTo>
                      <a:pt x="170" y="120"/>
                      <a:pt x="168" y="115"/>
                      <a:pt x="168" y="115"/>
                    </a:cubicBezTo>
                    <a:cubicBezTo>
                      <a:pt x="168" y="110"/>
                      <a:pt x="176" y="109"/>
                      <a:pt x="179" y="109"/>
                    </a:cubicBezTo>
                    <a:cubicBezTo>
                      <a:pt x="175" y="105"/>
                      <a:pt x="151" y="85"/>
                      <a:pt x="146" y="85"/>
                    </a:cubicBezTo>
                    <a:cubicBezTo>
                      <a:pt x="140" y="85"/>
                      <a:pt x="133" y="101"/>
                      <a:pt x="125" y="101"/>
                    </a:cubicBezTo>
                    <a:cubicBezTo>
                      <a:pt x="120" y="101"/>
                      <a:pt x="121" y="94"/>
                      <a:pt x="122" y="91"/>
                    </a:cubicBezTo>
                    <a:cubicBezTo>
                      <a:pt x="108" y="90"/>
                      <a:pt x="75" y="91"/>
                      <a:pt x="55" y="91"/>
                    </a:cubicBezTo>
                    <a:cubicBezTo>
                      <a:pt x="51" y="91"/>
                      <a:pt x="44" y="86"/>
                      <a:pt x="41" y="82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8" y="76"/>
                      <a:pt x="11" y="75"/>
                      <a:pt x="11" y="69"/>
                    </a:cubicBezTo>
                    <a:cubicBezTo>
                      <a:pt x="16" y="67"/>
                      <a:pt x="23" y="70"/>
                      <a:pt x="30" y="70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6" y="62"/>
                      <a:pt x="6" y="60"/>
                      <a:pt x="6" y="60"/>
                    </a:cubicBezTo>
                    <a:cubicBezTo>
                      <a:pt x="6" y="60"/>
                      <a:pt x="0" y="52"/>
                      <a:pt x="0" y="48"/>
                    </a:cubicBezTo>
                    <a:cubicBezTo>
                      <a:pt x="0" y="36"/>
                      <a:pt x="2" y="33"/>
                      <a:pt x="8" y="29"/>
                    </a:cubicBezTo>
                    <a:cubicBezTo>
                      <a:pt x="12" y="26"/>
                      <a:pt x="10" y="18"/>
                      <a:pt x="11" y="16"/>
                    </a:cubicBezTo>
                    <a:cubicBezTo>
                      <a:pt x="20" y="7"/>
                      <a:pt x="32" y="0"/>
                      <a:pt x="47" y="0"/>
                    </a:cubicBezTo>
                    <a:cubicBezTo>
                      <a:pt x="47" y="0"/>
                      <a:pt x="61" y="4"/>
                      <a:pt x="61" y="4"/>
                    </a:cubicBezTo>
                    <a:cubicBezTo>
                      <a:pt x="57" y="14"/>
                      <a:pt x="42" y="14"/>
                      <a:pt x="42" y="27"/>
                    </a:cubicBezTo>
                    <a:cubicBezTo>
                      <a:pt x="42" y="30"/>
                      <a:pt x="44" y="32"/>
                      <a:pt x="46" y="32"/>
                    </a:cubicBezTo>
                    <a:cubicBezTo>
                      <a:pt x="45" y="35"/>
                      <a:pt x="46" y="40"/>
                      <a:pt x="46" y="40"/>
                    </a:cubicBezTo>
                    <a:cubicBezTo>
                      <a:pt x="46" y="43"/>
                      <a:pt x="45" y="47"/>
                      <a:pt x="50" y="47"/>
                    </a:cubicBezTo>
                    <a:cubicBezTo>
                      <a:pt x="53" y="47"/>
                      <a:pt x="59" y="42"/>
                      <a:pt x="59" y="38"/>
                    </a:cubicBezTo>
                    <a:cubicBezTo>
                      <a:pt x="59" y="34"/>
                      <a:pt x="55" y="31"/>
                      <a:pt x="55" y="26"/>
                    </a:cubicBezTo>
                    <a:cubicBezTo>
                      <a:pt x="55" y="10"/>
                      <a:pt x="84" y="4"/>
                      <a:pt x="102" y="4"/>
                    </a:cubicBezTo>
                    <a:cubicBezTo>
                      <a:pt x="113" y="4"/>
                      <a:pt x="120" y="20"/>
                      <a:pt x="120" y="29"/>
                    </a:cubicBezTo>
                    <a:cubicBezTo>
                      <a:pt x="120" y="31"/>
                      <a:pt x="117" y="38"/>
                      <a:pt x="120" y="38"/>
                    </a:cubicBezTo>
                    <a:cubicBezTo>
                      <a:pt x="122" y="38"/>
                      <a:pt x="124" y="34"/>
                      <a:pt x="128" y="34"/>
                    </a:cubicBezTo>
                    <a:cubicBezTo>
                      <a:pt x="133" y="34"/>
                      <a:pt x="135" y="38"/>
                      <a:pt x="138" y="38"/>
                    </a:cubicBezTo>
                    <a:cubicBezTo>
                      <a:pt x="146" y="38"/>
                      <a:pt x="148" y="27"/>
                      <a:pt x="156" y="27"/>
                    </a:cubicBezTo>
                    <a:cubicBezTo>
                      <a:pt x="165" y="27"/>
                      <a:pt x="183" y="30"/>
                      <a:pt x="189" y="34"/>
                    </a:cubicBezTo>
                    <a:cubicBezTo>
                      <a:pt x="199" y="41"/>
                      <a:pt x="202" y="56"/>
                      <a:pt x="217" y="56"/>
                    </a:cubicBezTo>
                    <a:cubicBezTo>
                      <a:pt x="223" y="56"/>
                      <a:pt x="224" y="56"/>
                      <a:pt x="228" y="56"/>
                    </a:cubicBezTo>
                    <a:cubicBezTo>
                      <a:pt x="232" y="56"/>
                      <a:pt x="243" y="57"/>
                      <a:pt x="242" y="65"/>
                    </a:cubicBezTo>
                    <a:cubicBezTo>
                      <a:pt x="254" y="69"/>
                      <a:pt x="261" y="76"/>
                      <a:pt x="273" y="77"/>
                    </a:cubicBezTo>
                    <a:cubicBezTo>
                      <a:pt x="273" y="85"/>
                      <a:pt x="273" y="85"/>
                      <a:pt x="273" y="85"/>
                    </a:cubicBezTo>
                    <a:cubicBezTo>
                      <a:pt x="276" y="85"/>
                      <a:pt x="281" y="85"/>
                      <a:pt x="281" y="85"/>
                    </a:cubicBezTo>
                    <a:cubicBezTo>
                      <a:pt x="287" y="85"/>
                      <a:pt x="290" y="89"/>
                      <a:pt x="293" y="95"/>
                    </a:cubicBezTo>
                    <a:cubicBezTo>
                      <a:pt x="287" y="96"/>
                      <a:pt x="281" y="96"/>
                      <a:pt x="277" y="101"/>
                    </a:cubicBezTo>
                    <a:cubicBezTo>
                      <a:pt x="285" y="102"/>
                      <a:pt x="287" y="102"/>
                      <a:pt x="291" y="102"/>
                    </a:cubicBezTo>
                    <a:cubicBezTo>
                      <a:pt x="293" y="102"/>
                      <a:pt x="296" y="103"/>
                      <a:pt x="297" y="106"/>
                    </a:cubicBezTo>
                    <a:cubicBezTo>
                      <a:pt x="290" y="110"/>
                      <a:pt x="287" y="110"/>
                      <a:pt x="283" y="116"/>
                    </a:cubicBezTo>
                    <a:cubicBezTo>
                      <a:pt x="287" y="118"/>
                      <a:pt x="289" y="120"/>
                      <a:pt x="295" y="120"/>
                    </a:cubicBezTo>
                    <a:cubicBezTo>
                      <a:pt x="296" y="130"/>
                      <a:pt x="308" y="134"/>
                      <a:pt x="317" y="135"/>
                    </a:cubicBezTo>
                    <a:cubicBezTo>
                      <a:pt x="318" y="143"/>
                      <a:pt x="320" y="151"/>
                      <a:pt x="327" y="151"/>
                    </a:cubicBezTo>
                    <a:cubicBezTo>
                      <a:pt x="337" y="151"/>
                      <a:pt x="339" y="145"/>
                      <a:pt x="342" y="153"/>
                    </a:cubicBezTo>
                    <a:cubicBezTo>
                      <a:pt x="344" y="155"/>
                      <a:pt x="348" y="155"/>
                      <a:pt x="350" y="155"/>
                    </a:cubicBezTo>
                    <a:cubicBezTo>
                      <a:pt x="359" y="155"/>
                      <a:pt x="362" y="158"/>
                      <a:pt x="362" y="165"/>
                    </a:cubicBezTo>
                    <a:cubicBezTo>
                      <a:pt x="362" y="171"/>
                      <a:pt x="355" y="173"/>
                      <a:pt x="349" y="173"/>
                    </a:cubicBezTo>
                    <a:cubicBezTo>
                      <a:pt x="349" y="178"/>
                      <a:pt x="349" y="176"/>
                      <a:pt x="349" y="178"/>
                    </a:cubicBezTo>
                    <a:cubicBezTo>
                      <a:pt x="349" y="180"/>
                      <a:pt x="348" y="184"/>
                      <a:pt x="339" y="1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3" name="Freeform 85">
                <a:extLst>
                  <a:ext uri="{FF2B5EF4-FFF2-40B4-BE49-F238E27FC236}">
                    <a16:creationId xmlns:a16="http://schemas.microsoft.com/office/drawing/2014/main" id="{82A6FBE2-2467-8ABB-E0E7-C1C50404F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400" y="1635125"/>
                <a:ext cx="14288" cy="12700"/>
              </a:xfrm>
              <a:custGeom>
                <a:avLst/>
                <a:gdLst/>
                <a:ahLst/>
                <a:cxnLst>
                  <a:cxn ang="0">
                    <a:pos x="10" y="6"/>
                  </a:cxn>
                  <a:cxn ang="0">
                    <a:pos x="0" y="6"/>
                  </a:cxn>
                  <a:cxn ang="0">
                    <a:pos x="10" y="6"/>
                  </a:cxn>
                </a:cxnLst>
                <a:rect l="0" t="0" r="r" b="b"/>
                <a:pathLst>
                  <a:path w="10" h="9">
                    <a:moveTo>
                      <a:pt x="10" y="6"/>
                    </a:moveTo>
                    <a:cubicBezTo>
                      <a:pt x="6" y="9"/>
                      <a:pt x="5" y="9"/>
                      <a:pt x="0" y="6"/>
                    </a:cubicBezTo>
                    <a:cubicBezTo>
                      <a:pt x="5" y="0"/>
                      <a:pt x="5" y="3"/>
                      <a:pt x="10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4" name="Freeform 86">
                <a:extLst>
                  <a:ext uri="{FF2B5EF4-FFF2-40B4-BE49-F238E27FC236}">
                    <a16:creationId xmlns:a16="http://schemas.microsoft.com/office/drawing/2014/main" id="{CFE91AE0-7357-5716-4657-B1B221EAA6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975" y="1568450"/>
                <a:ext cx="12700" cy="12700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9" y="9"/>
                  </a:cxn>
                  <a:cxn ang="0">
                    <a:pos x="1" y="2"/>
                  </a:cxn>
                </a:cxnLst>
                <a:rect l="0" t="0" r="r" b="b"/>
                <a:pathLst>
                  <a:path w="9" h="9">
                    <a:moveTo>
                      <a:pt x="1" y="2"/>
                    </a:moveTo>
                    <a:cubicBezTo>
                      <a:pt x="6" y="0"/>
                      <a:pt x="6" y="5"/>
                      <a:pt x="9" y="9"/>
                    </a:cubicBezTo>
                    <a:cubicBezTo>
                      <a:pt x="4" y="9"/>
                      <a:pt x="0" y="5"/>
                      <a:pt x="1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5" name="Freeform 87">
                <a:extLst>
                  <a:ext uri="{FF2B5EF4-FFF2-40B4-BE49-F238E27FC236}">
                    <a16:creationId xmlns:a16="http://schemas.microsoft.com/office/drawing/2014/main" id="{BE73593C-D1F1-696A-A8EA-56DA85D29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975" y="985838"/>
                <a:ext cx="514350" cy="269875"/>
              </a:xfrm>
              <a:custGeom>
                <a:avLst/>
                <a:gdLst/>
                <a:ahLst/>
                <a:cxnLst>
                  <a:cxn ang="0">
                    <a:pos x="307" y="16"/>
                  </a:cxn>
                  <a:cxn ang="0">
                    <a:pos x="350" y="9"/>
                  </a:cxn>
                  <a:cxn ang="0">
                    <a:pos x="386" y="28"/>
                  </a:cxn>
                  <a:cxn ang="0">
                    <a:pos x="313" y="51"/>
                  </a:cxn>
                  <a:cxn ang="0">
                    <a:pos x="295" y="74"/>
                  </a:cxn>
                  <a:cxn ang="0">
                    <a:pos x="231" y="108"/>
                  </a:cxn>
                  <a:cxn ang="0">
                    <a:pos x="216" y="118"/>
                  </a:cxn>
                  <a:cxn ang="0">
                    <a:pos x="216" y="137"/>
                  </a:cxn>
                  <a:cxn ang="0">
                    <a:pos x="174" y="157"/>
                  </a:cxn>
                  <a:cxn ang="0">
                    <a:pos x="158" y="184"/>
                  </a:cxn>
                  <a:cxn ang="0">
                    <a:pos x="176" y="188"/>
                  </a:cxn>
                  <a:cxn ang="0">
                    <a:pos x="126" y="197"/>
                  </a:cxn>
                  <a:cxn ang="0">
                    <a:pos x="80" y="201"/>
                  </a:cxn>
                  <a:cxn ang="0">
                    <a:pos x="33" y="197"/>
                  </a:cxn>
                  <a:cxn ang="0">
                    <a:pos x="60" y="176"/>
                  </a:cxn>
                  <a:cxn ang="0">
                    <a:pos x="57" y="158"/>
                  </a:cxn>
                  <a:cxn ang="0">
                    <a:pos x="92" y="170"/>
                  </a:cxn>
                  <a:cxn ang="0">
                    <a:pos x="66" y="148"/>
                  </a:cxn>
                  <a:cxn ang="0">
                    <a:pos x="55" y="151"/>
                  </a:cxn>
                  <a:cxn ang="0">
                    <a:pos x="68" y="131"/>
                  </a:cxn>
                  <a:cxn ang="0">
                    <a:pos x="62" y="97"/>
                  </a:cxn>
                  <a:cxn ang="0">
                    <a:pos x="67" y="89"/>
                  </a:cxn>
                  <a:cxn ang="0">
                    <a:pos x="97" y="90"/>
                  </a:cxn>
                  <a:cxn ang="0">
                    <a:pos x="108" y="91"/>
                  </a:cxn>
                  <a:cxn ang="0">
                    <a:pos x="133" y="86"/>
                  </a:cxn>
                  <a:cxn ang="0">
                    <a:pos x="147" y="74"/>
                  </a:cxn>
                  <a:cxn ang="0">
                    <a:pos x="99" y="81"/>
                  </a:cxn>
                  <a:cxn ang="0">
                    <a:pos x="72" y="76"/>
                  </a:cxn>
                  <a:cxn ang="0">
                    <a:pos x="57" y="81"/>
                  </a:cxn>
                  <a:cxn ang="0">
                    <a:pos x="44" y="67"/>
                  </a:cxn>
                  <a:cxn ang="0">
                    <a:pos x="51" y="53"/>
                  </a:cxn>
                  <a:cxn ang="0">
                    <a:pos x="25" y="60"/>
                  </a:cxn>
                  <a:cxn ang="0">
                    <a:pos x="29" y="49"/>
                  </a:cxn>
                  <a:cxn ang="0">
                    <a:pos x="9" y="52"/>
                  </a:cxn>
                  <a:cxn ang="0">
                    <a:pos x="44" y="36"/>
                  </a:cxn>
                  <a:cxn ang="0">
                    <a:pos x="57" y="32"/>
                  </a:cxn>
                  <a:cxn ang="0">
                    <a:pos x="104" y="32"/>
                  </a:cxn>
                  <a:cxn ang="0">
                    <a:pos x="135" y="11"/>
                  </a:cxn>
                  <a:cxn ang="0">
                    <a:pos x="196" y="6"/>
                  </a:cxn>
                  <a:cxn ang="0">
                    <a:pos x="218" y="8"/>
                  </a:cxn>
                  <a:cxn ang="0">
                    <a:pos x="245" y="3"/>
                  </a:cxn>
                  <a:cxn ang="0">
                    <a:pos x="315" y="11"/>
                  </a:cxn>
                </a:cxnLst>
                <a:rect l="0" t="0" r="r" b="b"/>
                <a:pathLst>
                  <a:path w="386" h="203">
                    <a:moveTo>
                      <a:pt x="315" y="11"/>
                    </a:moveTo>
                    <a:cubicBezTo>
                      <a:pt x="312" y="14"/>
                      <a:pt x="310" y="15"/>
                      <a:pt x="307" y="16"/>
                    </a:cubicBezTo>
                    <a:cubicBezTo>
                      <a:pt x="342" y="6"/>
                      <a:pt x="342" y="6"/>
                      <a:pt x="342" y="6"/>
                    </a:cubicBezTo>
                    <a:cubicBezTo>
                      <a:pt x="345" y="7"/>
                      <a:pt x="347" y="8"/>
                      <a:pt x="350" y="9"/>
                    </a:cubicBezTo>
                    <a:cubicBezTo>
                      <a:pt x="355" y="11"/>
                      <a:pt x="355" y="14"/>
                      <a:pt x="358" y="17"/>
                    </a:cubicBezTo>
                    <a:cubicBezTo>
                      <a:pt x="363" y="22"/>
                      <a:pt x="386" y="20"/>
                      <a:pt x="386" y="28"/>
                    </a:cubicBezTo>
                    <a:cubicBezTo>
                      <a:pt x="386" y="33"/>
                      <a:pt x="378" y="32"/>
                      <a:pt x="375" y="34"/>
                    </a:cubicBezTo>
                    <a:cubicBezTo>
                      <a:pt x="358" y="48"/>
                      <a:pt x="336" y="40"/>
                      <a:pt x="313" y="51"/>
                    </a:cubicBezTo>
                    <a:cubicBezTo>
                      <a:pt x="317" y="56"/>
                      <a:pt x="335" y="52"/>
                      <a:pt x="346" y="52"/>
                    </a:cubicBezTo>
                    <a:cubicBezTo>
                      <a:pt x="336" y="63"/>
                      <a:pt x="311" y="69"/>
                      <a:pt x="295" y="74"/>
                    </a:cubicBezTo>
                    <a:cubicBezTo>
                      <a:pt x="277" y="80"/>
                      <a:pt x="267" y="97"/>
                      <a:pt x="254" y="107"/>
                    </a:cubicBezTo>
                    <a:cubicBezTo>
                      <a:pt x="248" y="112"/>
                      <a:pt x="238" y="106"/>
                      <a:pt x="231" y="108"/>
                    </a:cubicBezTo>
                    <a:cubicBezTo>
                      <a:pt x="221" y="112"/>
                      <a:pt x="210" y="112"/>
                      <a:pt x="203" y="118"/>
                    </a:cubicBezTo>
                    <a:cubicBezTo>
                      <a:pt x="216" y="118"/>
                      <a:pt x="216" y="118"/>
                      <a:pt x="216" y="118"/>
                    </a:cubicBezTo>
                    <a:cubicBezTo>
                      <a:pt x="217" y="128"/>
                      <a:pt x="211" y="127"/>
                      <a:pt x="203" y="126"/>
                    </a:cubicBezTo>
                    <a:cubicBezTo>
                      <a:pt x="208" y="129"/>
                      <a:pt x="213" y="131"/>
                      <a:pt x="216" y="137"/>
                    </a:cubicBezTo>
                    <a:cubicBezTo>
                      <a:pt x="206" y="141"/>
                      <a:pt x="203" y="152"/>
                      <a:pt x="196" y="157"/>
                    </a:cubicBezTo>
                    <a:cubicBezTo>
                      <a:pt x="177" y="157"/>
                      <a:pt x="177" y="157"/>
                      <a:pt x="174" y="157"/>
                    </a:cubicBezTo>
                    <a:cubicBezTo>
                      <a:pt x="175" y="160"/>
                      <a:pt x="177" y="161"/>
                      <a:pt x="177" y="164"/>
                    </a:cubicBezTo>
                    <a:cubicBezTo>
                      <a:pt x="177" y="178"/>
                      <a:pt x="158" y="169"/>
                      <a:pt x="158" y="184"/>
                    </a:cubicBezTo>
                    <a:cubicBezTo>
                      <a:pt x="165" y="184"/>
                      <a:pt x="166" y="184"/>
                      <a:pt x="169" y="184"/>
                    </a:cubicBezTo>
                    <a:cubicBezTo>
                      <a:pt x="171" y="184"/>
                      <a:pt x="176" y="184"/>
                      <a:pt x="176" y="188"/>
                    </a:cubicBezTo>
                    <a:cubicBezTo>
                      <a:pt x="176" y="195"/>
                      <a:pt x="151" y="203"/>
                      <a:pt x="141" y="203"/>
                    </a:cubicBezTo>
                    <a:cubicBezTo>
                      <a:pt x="131" y="203"/>
                      <a:pt x="135" y="197"/>
                      <a:pt x="126" y="197"/>
                    </a:cubicBezTo>
                    <a:cubicBezTo>
                      <a:pt x="113" y="197"/>
                      <a:pt x="104" y="197"/>
                      <a:pt x="93" y="197"/>
                    </a:cubicBezTo>
                    <a:cubicBezTo>
                      <a:pt x="89" y="197"/>
                      <a:pt x="86" y="201"/>
                      <a:pt x="80" y="201"/>
                    </a:cubicBezTo>
                    <a:cubicBezTo>
                      <a:pt x="65" y="201"/>
                      <a:pt x="53" y="197"/>
                      <a:pt x="38" y="192"/>
                    </a:cubicBezTo>
                    <a:cubicBezTo>
                      <a:pt x="37" y="194"/>
                      <a:pt x="35" y="197"/>
                      <a:pt x="33" y="197"/>
                    </a:cubicBezTo>
                    <a:cubicBezTo>
                      <a:pt x="29" y="197"/>
                      <a:pt x="28" y="194"/>
                      <a:pt x="28" y="193"/>
                    </a:cubicBezTo>
                    <a:cubicBezTo>
                      <a:pt x="28" y="176"/>
                      <a:pt x="51" y="182"/>
                      <a:pt x="60" y="176"/>
                    </a:cubicBezTo>
                    <a:cubicBezTo>
                      <a:pt x="55" y="172"/>
                      <a:pt x="46" y="170"/>
                      <a:pt x="46" y="162"/>
                    </a:cubicBezTo>
                    <a:cubicBezTo>
                      <a:pt x="46" y="156"/>
                      <a:pt x="52" y="158"/>
                      <a:pt x="57" y="158"/>
                    </a:cubicBezTo>
                    <a:cubicBezTo>
                      <a:pt x="71" y="158"/>
                      <a:pt x="76" y="165"/>
                      <a:pt x="84" y="170"/>
                    </a:cubicBezTo>
                    <a:cubicBezTo>
                      <a:pt x="92" y="170"/>
                      <a:pt x="92" y="170"/>
                      <a:pt x="92" y="170"/>
                    </a:cubicBezTo>
                    <a:cubicBezTo>
                      <a:pt x="86" y="164"/>
                      <a:pt x="72" y="159"/>
                      <a:pt x="72" y="148"/>
                    </a:cubicBezTo>
                    <a:cubicBezTo>
                      <a:pt x="66" y="148"/>
                      <a:pt x="66" y="148"/>
                      <a:pt x="66" y="148"/>
                    </a:cubicBezTo>
                    <a:cubicBezTo>
                      <a:pt x="63" y="149"/>
                      <a:pt x="63" y="149"/>
                      <a:pt x="61" y="151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55" y="146"/>
                      <a:pt x="55" y="146"/>
                      <a:pt x="55" y="146"/>
                    </a:cubicBezTo>
                    <a:cubicBezTo>
                      <a:pt x="58" y="138"/>
                      <a:pt x="61" y="134"/>
                      <a:pt x="68" y="131"/>
                    </a:cubicBezTo>
                    <a:cubicBezTo>
                      <a:pt x="79" y="128"/>
                      <a:pt x="92" y="132"/>
                      <a:pt x="92" y="119"/>
                    </a:cubicBezTo>
                    <a:cubicBezTo>
                      <a:pt x="92" y="105"/>
                      <a:pt x="62" y="105"/>
                      <a:pt x="62" y="97"/>
                    </a:cubicBezTo>
                    <a:cubicBezTo>
                      <a:pt x="62" y="93"/>
                      <a:pt x="69" y="94"/>
                      <a:pt x="73" y="94"/>
                    </a:cubicBezTo>
                    <a:cubicBezTo>
                      <a:pt x="68" y="94"/>
                      <a:pt x="67" y="92"/>
                      <a:pt x="67" y="89"/>
                    </a:cubicBezTo>
                    <a:cubicBezTo>
                      <a:pt x="69" y="88"/>
                      <a:pt x="71" y="89"/>
                      <a:pt x="73" y="89"/>
                    </a:cubicBezTo>
                    <a:cubicBezTo>
                      <a:pt x="78" y="89"/>
                      <a:pt x="88" y="87"/>
                      <a:pt x="97" y="90"/>
                    </a:cubicBezTo>
                    <a:cubicBezTo>
                      <a:pt x="108" y="93"/>
                      <a:pt x="112" y="106"/>
                      <a:pt x="124" y="104"/>
                    </a:cubicBezTo>
                    <a:cubicBezTo>
                      <a:pt x="122" y="102"/>
                      <a:pt x="108" y="93"/>
                      <a:pt x="108" y="91"/>
                    </a:cubicBezTo>
                    <a:cubicBezTo>
                      <a:pt x="108" y="89"/>
                      <a:pt x="110" y="88"/>
                      <a:pt x="111" y="86"/>
                    </a:cubicBezTo>
                    <a:cubicBezTo>
                      <a:pt x="133" y="86"/>
                      <a:pt x="133" y="86"/>
                      <a:pt x="133" y="86"/>
                    </a:cubicBezTo>
                    <a:cubicBezTo>
                      <a:pt x="141" y="83"/>
                      <a:pt x="149" y="81"/>
                      <a:pt x="154" y="74"/>
                    </a:cubicBezTo>
                    <a:cubicBezTo>
                      <a:pt x="147" y="74"/>
                      <a:pt x="147" y="74"/>
                      <a:pt x="147" y="74"/>
                    </a:cubicBezTo>
                    <a:cubicBezTo>
                      <a:pt x="138" y="81"/>
                      <a:pt x="128" y="84"/>
                      <a:pt x="114" y="84"/>
                    </a:cubicBezTo>
                    <a:cubicBezTo>
                      <a:pt x="106" y="84"/>
                      <a:pt x="103" y="81"/>
                      <a:pt x="99" y="81"/>
                    </a:cubicBezTo>
                    <a:cubicBezTo>
                      <a:pt x="95" y="81"/>
                      <a:pt x="93" y="85"/>
                      <a:pt x="90" y="85"/>
                    </a:cubicBezTo>
                    <a:cubicBezTo>
                      <a:pt x="81" y="85"/>
                      <a:pt x="70" y="82"/>
                      <a:pt x="72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63" y="78"/>
                      <a:pt x="61" y="81"/>
                      <a:pt x="57" y="81"/>
                    </a:cubicBezTo>
                    <a:cubicBezTo>
                      <a:pt x="48" y="81"/>
                      <a:pt x="36" y="75"/>
                      <a:pt x="33" y="71"/>
                    </a:cubicBezTo>
                    <a:cubicBezTo>
                      <a:pt x="36" y="69"/>
                      <a:pt x="39" y="67"/>
                      <a:pt x="44" y="67"/>
                    </a:cubicBezTo>
                    <a:cubicBezTo>
                      <a:pt x="36" y="67"/>
                      <a:pt x="27" y="66"/>
                      <a:pt x="24" y="67"/>
                    </a:cubicBezTo>
                    <a:cubicBezTo>
                      <a:pt x="29" y="55"/>
                      <a:pt x="40" y="56"/>
                      <a:pt x="51" y="53"/>
                    </a:cubicBezTo>
                    <a:cubicBezTo>
                      <a:pt x="47" y="52"/>
                      <a:pt x="46" y="52"/>
                      <a:pt x="42" y="52"/>
                    </a:cubicBezTo>
                    <a:cubicBezTo>
                      <a:pt x="33" y="52"/>
                      <a:pt x="33" y="60"/>
                      <a:pt x="25" y="60"/>
                    </a:cubicBezTo>
                    <a:cubicBezTo>
                      <a:pt x="22" y="60"/>
                      <a:pt x="18" y="57"/>
                      <a:pt x="17" y="56"/>
                    </a:cubicBezTo>
                    <a:cubicBezTo>
                      <a:pt x="21" y="52"/>
                      <a:pt x="24" y="51"/>
                      <a:pt x="29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3" y="50"/>
                      <a:pt x="11" y="51"/>
                      <a:pt x="9" y="52"/>
                    </a:cubicBezTo>
                    <a:cubicBezTo>
                      <a:pt x="7" y="52"/>
                      <a:pt x="2" y="52"/>
                      <a:pt x="0" y="52"/>
                    </a:cubicBezTo>
                    <a:cubicBezTo>
                      <a:pt x="2" y="41"/>
                      <a:pt x="31" y="36"/>
                      <a:pt x="44" y="36"/>
                    </a:cubicBezTo>
                    <a:cubicBezTo>
                      <a:pt x="49" y="36"/>
                      <a:pt x="52" y="36"/>
                      <a:pt x="53" y="36"/>
                    </a:cubicBezTo>
                    <a:cubicBezTo>
                      <a:pt x="55" y="36"/>
                      <a:pt x="57" y="34"/>
                      <a:pt x="57" y="32"/>
                    </a:cubicBezTo>
                    <a:cubicBezTo>
                      <a:pt x="71" y="32"/>
                      <a:pt x="65" y="22"/>
                      <a:pt x="74" y="22"/>
                    </a:cubicBezTo>
                    <a:cubicBezTo>
                      <a:pt x="83" y="22"/>
                      <a:pt x="100" y="31"/>
                      <a:pt x="104" y="32"/>
                    </a:cubicBezTo>
                    <a:cubicBezTo>
                      <a:pt x="108" y="22"/>
                      <a:pt x="113" y="12"/>
                      <a:pt x="126" y="12"/>
                    </a:cubicBezTo>
                    <a:cubicBezTo>
                      <a:pt x="134" y="12"/>
                      <a:pt x="129" y="16"/>
                      <a:pt x="135" y="11"/>
                    </a:cubicBezTo>
                    <a:cubicBezTo>
                      <a:pt x="137" y="7"/>
                      <a:pt x="141" y="6"/>
                      <a:pt x="145" y="6"/>
                    </a:cubicBezTo>
                    <a:cubicBezTo>
                      <a:pt x="168" y="6"/>
                      <a:pt x="173" y="6"/>
                      <a:pt x="196" y="6"/>
                    </a:cubicBezTo>
                    <a:cubicBezTo>
                      <a:pt x="197" y="4"/>
                      <a:pt x="199" y="3"/>
                      <a:pt x="201" y="3"/>
                    </a:cubicBezTo>
                    <a:cubicBezTo>
                      <a:pt x="209" y="3"/>
                      <a:pt x="211" y="8"/>
                      <a:pt x="218" y="8"/>
                    </a:cubicBezTo>
                    <a:cubicBezTo>
                      <a:pt x="224" y="8"/>
                      <a:pt x="226" y="0"/>
                      <a:pt x="232" y="0"/>
                    </a:cubicBezTo>
                    <a:cubicBezTo>
                      <a:pt x="239" y="0"/>
                      <a:pt x="241" y="3"/>
                      <a:pt x="245" y="3"/>
                    </a:cubicBezTo>
                    <a:cubicBezTo>
                      <a:pt x="250" y="3"/>
                      <a:pt x="253" y="3"/>
                      <a:pt x="258" y="3"/>
                    </a:cubicBezTo>
                    <a:cubicBezTo>
                      <a:pt x="268" y="3"/>
                      <a:pt x="306" y="2"/>
                      <a:pt x="315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6" name="Freeform 88">
                <a:extLst>
                  <a:ext uri="{FF2B5EF4-FFF2-40B4-BE49-F238E27FC236}">
                    <a16:creationId xmlns:a16="http://schemas.microsoft.com/office/drawing/2014/main" id="{4E81EAF9-3701-C0C1-852A-3685BF3443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238" y="960438"/>
                <a:ext cx="1006475" cy="765175"/>
              </a:xfrm>
              <a:custGeom>
                <a:avLst/>
                <a:gdLst/>
                <a:ahLst/>
                <a:cxnLst>
                  <a:cxn ang="0">
                    <a:pos x="280" y="372"/>
                  </a:cxn>
                  <a:cxn ang="0">
                    <a:pos x="267" y="360"/>
                  </a:cxn>
                  <a:cxn ang="0">
                    <a:pos x="228" y="336"/>
                  </a:cxn>
                  <a:cxn ang="0">
                    <a:pos x="215" y="302"/>
                  </a:cxn>
                  <a:cxn ang="0">
                    <a:pos x="109" y="219"/>
                  </a:cxn>
                  <a:cxn ang="0">
                    <a:pos x="73" y="223"/>
                  </a:cxn>
                  <a:cxn ang="0">
                    <a:pos x="43" y="217"/>
                  </a:cxn>
                  <a:cxn ang="0">
                    <a:pos x="19" y="202"/>
                  </a:cxn>
                  <a:cxn ang="0">
                    <a:pos x="51" y="190"/>
                  </a:cxn>
                  <a:cxn ang="0">
                    <a:pos x="64" y="180"/>
                  </a:cxn>
                  <a:cxn ang="0">
                    <a:pos x="0" y="166"/>
                  </a:cxn>
                  <a:cxn ang="0">
                    <a:pos x="84" y="141"/>
                  </a:cxn>
                  <a:cxn ang="0">
                    <a:pos x="72" y="102"/>
                  </a:cxn>
                  <a:cxn ang="0">
                    <a:pos x="144" y="59"/>
                  </a:cxn>
                  <a:cxn ang="0">
                    <a:pos x="237" y="56"/>
                  </a:cxn>
                  <a:cxn ang="0">
                    <a:pos x="260" y="53"/>
                  </a:cxn>
                  <a:cxn ang="0">
                    <a:pos x="274" y="38"/>
                  </a:cxn>
                  <a:cxn ang="0">
                    <a:pos x="309" y="36"/>
                  </a:cxn>
                  <a:cxn ang="0">
                    <a:pos x="355" y="15"/>
                  </a:cxn>
                  <a:cxn ang="0">
                    <a:pos x="391" y="13"/>
                  </a:cxn>
                  <a:cxn ang="0">
                    <a:pos x="534" y="0"/>
                  </a:cxn>
                  <a:cxn ang="0">
                    <a:pos x="594" y="48"/>
                  </a:cxn>
                  <a:cxn ang="0">
                    <a:pos x="570" y="75"/>
                  </a:cxn>
                  <a:cxn ang="0">
                    <a:pos x="603" y="102"/>
                  </a:cxn>
                  <a:cxn ang="0">
                    <a:pos x="684" y="66"/>
                  </a:cxn>
                  <a:cxn ang="0">
                    <a:pos x="730" y="51"/>
                  </a:cxn>
                  <a:cxn ang="0">
                    <a:pos x="702" y="94"/>
                  </a:cxn>
                  <a:cxn ang="0">
                    <a:pos x="691" y="114"/>
                  </a:cxn>
                  <a:cxn ang="0">
                    <a:pos x="654" y="150"/>
                  </a:cxn>
                  <a:cxn ang="0">
                    <a:pos x="677" y="178"/>
                  </a:cxn>
                  <a:cxn ang="0">
                    <a:pos x="657" y="202"/>
                  </a:cxn>
                  <a:cxn ang="0">
                    <a:pos x="669" y="236"/>
                  </a:cxn>
                  <a:cxn ang="0">
                    <a:pos x="673" y="260"/>
                  </a:cxn>
                  <a:cxn ang="0">
                    <a:pos x="633" y="295"/>
                  </a:cxn>
                  <a:cxn ang="0">
                    <a:pos x="637" y="305"/>
                  </a:cxn>
                  <a:cxn ang="0">
                    <a:pos x="601" y="297"/>
                  </a:cxn>
                  <a:cxn ang="0">
                    <a:pos x="633" y="358"/>
                  </a:cxn>
                  <a:cxn ang="0">
                    <a:pos x="596" y="347"/>
                  </a:cxn>
                  <a:cxn ang="0">
                    <a:pos x="616" y="375"/>
                  </a:cxn>
                  <a:cxn ang="0">
                    <a:pos x="518" y="408"/>
                  </a:cxn>
                  <a:cxn ang="0">
                    <a:pos x="483" y="445"/>
                  </a:cxn>
                  <a:cxn ang="0">
                    <a:pos x="443" y="449"/>
                  </a:cxn>
                  <a:cxn ang="0">
                    <a:pos x="402" y="485"/>
                  </a:cxn>
                  <a:cxn ang="0">
                    <a:pos x="384" y="523"/>
                  </a:cxn>
                  <a:cxn ang="0">
                    <a:pos x="362" y="571"/>
                  </a:cxn>
                  <a:cxn ang="0">
                    <a:pos x="313" y="560"/>
                  </a:cxn>
                  <a:cxn ang="0">
                    <a:pos x="270" y="499"/>
                  </a:cxn>
                  <a:cxn ang="0">
                    <a:pos x="256" y="475"/>
                  </a:cxn>
                  <a:cxn ang="0">
                    <a:pos x="237" y="438"/>
                  </a:cxn>
                  <a:cxn ang="0">
                    <a:pos x="255" y="403"/>
                  </a:cxn>
                </a:cxnLst>
                <a:rect l="0" t="0" r="r" b="b"/>
                <a:pathLst>
                  <a:path w="756" h="575">
                    <a:moveTo>
                      <a:pt x="255" y="403"/>
                    </a:moveTo>
                    <a:cubicBezTo>
                      <a:pt x="261" y="400"/>
                      <a:pt x="261" y="400"/>
                      <a:pt x="267" y="402"/>
                    </a:cubicBezTo>
                    <a:cubicBezTo>
                      <a:pt x="270" y="389"/>
                      <a:pt x="276" y="385"/>
                      <a:pt x="280" y="372"/>
                    </a:cubicBezTo>
                    <a:cubicBezTo>
                      <a:pt x="266" y="368"/>
                      <a:pt x="234" y="366"/>
                      <a:pt x="233" y="353"/>
                    </a:cubicBezTo>
                    <a:cubicBezTo>
                      <a:pt x="237" y="352"/>
                      <a:pt x="236" y="353"/>
                      <a:pt x="240" y="353"/>
                    </a:cubicBezTo>
                    <a:cubicBezTo>
                      <a:pt x="250" y="353"/>
                      <a:pt x="256" y="360"/>
                      <a:pt x="267" y="360"/>
                    </a:cubicBezTo>
                    <a:cubicBezTo>
                      <a:pt x="271" y="360"/>
                      <a:pt x="271" y="356"/>
                      <a:pt x="271" y="353"/>
                    </a:cubicBezTo>
                    <a:cubicBezTo>
                      <a:pt x="258" y="349"/>
                      <a:pt x="254" y="328"/>
                      <a:pt x="239" y="328"/>
                    </a:cubicBezTo>
                    <a:cubicBezTo>
                      <a:pt x="235" y="328"/>
                      <a:pt x="234" y="336"/>
                      <a:pt x="228" y="336"/>
                    </a:cubicBezTo>
                    <a:cubicBezTo>
                      <a:pt x="220" y="336"/>
                      <a:pt x="216" y="335"/>
                      <a:pt x="216" y="328"/>
                    </a:cubicBezTo>
                    <a:cubicBezTo>
                      <a:pt x="216" y="318"/>
                      <a:pt x="226" y="319"/>
                      <a:pt x="226" y="309"/>
                    </a:cubicBezTo>
                    <a:cubicBezTo>
                      <a:pt x="226" y="303"/>
                      <a:pt x="219" y="302"/>
                      <a:pt x="215" y="302"/>
                    </a:cubicBezTo>
                    <a:cubicBezTo>
                      <a:pt x="215" y="295"/>
                      <a:pt x="215" y="295"/>
                      <a:pt x="215" y="295"/>
                    </a:cubicBezTo>
                    <a:cubicBezTo>
                      <a:pt x="203" y="257"/>
                      <a:pt x="172" y="219"/>
                      <a:pt x="122" y="219"/>
                    </a:cubicBezTo>
                    <a:cubicBezTo>
                      <a:pt x="115" y="219"/>
                      <a:pt x="113" y="219"/>
                      <a:pt x="109" y="219"/>
                    </a:cubicBezTo>
                    <a:cubicBezTo>
                      <a:pt x="103" y="219"/>
                      <a:pt x="101" y="224"/>
                      <a:pt x="95" y="224"/>
                    </a:cubicBezTo>
                    <a:cubicBezTo>
                      <a:pt x="91" y="224"/>
                      <a:pt x="87" y="221"/>
                      <a:pt x="82" y="221"/>
                    </a:cubicBezTo>
                    <a:cubicBezTo>
                      <a:pt x="77" y="221"/>
                      <a:pt x="75" y="222"/>
                      <a:pt x="73" y="223"/>
                    </a:cubicBezTo>
                    <a:cubicBezTo>
                      <a:pt x="74" y="224"/>
                      <a:pt x="76" y="226"/>
                      <a:pt x="77" y="226"/>
                    </a:cubicBezTo>
                    <a:cubicBezTo>
                      <a:pt x="75" y="229"/>
                      <a:pt x="75" y="228"/>
                      <a:pt x="72" y="228"/>
                    </a:cubicBezTo>
                    <a:cubicBezTo>
                      <a:pt x="62" y="228"/>
                      <a:pt x="48" y="224"/>
                      <a:pt x="43" y="217"/>
                    </a:cubicBezTo>
                    <a:cubicBezTo>
                      <a:pt x="47" y="214"/>
                      <a:pt x="50" y="214"/>
                      <a:pt x="52" y="210"/>
                    </a:cubicBezTo>
                    <a:cubicBezTo>
                      <a:pt x="45" y="207"/>
                      <a:pt x="39" y="202"/>
                      <a:pt x="34" y="202"/>
                    </a:cubicBezTo>
                    <a:cubicBezTo>
                      <a:pt x="24" y="202"/>
                      <a:pt x="27" y="206"/>
                      <a:pt x="19" y="202"/>
                    </a:cubicBezTo>
                    <a:cubicBezTo>
                      <a:pt x="19" y="196"/>
                      <a:pt x="28" y="194"/>
                      <a:pt x="32" y="194"/>
                    </a:cubicBezTo>
                    <a:cubicBezTo>
                      <a:pt x="37" y="194"/>
                      <a:pt x="40" y="194"/>
                      <a:pt x="43" y="194"/>
                    </a:cubicBezTo>
                    <a:cubicBezTo>
                      <a:pt x="47" y="194"/>
                      <a:pt x="49" y="193"/>
                      <a:pt x="51" y="190"/>
                    </a:cubicBezTo>
                    <a:cubicBezTo>
                      <a:pt x="76" y="190"/>
                      <a:pt x="76" y="190"/>
                      <a:pt x="76" y="190"/>
                    </a:cubicBezTo>
                    <a:cubicBezTo>
                      <a:pt x="80" y="187"/>
                      <a:pt x="80" y="185"/>
                      <a:pt x="82" y="180"/>
                    </a:cubicBezTo>
                    <a:cubicBezTo>
                      <a:pt x="64" y="180"/>
                      <a:pt x="64" y="180"/>
                      <a:pt x="64" y="180"/>
                    </a:cubicBezTo>
                    <a:cubicBezTo>
                      <a:pt x="63" y="183"/>
                      <a:pt x="62" y="185"/>
                      <a:pt x="60" y="185"/>
                    </a:cubicBezTo>
                    <a:cubicBezTo>
                      <a:pt x="53" y="185"/>
                      <a:pt x="50" y="185"/>
                      <a:pt x="44" y="185"/>
                    </a:cubicBezTo>
                    <a:cubicBezTo>
                      <a:pt x="42" y="185"/>
                      <a:pt x="0" y="173"/>
                      <a:pt x="0" y="166"/>
                    </a:cubicBezTo>
                    <a:cubicBezTo>
                      <a:pt x="0" y="152"/>
                      <a:pt x="16" y="157"/>
                      <a:pt x="25" y="154"/>
                    </a:cubicBezTo>
                    <a:cubicBezTo>
                      <a:pt x="33" y="151"/>
                      <a:pt x="38" y="146"/>
                      <a:pt x="46" y="144"/>
                    </a:cubicBezTo>
                    <a:cubicBezTo>
                      <a:pt x="58" y="140"/>
                      <a:pt x="74" y="146"/>
                      <a:pt x="84" y="141"/>
                    </a:cubicBezTo>
                    <a:cubicBezTo>
                      <a:pt x="91" y="136"/>
                      <a:pt x="96" y="128"/>
                      <a:pt x="96" y="117"/>
                    </a:cubicBezTo>
                    <a:cubicBezTo>
                      <a:pt x="88" y="116"/>
                      <a:pt x="63" y="117"/>
                      <a:pt x="63" y="109"/>
                    </a:cubicBezTo>
                    <a:cubicBezTo>
                      <a:pt x="63" y="105"/>
                      <a:pt x="69" y="102"/>
                      <a:pt x="72" y="102"/>
                    </a:cubicBezTo>
                    <a:cubicBezTo>
                      <a:pt x="87" y="97"/>
                      <a:pt x="106" y="86"/>
                      <a:pt x="115" y="78"/>
                    </a:cubicBezTo>
                    <a:cubicBezTo>
                      <a:pt x="119" y="80"/>
                      <a:pt x="122" y="81"/>
                      <a:pt x="127" y="81"/>
                    </a:cubicBezTo>
                    <a:cubicBezTo>
                      <a:pt x="142" y="81"/>
                      <a:pt x="130" y="61"/>
                      <a:pt x="144" y="59"/>
                    </a:cubicBezTo>
                    <a:cubicBezTo>
                      <a:pt x="162" y="57"/>
                      <a:pt x="169" y="52"/>
                      <a:pt x="185" y="52"/>
                    </a:cubicBezTo>
                    <a:cubicBezTo>
                      <a:pt x="198" y="49"/>
                      <a:pt x="206" y="42"/>
                      <a:pt x="218" y="42"/>
                    </a:cubicBezTo>
                    <a:cubicBezTo>
                      <a:pt x="226" y="42"/>
                      <a:pt x="229" y="56"/>
                      <a:pt x="237" y="56"/>
                    </a:cubicBezTo>
                    <a:cubicBezTo>
                      <a:pt x="237" y="52"/>
                      <a:pt x="235" y="50"/>
                      <a:pt x="235" y="47"/>
                    </a:cubicBezTo>
                    <a:cubicBezTo>
                      <a:pt x="239" y="42"/>
                      <a:pt x="239" y="42"/>
                      <a:pt x="239" y="42"/>
                    </a:cubicBezTo>
                    <a:cubicBezTo>
                      <a:pt x="244" y="51"/>
                      <a:pt x="252" y="50"/>
                      <a:pt x="260" y="53"/>
                    </a:cubicBezTo>
                    <a:cubicBezTo>
                      <a:pt x="262" y="53"/>
                      <a:pt x="267" y="53"/>
                      <a:pt x="267" y="53"/>
                    </a:cubicBezTo>
                    <a:cubicBezTo>
                      <a:pt x="266" y="50"/>
                      <a:pt x="263" y="47"/>
                      <a:pt x="263" y="44"/>
                    </a:cubicBezTo>
                    <a:cubicBezTo>
                      <a:pt x="263" y="38"/>
                      <a:pt x="270" y="38"/>
                      <a:pt x="274" y="38"/>
                    </a:cubicBezTo>
                    <a:cubicBezTo>
                      <a:pt x="293" y="38"/>
                      <a:pt x="303" y="48"/>
                      <a:pt x="314" y="53"/>
                    </a:cubicBezTo>
                    <a:cubicBezTo>
                      <a:pt x="334" y="53"/>
                      <a:pt x="334" y="53"/>
                      <a:pt x="334" y="53"/>
                    </a:cubicBezTo>
                    <a:cubicBezTo>
                      <a:pt x="327" y="50"/>
                      <a:pt x="309" y="44"/>
                      <a:pt x="309" y="36"/>
                    </a:cubicBezTo>
                    <a:cubicBezTo>
                      <a:pt x="309" y="29"/>
                      <a:pt x="322" y="31"/>
                      <a:pt x="326" y="30"/>
                    </a:cubicBezTo>
                    <a:cubicBezTo>
                      <a:pt x="323" y="27"/>
                      <a:pt x="320" y="27"/>
                      <a:pt x="318" y="24"/>
                    </a:cubicBezTo>
                    <a:cubicBezTo>
                      <a:pt x="330" y="18"/>
                      <a:pt x="341" y="15"/>
                      <a:pt x="355" y="15"/>
                    </a:cubicBezTo>
                    <a:cubicBezTo>
                      <a:pt x="366" y="15"/>
                      <a:pt x="373" y="15"/>
                      <a:pt x="382" y="18"/>
                    </a:cubicBezTo>
                    <a:cubicBezTo>
                      <a:pt x="391" y="18"/>
                      <a:pt x="391" y="18"/>
                      <a:pt x="391" y="18"/>
                    </a:cubicBezTo>
                    <a:cubicBezTo>
                      <a:pt x="391" y="13"/>
                      <a:pt x="391" y="13"/>
                      <a:pt x="391" y="13"/>
                    </a:cubicBezTo>
                    <a:cubicBezTo>
                      <a:pt x="398" y="12"/>
                      <a:pt x="402" y="13"/>
                      <a:pt x="409" y="13"/>
                    </a:cubicBezTo>
                    <a:cubicBezTo>
                      <a:pt x="430" y="13"/>
                      <a:pt x="447" y="0"/>
                      <a:pt x="470" y="0"/>
                    </a:cubicBezTo>
                    <a:cubicBezTo>
                      <a:pt x="495" y="0"/>
                      <a:pt x="512" y="0"/>
                      <a:pt x="534" y="0"/>
                    </a:cubicBezTo>
                    <a:cubicBezTo>
                      <a:pt x="560" y="0"/>
                      <a:pt x="579" y="17"/>
                      <a:pt x="600" y="26"/>
                    </a:cubicBezTo>
                    <a:cubicBezTo>
                      <a:pt x="612" y="31"/>
                      <a:pt x="627" y="28"/>
                      <a:pt x="638" y="30"/>
                    </a:cubicBezTo>
                    <a:cubicBezTo>
                      <a:pt x="636" y="46"/>
                      <a:pt x="606" y="44"/>
                      <a:pt x="594" y="48"/>
                    </a:cubicBezTo>
                    <a:cubicBezTo>
                      <a:pt x="497" y="53"/>
                      <a:pt x="497" y="53"/>
                      <a:pt x="497" y="53"/>
                    </a:cubicBezTo>
                    <a:cubicBezTo>
                      <a:pt x="505" y="59"/>
                      <a:pt x="579" y="50"/>
                      <a:pt x="587" y="53"/>
                    </a:cubicBezTo>
                    <a:cubicBezTo>
                      <a:pt x="586" y="57"/>
                      <a:pt x="567" y="75"/>
                      <a:pt x="570" y="75"/>
                    </a:cubicBezTo>
                    <a:cubicBezTo>
                      <a:pt x="581" y="75"/>
                      <a:pt x="607" y="50"/>
                      <a:pt x="622" y="50"/>
                    </a:cubicBezTo>
                    <a:cubicBezTo>
                      <a:pt x="630" y="50"/>
                      <a:pt x="633" y="57"/>
                      <a:pt x="633" y="64"/>
                    </a:cubicBezTo>
                    <a:cubicBezTo>
                      <a:pt x="633" y="67"/>
                      <a:pt x="605" y="97"/>
                      <a:pt x="603" y="102"/>
                    </a:cubicBezTo>
                    <a:cubicBezTo>
                      <a:pt x="615" y="99"/>
                      <a:pt x="637" y="70"/>
                      <a:pt x="644" y="64"/>
                    </a:cubicBezTo>
                    <a:cubicBezTo>
                      <a:pt x="655" y="64"/>
                      <a:pt x="674" y="64"/>
                      <a:pt x="674" y="64"/>
                    </a:cubicBezTo>
                    <a:cubicBezTo>
                      <a:pt x="674" y="64"/>
                      <a:pt x="682" y="66"/>
                      <a:pt x="684" y="66"/>
                    </a:cubicBezTo>
                    <a:cubicBezTo>
                      <a:pt x="692" y="63"/>
                      <a:pt x="693" y="60"/>
                      <a:pt x="700" y="57"/>
                    </a:cubicBezTo>
                    <a:cubicBezTo>
                      <a:pt x="721" y="57"/>
                      <a:pt x="721" y="57"/>
                      <a:pt x="721" y="57"/>
                    </a:cubicBezTo>
                    <a:cubicBezTo>
                      <a:pt x="723" y="52"/>
                      <a:pt x="726" y="51"/>
                      <a:pt x="730" y="51"/>
                    </a:cubicBezTo>
                    <a:cubicBezTo>
                      <a:pt x="736" y="51"/>
                      <a:pt x="756" y="61"/>
                      <a:pt x="756" y="67"/>
                    </a:cubicBezTo>
                    <a:cubicBezTo>
                      <a:pt x="756" y="72"/>
                      <a:pt x="748" y="76"/>
                      <a:pt x="745" y="77"/>
                    </a:cubicBezTo>
                    <a:cubicBezTo>
                      <a:pt x="731" y="82"/>
                      <a:pt x="722" y="94"/>
                      <a:pt x="702" y="94"/>
                    </a:cubicBezTo>
                    <a:cubicBezTo>
                      <a:pt x="707" y="97"/>
                      <a:pt x="708" y="97"/>
                      <a:pt x="711" y="94"/>
                    </a:cubicBezTo>
                    <a:cubicBezTo>
                      <a:pt x="711" y="107"/>
                      <a:pt x="699" y="107"/>
                      <a:pt x="691" y="109"/>
                    </a:cubicBezTo>
                    <a:cubicBezTo>
                      <a:pt x="694" y="115"/>
                      <a:pt x="691" y="110"/>
                      <a:pt x="691" y="114"/>
                    </a:cubicBezTo>
                    <a:cubicBezTo>
                      <a:pt x="691" y="121"/>
                      <a:pt x="680" y="123"/>
                      <a:pt x="671" y="125"/>
                    </a:cubicBezTo>
                    <a:cubicBezTo>
                      <a:pt x="672" y="130"/>
                      <a:pt x="671" y="130"/>
                      <a:pt x="671" y="132"/>
                    </a:cubicBezTo>
                    <a:cubicBezTo>
                      <a:pt x="671" y="141"/>
                      <a:pt x="662" y="144"/>
                      <a:pt x="654" y="150"/>
                    </a:cubicBezTo>
                    <a:cubicBezTo>
                      <a:pt x="648" y="154"/>
                      <a:pt x="649" y="165"/>
                      <a:pt x="646" y="169"/>
                    </a:cubicBezTo>
                    <a:cubicBezTo>
                      <a:pt x="651" y="172"/>
                      <a:pt x="655" y="169"/>
                      <a:pt x="659" y="169"/>
                    </a:cubicBezTo>
                    <a:cubicBezTo>
                      <a:pt x="667" y="169"/>
                      <a:pt x="673" y="174"/>
                      <a:pt x="677" y="178"/>
                    </a:cubicBezTo>
                    <a:cubicBezTo>
                      <a:pt x="675" y="179"/>
                      <a:pt x="672" y="180"/>
                      <a:pt x="669" y="180"/>
                    </a:cubicBezTo>
                    <a:cubicBezTo>
                      <a:pt x="671" y="187"/>
                      <a:pt x="688" y="185"/>
                      <a:pt x="688" y="196"/>
                    </a:cubicBezTo>
                    <a:cubicBezTo>
                      <a:pt x="688" y="206"/>
                      <a:pt x="665" y="202"/>
                      <a:pt x="657" y="202"/>
                    </a:cubicBezTo>
                    <a:cubicBezTo>
                      <a:pt x="652" y="202"/>
                      <a:pt x="648" y="206"/>
                      <a:pt x="648" y="209"/>
                    </a:cubicBezTo>
                    <a:cubicBezTo>
                      <a:pt x="648" y="217"/>
                      <a:pt x="656" y="217"/>
                      <a:pt x="663" y="217"/>
                    </a:cubicBezTo>
                    <a:cubicBezTo>
                      <a:pt x="663" y="226"/>
                      <a:pt x="669" y="229"/>
                      <a:pt x="669" y="236"/>
                    </a:cubicBezTo>
                    <a:cubicBezTo>
                      <a:pt x="669" y="239"/>
                      <a:pt x="667" y="243"/>
                      <a:pt x="669" y="245"/>
                    </a:cubicBezTo>
                    <a:cubicBezTo>
                      <a:pt x="662" y="245"/>
                      <a:pt x="655" y="245"/>
                      <a:pt x="655" y="251"/>
                    </a:cubicBezTo>
                    <a:cubicBezTo>
                      <a:pt x="655" y="258"/>
                      <a:pt x="667" y="258"/>
                      <a:pt x="673" y="260"/>
                    </a:cubicBezTo>
                    <a:cubicBezTo>
                      <a:pt x="670" y="267"/>
                      <a:pt x="661" y="271"/>
                      <a:pt x="653" y="272"/>
                    </a:cubicBezTo>
                    <a:cubicBezTo>
                      <a:pt x="653" y="275"/>
                      <a:pt x="655" y="277"/>
                      <a:pt x="657" y="278"/>
                    </a:cubicBezTo>
                    <a:cubicBezTo>
                      <a:pt x="654" y="292"/>
                      <a:pt x="637" y="286"/>
                      <a:pt x="633" y="295"/>
                    </a:cubicBezTo>
                    <a:cubicBezTo>
                      <a:pt x="628" y="292"/>
                      <a:pt x="623" y="290"/>
                      <a:pt x="620" y="285"/>
                    </a:cubicBezTo>
                    <a:cubicBezTo>
                      <a:pt x="613" y="285"/>
                      <a:pt x="613" y="285"/>
                      <a:pt x="613" y="285"/>
                    </a:cubicBezTo>
                    <a:cubicBezTo>
                      <a:pt x="618" y="297"/>
                      <a:pt x="637" y="293"/>
                      <a:pt x="637" y="305"/>
                    </a:cubicBezTo>
                    <a:cubicBezTo>
                      <a:pt x="637" y="310"/>
                      <a:pt x="636" y="317"/>
                      <a:pt x="631" y="317"/>
                    </a:cubicBezTo>
                    <a:cubicBezTo>
                      <a:pt x="623" y="317"/>
                      <a:pt x="609" y="306"/>
                      <a:pt x="607" y="297"/>
                    </a:cubicBezTo>
                    <a:cubicBezTo>
                      <a:pt x="603" y="298"/>
                      <a:pt x="602" y="297"/>
                      <a:pt x="601" y="297"/>
                    </a:cubicBezTo>
                    <a:cubicBezTo>
                      <a:pt x="601" y="304"/>
                      <a:pt x="601" y="304"/>
                      <a:pt x="601" y="304"/>
                    </a:cubicBezTo>
                    <a:cubicBezTo>
                      <a:pt x="617" y="320"/>
                      <a:pt x="645" y="327"/>
                      <a:pt x="645" y="352"/>
                    </a:cubicBezTo>
                    <a:cubicBezTo>
                      <a:pt x="645" y="357"/>
                      <a:pt x="638" y="358"/>
                      <a:pt x="633" y="358"/>
                    </a:cubicBezTo>
                    <a:cubicBezTo>
                      <a:pt x="612" y="358"/>
                      <a:pt x="617" y="336"/>
                      <a:pt x="599" y="336"/>
                    </a:cubicBezTo>
                    <a:cubicBezTo>
                      <a:pt x="596" y="336"/>
                      <a:pt x="594" y="337"/>
                      <a:pt x="592" y="336"/>
                    </a:cubicBezTo>
                    <a:cubicBezTo>
                      <a:pt x="592" y="342"/>
                      <a:pt x="596" y="343"/>
                      <a:pt x="596" y="347"/>
                    </a:cubicBezTo>
                    <a:cubicBezTo>
                      <a:pt x="596" y="351"/>
                      <a:pt x="589" y="352"/>
                      <a:pt x="587" y="352"/>
                    </a:cubicBezTo>
                    <a:cubicBezTo>
                      <a:pt x="587" y="366"/>
                      <a:pt x="626" y="364"/>
                      <a:pt x="635" y="367"/>
                    </a:cubicBezTo>
                    <a:cubicBezTo>
                      <a:pt x="629" y="372"/>
                      <a:pt x="624" y="373"/>
                      <a:pt x="616" y="375"/>
                    </a:cubicBezTo>
                    <a:cubicBezTo>
                      <a:pt x="602" y="380"/>
                      <a:pt x="597" y="393"/>
                      <a:pt x="584" y="397"/>
                    </a:cubicBezTo>
                    <a:cubicBezTo>
                      <a:pt x="569" y="402"/>
                      <a:pt x="556" y="400"/>
                      <a:pt x="539" y="408"/>
                    </a:cubicBezTo>
                    <a:cubicBezTo>
                      <a:pt x="518" y="408"/>
                      <a:pt x="518" y="408"/>
                      <a:pt x="518" y="408"/>
                    </a:cubicBezTo>
                    <a:cubicBezTo>
                      <a:pt x="514" y="410"/>
                      <a:pt x="510" y="412"/>
                      <a:pt x="510" y="415"/>
                    </a:cubicBezTo>
                    <a:cubicBezTo>
                      <a:pt x="498" y="423"/>
                      <a:pt x="498" y="423"/>
                      <a:pt x="498" y="423"/>
                    </a:cubicBezTo>
                    <a:cubicBezTo>
                      <a:pt x="490" y="430"/>
                      <a:pt x="490" y="438"/>
                      <a:pt x="483" y="445"/>
                    </a:cubicBezTo>
                    <a:cubicBezTo>
                      <a:pt x="474" y="454"/>
                      <a:pt x="459" y="452"/>
                      <a:pt x="450" y="458"/>
                    </a:cubicBezTo>
                    <a:cubicBezTo>
                      <a:pt x="443" y="458"/>
                      <a:pt x="443" y="458"/>
                      <a:pt x="443" y="458"/>
                    </a:cubicBezTo>
                    <a:cubicBezTo>
                      <a:pt x="443" y="449"/>
                      <a:pt x="443" y="449"/>
                      <a:pt x="443" y="449"/>
                    </a:cubicBezTo>
                    <a:cubicBezTo>
                      <a:pt x="437" y="452"/>
                      <a:pt x="438" y="457"/>
                      <a:pt x="435" y="460"/>
                    </a:cubicBezTo>
                    <a:cubicBezTo>
                      <a:pt x="425" y="470"/>
                      <a:pt x="401" y="466"/>
                      <a:pt x="401" y="480"/>
                    </a:cubicBezTo>
                    <a:cubicBezTo>
                      <a:pt x="401" y="482"/>
                      <a:pt x="402" y="483"/>
                      <a:pt x="402" y="485"/>
                    </a:cubicBezTo>
                    <a:cubicBezTo>
                      <a:pt x="401" y="486"/>
                      <a:pt x="399" y="488"/>
                      <a:pt x="399" y="490"/>
                    </a:cubicBezTo>
                    <a:cubicBezTo>
                      <a:pt x="399" y="493"/>
                      <a:pt x="405" y="495"/>
                      <a:pt x="405" y="500"/>
                    </a:cubicBezTo>
                    <a:cubicBezTo>
                      <a:pt x="405" y="515"/>
                      <a:pt x="384" y="510"/>
                      <a:pt x="384" y="523"/>
                    </a:cubicBezTo>
                    <a:cubicBezTo>
                      <a:pt x="384" y="531"/>
                      <a:pt x="383" y="543"/>
                      <a:pt x="384" y="547"/>
                    </a:cubicBezTo>
                    <a:cubicBezTo>
                      <a:pt x="374" y="552"/>
                      <a:pt x="379" y="575"/>
                      <a:pt x="367" y="575"/>
                    </a:cubicBezTo>
                    <a:cubicBezTo>
                      <a:pt x="364" y="575"/>
                      <a:pt x="363" y="573"/>
                      <a:pt x="362" y="571"/>
                    </a:cubicBezTo>
                    <a:cubicBezTo>
                      <a:pt x="356" y="571"/>
                      <a:pt x="356" y="574"/>
                      <a:pt x="353" y="574"/>
                    </a:cubicBezTo>
                    <a:cubicBezTo>
                      <a:pt x="342" y="574"/>
                      <a:pt x="343" y="554"/>
                      <a:pt x="332" y="554"/>
                    </a:cubicBezTo>
                    <a:cubicBezTo>
                      <a:pt x="326" y="554"/>
                      <a:pt x="319" y="559"/>
                      <a:pt x="313" y="560"/>
                    </a:cubicBezTo>
                    <a:cubicBezTo>
                      <a:pt x="310" y="550"/>
                      <a:pt x="306" y="553"/>
                      <a:pt x="299" y="547"/>
                    </a:cubicBezTo>
                    <a:cubicBezTo>
                      <a:pt x="296" y="546"/>
                      <a:pt x="297" y="539"/>
                      <a:pt x="296" y="539"/>
                    </a:cubicBezTo>
                    <a:cubicBezTo>
                      <a:pt x="287" y="531"/>
                      <a:pt x="270" y="512"/>
                      <a:pt x="270" y="499"/>
                    </a:cubicBezTo>
                    <a:cubicBezTo>
                      <a:pt x="270" y="493"/>
                      <a:pt x="274" y="494"/>
                      <a:pt x="277" y="490"/>
                    </a:cubicBezTo>
                    <a:cubicBezTo>
                      <a:pt x="270" y="482"/>
                      <a:pt x="268" y="493"/>
                      <a:pt x="260" y="489"/>
                    </a:cubicBezTo>
                    <a:cubicBezTo>
                      <a:pt x="259" y="487"/>
                      <a:pt x="257" y="479"/>
                      <a:pt x="256" y="475"/>
                    </a:cubicBezTo>
                    <a:cubicBezTo>
                      <a:pt x="253" y="466"/>
                      <a:pt x="241" y="461"/>
                      <a:pt x="241" y="449"/>
                    </a:cubicBezTo>
                    <a:cubicBezTo>
                      <a:pt x="241" y="445"/>
                      <a:pt x="244" y="443"/>
                      <a:pt x="246" y="438"/>
                    </a:cubicBezTo>
                    <a:cubicBezTo>
                      <a:pt x="243" y="437"/>
                      <a:pt x="240" y="436"/>
                      <a:pt x="237" y="438"/>
                    </a:cubicBezTo>
                    <a:cubicBezTo>
                      <a:pt x="237" y="428"/>
                      <a:pt x="237" y="428"/>
                      <a:pt x="237" y="428"/>
                    </a:cubicBezTo>
                    <a:cubicBezTo>
                      <a:pt x="243" y="420"/>
                      <a:pt x="246" y="411"/>
                      <a:pt x="255" y="404"/>
                    </a:cubicBezTo>
                    <a:lnTo>
                      <a:pt x="255" y="40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7" name="Freeform 89">
                <a:extLst>
                  <a:ext uri="{FF2B5EF4-FFF2-40B4-BE49-F238E27FC236}">
                    <a16:creationId xmlns:a16="http://schemas.microsoft.com/office/drawing/2014/main" id="{511170E4-B75A-0654-867A-7260F583F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0275" y="1443038"/>
                <a:ext cx="47625" cy="31750"/>
              </a:xfrm>
              <a:custGeom>
                <a:avLst/>
                <a:gdLst/>
                <a:ahLst/>
                <a:cxnLst>
                  <a:cxn ang="0">
                    <a:pos x="9" y="24"/>
                  </a:cxn>
                  <a:cxn ang="0">
                    <a:pos x="0" y="9"/>
                  </a:cxn>
                  <a:cxn ang="0">
                    <a:pos x="10" y="0"/>
                  </a:cxn>
                  <a:cxn ang="0">
                    <a:pos x="36" y="16"/>
                  </a:cxn>
                  <a:cxn ang="0">
                    <a:pos x="19" y="24"/>
                  </a:cxn>
                  <a:cxn ang="0">
                    <a:pos x="9" y="24"/>
                  </a:cxn>
                </a:cxnLst>
                <a:rect l="0" t="0" r="r" b="b"/>
                <a:pathLst>
                  <a:path w="36" h="24">
                    <a:moveTo>
                      <a:pt x="9" y="24"/>
                    </a:moveTo>
                    <a:cubicBezTo>
                      <a:pt x="5" y="24"/>
                      <a:pt x="0" y="14"/>
                      <a:pt x="0" y="9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21" y="0"/>
                      <a:pt x="25" y="12"/>
                      <a:pt x="36" y="16"/>
                    </a:cubicBezTo>
                    <a:cubicBezTo>
                      <a:pt x="35" y="23"/>
                      <a:pt x="26" y="24"/>
                      <a:pt x="19" y="24"/>
                    </a:cubicBezTo>
                    <a:lnTo>
                      <a:pt x="9" y="2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8" name="Freeform 90">
                <a:extLst>
                  <a:ext uri="{FF2B5EF4-FFF2-40B4-BE49-F238E27FC236}">
                    <a16:creationId xmlns:a16="http://schemas.microsoft.com/office/drawing/2014/main" id="{5BAF11DA-3F2B-8E1C-9E13-0020F7356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350" y="1277938"/>
                <a:ext cx="26988" cy="15875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0" y="5"/>
                  </a:cxn>
                  <a:cxn ang="0">
                    <a:pos x="4" y="0"/>
                  </a:cxn>
                  <a:cxn ang="0">
                    <a:pos x="12" y="0"/>
                  </a:cxn>
                  <a:cxn ang="0">
                    <a:pos x="12" y="5"/>
                  </a:cxn>
                  <a:cxn ang="0">
                    <a:pos x="20" y="5"/>
                  </a:cxn>
                  <a:cxn ang="0">
                    <a:pos x="6" y="12"/>
                  </a:cxn>
                </a:cxnLst>
                <a:rect l="0" t="0" r="r" b="b"/>
                <a:pathLst>
                  <a:path w="20" h="12">
                    <a:moveTo>
                      <a:pt x="6" y="12"/>
                    </a:moveTo>
                    <a:cubicBezTo>
                      <a:pt x="2" y="12"/>
                      <a:pt x="0" y="8"/>
                      <a:pt x="0" y="5"/>
                    </a:cubicBezTo>
                    <a:cubicBezTo>
                      <a:pt x="0" y="3"/>
                      <a:pt x="3" y="1"/>
                      <a:pt x="4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12" y="4"/>
                      <a:pt x="12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7" y="7"/>
                      <a:pt x="10" y="12"/>
                      <a:pt x="6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9" name="Freeform 91">
                <a:extLst>
                  <a:ext uri="{FF2B5EF4-FFF2-40B4-BE49-F238E27FC236}">
                    <a16:creationId xmlns:a16="http://schemas.microsoft.com/office/drawing/2014/main" id="{0C2EDB89-6282-F5E4-8E7E-4A29C9212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7250" y="1928813"/>
                <a:ext cx="109538" cy="106363"/>
              </a:xfrm>
              <a:custGeom>
                <a:avLst/>
                <a:gdLst/>
                <a:ahLst/>
                <a:cxnLst>
                  <a:cxn ang="0">
                    <a:pos x="4" y="67"/>
                  </a:cxn>
                  <a:cxn ang="0">
                    <a:pos x="0" y="62"/>
                  </a:cxn>
                  <a:cxn ang="0">
                    <a:pos x="8" y="54"/>
                  </a:cxn>
                  <a:cxn ang="0">
                    <a:pos x="8" y="51"/>
                  </a:cxn>
                  <a:cxn ang="0">
                    <a:pos x="4" y="49"/>
                  </a:cxn>
                  <a:cxn ang="0">
                    <a:pos x="28" y="13"/>
                  </a:cxn>
                  <a:cxn ang="0">
                    <a:pos x="41" y="0"/>
                  </a:cxn>
                  <a:cxn ang="0">
                    <a:pos x="44" y="4"/>
                  </a:cxn>
                  <a:cxn ang="0">
                    <a:pos x="32" y="27"/>
                  </a:cxn>
                  <a:cxn ang="0">
                    <a:pos x="32" y="31"/>
                  </a:cxn>
                  <a:cxn ang="0">
                    <a:pos x="39" y="27"/>
                  </a:cxn>
                  <a:cxn ang="0">
                    <a:pos x="46" y="29"/>
                  </a:cxn>
                  <a:cxn ang="0">
                    <a:pos x="44" y="32"/>
                  </a:cxn>
                  <a:cxn ang="0">
                    <a:pos x="44" y="36"/>
                  </a:cxn>
                  <a:cxn ang="0">
                    <a:pos x="52" y="36"/>
                  </a:cxn>
                  <a:cxn ang="0">
                    <a:pos x="52" y="38"/>
                  </a:cxn>
                  <a:cxn ang="0">
                    <a:pos x="57" y="36"/>
                  </a:cxn>
                  <a:cxn ang="0">
                    <a:pos x="70" y="36"/>
                  </a:cxn>
                  <a:cxn ang="0">
                    <a:pos x="69" y="51"/>
                  </a:cxn>
                  <a:cxn ang="0">
                    <a:pos x="74" y="49"/>
                  </a:cxn>
                  <a:cxn ang="0">
                    <a:pos x="70" y="56"/>
                  </a:cxn>
                  <a:cxn ang="0">
                    <a:pos x="73" y="63"/>
                  </a:cxn>
                  <a:cxn ang="0">
                    <a:pos x="79" y="60"/>
                  </a:cxn>
                  <a:cxn ang="0">
                    <a:pos x="82" y="70"/>
                  </a:cxn>
                  <a:cxn ang="0">
                    <a:pos x="75" y="80"/>
                  </a:cxn>
                  <a:cxn ang="0">
                    <a:pos x="71" y="75"/>
                  </a:cxn>
                  <a:cxn ang="0">
                    <a:pos x="67" y="74"/>
                  </a:cxn>
                  <a:cxn ang="0">
                    <a:pos x="63" y="62"/>
                  </a:cxn>
                  <a:cxn ang="0">
                    <a:pos x="50" y="74"/>
                  </a:cxn>
                  <a:cxn ang="0">
                    <a:pos x="47" y="74"/>
                  </a:cxn>
                  <a:cxn ang="0">
                    <a:pos x="52" y="67"/>
                  </a:cxn>
                  <a:cxn ang="0">
                    <a:pos x="40" y="65"/>
                  </a:cxn>
                  <a:cxn ang="0">
                    <a:pos x="31" y="67"/>
                  </a:cxn>
                  <a:cxn ang="0">
                    <a:pos x="18" y="64"/>
                  </a:cxn>
                  <a:cxn ang="0">
                    <a:pos x="4" y="67"/>
                  </a:cxn>
                </a:cxnLst>
                <a:rect l="0" t="0" r="r" b="b"/>
                <a:pathLst>
                  <a:path w="82" h="80">
                    <a:moveTo>
                      <a:pt x="4" y="67"/>
                    </a:moveTo>
                    <a:cubicBezTo>
                      <a:pt x="2" y="67"/>
                      <a:pt x="0" y="64"/>
                      <a:pt x="0" y="62"/>
                    </a:cubicBezTo>
                    <a:cubicBezTo>
                      <a:pt x="0" y="61"/>
                      <a:pt x="8" y="55"/>
                      <a:pt x="8" y="54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6" y="51"/>
                      <a:pt x="5" y="51"/>
                      <a:pt x="4" y="49"/>
                    </a:cubicBezTo>
                    <a:cubicBezTo>
                      <a:pt x="17" y="43"/>
                      <a:pt x="21" y="23"/>
                      <a:pt x="28" y="13"/>
                    </a:cubicBezTo>
                    <a:cubicBezTo>
                      <a:pt x="32" y="7"/>
                      <a:pt x="34" y="0"/>
                      <a:pt x="41" y="0"/>
                    </a:cubicBezTo>
                    <a:cubicBezTo>
                      <a:pt x="43" y="0"/>
                      <a:pt x="44" y="3"/>
                      <a:pt x="44" y="4"/>
                    </a:cubicBezTo>
                    <a:cubicBezTo>
                      <a:pt x="44" y="14"/>
                      <a:pt x="35" y="19"/>
                      <a:pt x="32" y="27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6" y="30"/>
                      <a:pt x="36" y="27"/>
                      <a:pt x="39" y="27"/>
                    </a:cubicBezTo>
                    <a:cubicBezTo>
                      <a:pt x="42" y="27"/>
                      <a:pt x="44" y="28"/>
                      <a:pt x="46" y="29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8"/>
                      <a:pt x="52" y="38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62" y="37"/>
                      <a:pt x="68" y="37"/>
                      <a:pt x="70" y="36"/>
                    </a:cubicBezTo>
                    <a:cubicBezTo>
                      <a:pt x="70" y="40"/>
                      <a:pt x="69" y="44"/>
                      <a:pt x="69" y="51"/>
                    </a:cubicBezTo>
                    <a:cubicBezTo>
                      <a:pt x="70" y="50"/>
                      <a:pt x="73" y="49"/>
                      <a:pt x="74" y="49"/>
                    </a:cubicBezTo>
                    <a:cubicBezTo>
                      <a:pt x="74" y="53"/>
                      <a:pt x="70" y="54"/>
                      <a:pt x="70" y="56"/>
                    </a:cubicBezTo>
                    <a:cubicBezTo>
                      <a:pt x="70" y="58"/>
                      <a:pt x="73" y="60"/>
                      <a:pt x="73" y="63"/>
                    </a:cubicBezTo>
                    <a:cubicBezTo>
                      <a:pt x="77" y="63"/>
                      <a:pt x="76" y="62"/>
                      <a:pt x="79" y="60"/>
                    </a:cubicBezTo>
                    <a:cubicBezTo>
                      <a:pt x="79" y="66"/>
                      <a:pt x="82" y="65"/>
                      <a:pt x="82" y="70"/>
                    </a:cubicBezTo>
                    <a:cubicBezTo>
                      <a:pt x="82" y="75"/>
                      <a:pt x="79" y="80"/>
                      <a:pt x="75" y="80"/>
                    </a:cubicBezTo>
                    <a:cubicBezTo>
                      <a:pt x="72" y="80"/>
                      <a:pt x="71" y="77"/>
                      <a:pt x="71" y="75"/>
                    </a:cubicBezTo>
                    <a:cubicBezTo>
                      <a:pt x="69" y="75"/>
                      <a:pt x="69" y="74"/>
                      <a:pt x="67" y="74"/>
                    </a:cubicBezTo>
                    <a:cubicBezTo>
                      <a:pt x="64" y="74"/>
                      <a:pt x="66" y="66"/>
                      <a:pt x="63" y="62"/>
                    </a:cubicBezTo>
                    <a:cubicBezTo>
                      <a:pt x="59" y="67"/>
                      <a:pt x="55" y="74"/>
                      <a:pt x="50" y="74"/>
                    </a:cubicBezTo>
                    <a:cubicBezTo>
                      <a:pt x="49" y="74"/>
                      <a:pt x="47" y="75"/>
                      <a:pt x="47" y="74"/>
                    </a:cubicBezTo>
                    <a:cubicBezTo>
                      <a:pt x="47" y="70"/>
                      <a:pt x="51" y="70"/>
                      <a:pt x="52" y="67"/>
                    </a:cubicBezTo>
                    <a:cubicBezTo>
                      <a:pt x="48" y="67"/>
                      <a:pt x="42" y="70"/>
                      <a:pt x="40" y="65"/>
                    </a:cubicBezTo>
                    <a:cubicBezTo>
                      <a:pt x="37" y="66"/>
                      <a:pt x="34" y="67"/>
                      <a:pt x="31" y="67"/>
                    </a:cubicBezTo>
                    <a:cubicBezTo>
                      <a:pt x="25" y="67"/>
                      <a:pt x="23" y="64"/>
                      <a:pt x="18" y="64"/>
                    </a:cubicBezTo>
                    <a:cubicBezTo>
                      <a:pt x="11" y="64"/>
                      <a:pt x="9" y="67"/>
                      <a:pt x="4" y="6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0" name="Freeform 93">
                <a:extLst>
                  <a:ext uri="{FF2B5EF4-FFF2-40B4-BE49-F238E27FC236}">
                    <a16:creationId xmlns:a16="http://schemas.microsoft.com/office/drawing/2014/main" id="{CD704D70-91D6-B7B6-94D3-4BB2E0A32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6250" y="1895475"/>
                <a:ext cx="20638" cy="95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7"/>
                  </a:cxn>
                  <a:cxn ang="0">
                    <a:pos x="12" y="7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5" h="8">
                    <a:moveTo>
                      <a:pt x="0" y="0"/>
                    </a:moveTo>
                    <a:cubicBezTo>
                      <a:pt x="7" y="0"/>
                      <a:pt x="15" y="1"/>
                      <a:pt x="15" y="7"/>
                    </a:cubicBezTo>
                    <a:cubicBezTo>
                      <a:pt x="15" y="8"/>
                      <a:pt x="13" y="7"/>
                      <a:pt x="12" y="7"/>
                    </a:cubicBezTo>
                    <a:cubicBezTo>
                      <a:pt x="8" y="7"/>
                      <a:pt x="2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1" name="Freeform 94">
                <a:extLst>
                  <a:ext uri="{FF2B5EF4-FFF2-40B4-BE49-F238E27FC236}">
                    <a16:creationId xmlns:a16="http://schemas.microsoft.com/office/drawing/2014/main" id="{5AE3A22B-7194-2B92-41D1-8BF3721CC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963" y="1951038"/>
                <a:ext cx="79375" cy="50800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6" y="0"/>
                  </a:cxn>
                  <a:cxn ang="0">
                    <a:pos x="18" y="6"/>
                  </a:cxn>
                  <a:cxn ang="0">
                    <a:pos x="59" y="34"/>
                  </a:cxn>
                  <a:cxn ang="0">
                    <a:pos x="59" y="38"/>
                  </a:cxn>
                  <a:cxn ang="0">
                    <a:pos x="55" y="38"/>
                  </a:cxn>
                  <a:cxn ang="0">
                    <a:pos x="22" y="22"/>
                  </a:cxn>
                  <a:cxn ang="0">
                    <a:pos x="27" y="17"/>
                  </a:cxn>
                  <a:cxn ang="0">
                    <a:pos x="4" y="8"/>
                  </a:cxn>
                  <a:cxn ang="0">
                    <a:pos x="8" y="4"/>
                  </a:cxn>
                  <a:cxn ang="0">
                    <a:pos x="2" y="2"/>
                  </a:cxn>
                  <a:cxn ang="0">
                    <a:pos x="0" y="2"/>
                  </a:cxn>
                </a:cxnLst>
                <a:rect l="0" t="0" r="r" b="b"/>
                <a:pathLst>
                  <a:path w="59" h="38">
                    <a:moveTo>
                      <a:pt x="0" y="2"/>
                    </a:moveTo>
                    <a:cubicBezTo>
                      <a:pt x="2" y="1"/>
                      <a:pt x="4" y="0"/>
                      <a:pt x="6" y="0"/>
                    </a:cubicBezTo>
                    <a:cubicBezTo>
                      <a:pt x="11" y="0"/>
                      <a:pt x="15" y="5"/>
                      <a:pt x="18" y="6"/>
                    </a:cubicBezTo>
                    <a:cubicBezTo>
                      <a:pt x="37" y="12"/>
                      <a:pt x="48" y="23"/>
                      <a:pt x="59" y="34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58" y="38"/>
                      <a:pt x="56" y="38"/>
                      <a:pt x="55" y="38"/>
                    </a:cubicBezTo>
                    <a:cubicBezTo>
                      <a:pt x="45" y="38"/>
                      <a:pt x="29" y="26"/>
                      <a:pt x="22" y="22"/>
                    </a:cubicBezTo>
                    <a:cubicBezTo>
                      <a:pt x="23" y="19"/>
                      <a:pt x="25" y="19"/>
                      <a:pt x="27" y="17"/>
                    </a:cubicBezTo>
                    <a:cubicBezTo>
                      <a:pt x="18" y="17"/>
                      <a:pt x="6" y="13"/>
                      <a:pt x="4" y="8"/>
                    </a:cubicBezTo>
                    <a:cubicBezTo>
                      <a:pt x="6" y="7"/>
                      <a:pt x="8" y="5"/>
                      <a:pt x="8" y="4"/>
                    </a:cubicBezTo>
                    <a:cubicBezTo>
                      <a:pt x="6" y="3"/>
                      <a:pt x="2" y="2"/>
                      <a:pt x="2" y="2"/>
                    </a:cubicBezTo>
                    <a:lnTo>
                      <a:pt x="0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2" name="Freeform 95">
                <a:extLst>
                  <a:ext uri="{FF2B5EF4-FFF2-40B4-BE49-F238E27FC236}">
                    <a16:creationId xmlns:a16="http://schemas.microsoft.com/office/drawing/2014/main" id="{15BD3188-859F-EB4B-FF74-757396D71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175" y="1876425"/>
                <a:ext cx="28575" cy="39688"/>
              </a:xfrm>
              <a:custGeom>
                <a:avLst/>
                <a:gdLst/>
                <a:ahLst/>
                <a:cxnLst>
                  <a:cxn ang="0">
                    <a:pos x="5" y="12"/>
                  </a:cxn>
                  <a:cxn ang="0">
                    <a:pos x="0" y="4"/>
                  </a:cxn>
                  <a:cxn ang="0">
                    <a:pos x="0" y="0"/>
                  </a:cxn>
                  <a:cxn ang="0">
                    <a:pos x="10" y="3"/>
                  </a:cxn>
                  <a:cxn ang="0">
                    <a:pos x="7" y="8"/>
                  </a:cxn>
                  <a:cxn ang="0">
                    <a:pos x="13" y="3"/>
                  </a:cxn>
                  <a:cxn ang="0">
                    <a:pos x="13" y="12"/>
                  </a:cxn>
                  <a:cxn ang="0">
                    <a:pos x="15" y="18"/>
                  </a:cxn>
                  <a:cxn ang="0">
                    <a:pos x="13" y="22"/>
                  </a:cxn>
                  <a:cxn ang="0">
                    <a:pos x="17" y="30"/>
                  </a:cxn>
                  <a:cxn ang="0">
                    <a:pos x="10" y="22"/>
                  </a:cxn>
                  <a:cxn ang="0">
                    <a:pos x="12" y="17"/>
                  </a:cxn>
                  <a:cxn ang="0">
                    <a:pos x="5" y="12"/>
                  </a:cxn>
                </a:cxnLst>
                <a:rect l="0" t="0" r="r" b="b"/>
                <a:pathLst>
                  <a:path w="21" h="30">
                    <a:moveTo>
                      <a:pt x="5" y="12"/>
                    </a:moveTo>
                    <a:cubicBezTo>
                      <a:pt x="3" y="12"/>
                      <a:pt x="2" y="6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6" y="3"/>
                      <a:pt x="10" y="3"/>
                    </a:cubicBezTo>
                    <a:cubicBezTo>
                      <a:pt x="10" y="4"/>
                      <a:pt x="5" y="8"/>
                      <a:pt x="7" y="8"/>
                    </a:cubicBezTo>
                    <a:cubicBezTo>
                      <a:pt x="10" y="8"/>
                      <a:pt x="12" y="5"/>
                      <a:pt x="13" y="3"/>
                    </a:cubicBezTo>
                    <a:cubicBezTo>
                      <a:pt x="14" y="5"/>
                      <a:pt x="13" y="8"/>
                      <a:pt x="13" y="12"/>
                    </a:cubicBezTo>
                    <a:cubicBezTo>
                      <a:pt x="13" y="15"/>
                      <a:pt x="15" y="15"/>
                      <a:pt x="15" y="18"/>
                    </a:cubicBezTo>
                    <a:cubicBezTo>
                      <a:pt x="15" y="19"/>
                      <a:pt x="13" y="20"/>
                      <a:pt x="13" y="22"/>
                    </a:cubicBezTo>
                    <a:cubicBezTo>
                      <a:pt x="13" y="24"/>
                      <a:pt x="21" y="30"/>
                      <a:pt x="17" y="30"/>
                    </a:cubicBezTo>
                    <a:cubicBezTo>
                      <a:pt x="13" y="30"/>
                      <a:pt x="10" y="26"/>
                      <a:pt x="10" y="22"/>
                    </a:cubicBezTo>
                    <a:cubicBezTo>
                      <a:pt x="10" y="19"/>
                      <a:pt x="12" y="18"/>
                      <a:pt x="12" y="17"/>
                    </a:cubicBezTo>
                    <a:cubicBezTo>
                      <a:pt x="9" y="16"/>
                      <a:pt x="8" y="12"/>
                      <a:pt x="5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3" name="Freeform 96">
                <a:extLst>
                  <a:ext uri="{FF2B5EF4-FFF2-40B4-BE49-F238E27FC236}">
                    <a16:creationId xmlns:a16="http://schemas.microsoft.com/office/drawing/2014/main" id="{7942DFA8-EC64-172F-EFB9-A636ABBD2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400" y="1787525"/>
                <a:ext cx="34925" cy="23813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27" y="0"/>
                  </a:cxn>
                  <a:cxn ang="0">
                    <a:pos x="27" y="6"/>
                  </a:cxn>
                  <a:cxn ang="0">
                    <a:pos x="10" y="18"/>
                  </a:cxn>
                  <a:cxn ang="0">
                    <a:pos x="0" y="12"/>
                  </a:cxn>
                  <a:cxn ang="0">
                    <a:pos x="0" y="7"/>
                  </a:cxn>
                  <a:cxn ang="0">
                    <a:pos x="21" y="0"/>
                  </a:cxn>
                </a:cxnLst>
                <a:rect l="0" t="0" r="r" b="b"/>
                <a:pathLst>
                  <a:path w="27" h="18">
                    <a:moveTo>
                      <a:pt x="21" y="0"/>
                    </a:moveTo>
                    <a:cubicBezTo>
                      <a:pt x="25" y="0"/>
                      <a:pt x="25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9" y="10"/>
                      <a:pt x="16" y="13"/>
                      <a:pt x="10" y="18"/>
                    </a:cubicBezTo>
                    <a:cubicBezTo>
                      <a:pt x="6" y="15"/>
                      <a:pt x="3" y="15"/>
                      <a:pt x="0" y="1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8" y="5"/>
                      <a:pt x="14" y="0"/>
                      <a:pt x="2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4" name="Freeform 97">
                <a:extLst>
                  <a:ext uri="{FF2B5EF4-FFF2-40B4-BE49-F238E27FC236}">
                    <a16:creationId xmlns:a16="http://schemas.microsoft.com/office/drawing/2014/main" id="{2049E73F-F366-E52F-EF09-D88B7CD82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525" y="1963738"/>
                <a:ext cx="42863" cy="22225"/>
              </a:xfrm>
              <a:custGeom>
                <a:avLst/>
                <a:gdLst/>
                <a:ahLst/>
                <a:cxnLst>
                  <a:cxn ang="0">
                    <a:pos x="26" y="17"/>
                  </a:cxn>
                  <a:cxn ang="0">
                    <a:pos x="32" y="14"/>
                  </a:cxn>
                  <a:cxn ang="0">
                    <a:pos x="0" y="3"/>
                  </a:cxn>
                  <a:cxn ang="0">
                    <a:pos x="26" y="17"/>
                  </a:cxn>
                </a:cxnLst>
                <a:rect l="0" t="0" r="r" b="b"/>
                <a:pathLst>
                  <a:path w="32" h="17">
                    <a:moveTo>
                      <a:pt x="26" y="17"/>
                    </a:moveTo>
                    <a:cubicBezTo>
                      <a:pt x="29" y="17"/>
                      <a:pt x="30" y="16"/>
                      <a:pt x="32" y="14"/>
                    </a:cubicBezTo>
                    <a:cubicBezTo>
                      <a:pt x="22" y="9"/>
                      <a:pt x="14" y="0"/>
                      <a:pt x="0" y="3"/>
                    </a:cubicBezTo>
                    <a:cubicBezTo>
                      <a:pt x="6" y="7"/>
                      <a:pt x="18" y="17"/>
                      <a:pt x="26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5" name="Freeform 98">
                <a:extLst>
                  <a:ext uri="{FF2B5EF4-FFF2-40B4-BE49-F238E27FC236}">
                    <a16:creationId xmlns:a16="http://schemas.microsoft.com/office/drawing/2014/main" id="{862A4D4B-C02D-D272-F2A3-01AEE8977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4700" y="2030413"/>
                <a:ext cx="31750" cy="206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1" y="7"/>
                  </a:cxn>
                  <a:cxn ang="0">
                    <a:pos x="24" y="7"/>
                  </a:cxn>
                  <a:cxn ang="0">
                    <a:pos x="24" y="10"/>
                  </a:cxn>
                  <a:cxn ang="0">
                    <a:pos x="19" y="15"/>
                  </a:cxn>
                  <a:cxn ang="0">
                    <a:pos x="0" y="3"/>
                  </a:cxn>
                  <a:cxn ang="0">
                    <a:pos x="1" y="0"/>
                  </a:cxn>
                </a:cxnLst>
                <a:rect l="0" t="0" r="r" b="b"/>
                <a:pathLst>
                  <a:path w="24" h="15">
                    <a:moveTo>
                      <a:pt x="1" y="0"/>
                    </a:moveTo>
                    <a:cubicBezTo>
                      <a:pt x="4" y="4"/>
                      <a:pt x="7" y="6"/>
                      <a:pt x="11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8"/>
                      <a:pt x="24" y="9"/>
                      <a:pt x="24" y="10"/>
                    </a:cubicBezTo>
                    <a:cubicBezTo>
                      <a:pt x="24" y="12"/>
                      <a:pt x="20" y="15"/>
                      <a:pt x="19" y="15"/>
                    </a:cubicBezTo>
                    <a:cubicBezTo>
                      <a:pt x="16" y="15"/>
                      <a:pt x="0" y="6"/>
                      <a:pt x="0" y="3"/>
                    </a:cubicBezTo>
                    <a:cubicBezTo>
                      <a:pt x="0" y="2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6" name="Freeform 99">
                <a:extLst>
                  <a:ext uri="{FF2B5EF4-FFF2-40B4-BE49-F238E27FC236}">
                    <a16:creationId xmlns:a16="http://schemas.microsoft.com/office/drawing/2014/main" id="{D1BC73DE-8DE8-EC69-7E13-77E096BD0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2325" y="2030413"/>
                <a:ext cx="22225" cy="26988"/>
              </a:xfrm>
              <a:custGeom>
                <a:avLst/>
                <a:gdLst/>
                <a:ahLst/>
                <a:cxnLst>
                  <a:cxn ang="0">
                    <a:pos x="17" y="12"/>
                  </a:cxn>
                  <a:cxn ang="0">
                    <a:pos x="17" y="15"/>
                  </a:cxn>
                  <a:cxn ang="0">
                    <a:pos x="7" y="20"/>
                  </a:cxn>
                  <a:cxn ang="0">
                    <a:pos x="0" y="15"/>
                  </a:cxn>
                  <a:cxn ang="0">
                    <a:pos x="10" y="0"/>
                  </a:cxn>
                  <a:cxn ang="0">
                    <a:pos x="14" y="5"/>
                  </a:cxn>
                  <a:cxn ang="0">
                    <a:pos x="17" y="12"/>
                  </a:cxn>
                </a:cxnLst>
                <a:rect l="0" t="0" r="r" b="b"/>
                <a:pathLst>
                  <a:path w="17" h="20">
                    <a:moveTo>
                      <a:pt x="17" y="12"/>
                    </a:moveTo>
                    <a:cubicBezTo>
                      <a:pt x="17" y="12"/>
                      <a:pt x="17" y="14"/>
                      <a:pt x="17" y="15"/>
                    </a:cubicBezTo>
                    <a:cubicBezTo>
                      <a:pt x="17" y="18"/>
                      <a:pt x="12" y="20"/>
                      <a:pt x="7" y="20"/>
                    </a:cubicBezTo>
                    <a:cubicBezTo>
                      <a:pt x="3" y="20"/>
                      <a:pt x="0" y="18"/>
                      <a:pt x="0" y="15"/>
                    </a:cubicBezTo>
                    <a:cubicBezTo>
                      <a:pt x="0" y="13"/>
                      <a:pt x="6" y="2"/>
                      <a:pt x="10" y="0"/>
                    </a:cubicBezTo>
                    <a:cubicBezTo>
                      <a:pt x="11" y="2"/>
                      <a:pt x="14" y="3"/>
                      <a:pt x="14" y="5"/>
                    </a:cubicBezTo>
                    <a:cubicBezTo>
                      <a:pt x="14" y="9"/>
                      <a:pt x="7" y="12"/>
                      <a:pt x="17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7" name="Freeform 100">
                <a:extLst>
                  <a:ext uri="{FF2B5EF4-FFF2-40B4-BE49-F238E27FC236}">
                    <a16:creationId xmlns:a16="http://schemas.microsoft.com/office/drawing/2014/main" id="{B0EB1F08-F563-2853-6059-5AE023AE0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3850" y="1724025"/>
                <a:ext cx="26988" cy="12700"/>
              </a:xfrm>
              <a:custGeom>
                <a:avLst/>
                <a:gdLst/>
                <a:ahLst/>
                <a:cxnLst>
                  <a:cxn ang="0">
                    <a:pos x="6" y="4"/>
                  </a:cxn>
                  <a:cxn ang="0">
                    <a:pos x="13" y="1"/>
                  </a:cxn>
                  <a:cxn ang="0">
                    <a:pos x="20" y="9"/>
                  </a:cxn>
                  <a:cxn ang="0">
                    <a:pos x="5" y="9"/>
                  </a:cxn>
                  <a:cxn ang="0">
                    <a:pos x="0" y="4"/>
                  </a:cxn>
                  <a:cxn ang="0">
                    <a:pos x="6" y="4"/>
                  </a:cxn>
                </a:cxnLst>
                <a:rect l="0" t="0" r="r" b="b"/>
                <a:pathLst>
                  <a:path w="20" h="9">
                    <a:moveTo>
                      <a:pt x="6" y="4"/>
                    </a:moveTo>
                    <a:cubicBezTo>
                      <a:pt x="8" y="0"/>
                      <a:pt x="10" y="1"/>
                      <a:pt x="13" y="1"/>
                    </a:cubicBezTo>
                    <a:cubicBezTo>
                      <a:pt x="18" y="1"/>
                      <a:pt x="19" y="4"/>
                      <a:pt x="2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3" y="7"/>
                      <a:pt x="1" y="6"/>
                      <a:pt x="0" y="4"/>
                    </a:cubicBezTo>
                    <a:lnTo>
                      <a:pt x="6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29" name="Group 345">
              <a:extLst>
                <a:ext uri="{FF2B5EF4-FFF2-40B4-BE49-F238E27FC236}">
                  <a16:creationId xmlns:a16="http://schemas.microsoft.com/office/drawing/2014/main" id="{CA9BF6F0-FE46-1B19-8B8F-18F126FC5CBB}"/>
                </a:ext>
              </a:extLst>
            </p:cNvPr>
            <p:cNvGrpSpPr/>
            <p:nvPr/>
          </p:nvGrpSpPr>
          <p:grpSpPr>
            <a:xfrm>
              <a:off x="4171632" y="1040773"/>
              <a:ext cx="777395" cy="1307032"/>
              <a:chOff x="4219575" y="1089025"/>
              <a:chExt cx="687388" cy="1155701"/>
            </a:xfrm>
            <a:grpFill/>
          </p:grpSpPr>
          <p:sp>
            <p:nvSpPr>
              <p:cNvPr id="354" name="Freeform 36">
                <a:extLst>
                  <a:ext uri="{FF2B5EF4-FFF2-40B4-BE49-F238E27FC236}">
                    <a16:creationId xmlns:a16="http://schemas.microsoft.com/office/drawing/2014/main" id="{063E700C-351F-E8E3-1D33-00CF2C7207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825" y="1816100"/>
                <a:ext cx="26988" cy="39688"/>
              </a:xfrm>
              <a:custGeom>
                <a:avLst/>
                <a:gdLst/>
                <a:ahLst/>
                <a:cxnLst>
                  <a:cxn ang="0">
                    <a:pos x="3" y="27"/>
                  </a:cxn>
                  <a:cxn ang="0">
                    <a:pos x="9" y="21"/>
                  </a:cxn>
                  <a:cxn ang="0">
                    <a:pos x="0" y="14"/>
                  </a:cxn>
                  <a:cxn ang="0">
                    <a:pos x="9" y="0"/>
                  </a:cxn>
                  <a:cxn ang="0">
                    <a:pos x="20" y="12"/>
                  </a:cxn>
                  <a:cxn ang="0">
                    <a:pos x="6" y="30"/>
                  </a:cxn>
                  <a:cxn ang="0">
                    <a:pos x="0" y="27"/>
                  </a:cxn>
                  <a:cxn ang="0">
                    <a:pos x="2" y="25"/>
                  </a:cxn>
                  <a:cxn ang="0">
                    <a:pos x="3" y="27"/>
                  </a:cxn>
                </a:cxnLst>
                <a:rect l="0" t="0" r="r" b="b"/>
                <a:pathLst>
                  <a:path w="20" h="30">
                    <a:moveTo>
                      <a:pt x="3" y="27"/>
                    </a:moveTo>
                    <a:cubicBezTo>
                      <a:pt x="6" y="26"/>
                      <a:pt x="9" y="23"/>
                      <a:pt x="9" y="21"/>
                    </a:cubicBezTo>
                    <a:cubicBezTo>
                      <a:pt x="5" y="20"/>
                      <a:pt x="0" y="16"/>
                      <a:pt x="0" y="14"/>
                    </a:cubicBezTo>
                    <a:cubicBezTo>
                      <a:pt x="0" y="12"/>
                      <a:pt x="5" y="0"/>
                      <a:pt x="9" y="0"/>
                    </a:cubicBezTo>
                    <a:cubicBezTo>
                      <a:pt x="17" y="0"/>
                      <a:pt x="18" y="4"/>
                      <a:pt x="20" y="12"/>
                    </a:cubicBezTo>
                    <a:cubicBezTo>
                      <a:pt x="12" y="14"/>
                      <a:pt x="16" y="30"/>
                      <a:pt x="6" y="30"/>
                    </a:cubicBezTo>
                    <a:cubicBezTo>
                      <a:pt x="3" y="30"/>
                      <a:pt x="1" y="27"/>
                      <a:pt x="0" y="27"/>
                    </a:cubicBezTo>
                    <a:cubicBezTo>
                      <a:pt x="1" y="26"/>
                      <a:pt x="2" y="25"/>
                      <a:pt x="2" y="25"/>
                    </a:cubicBezTo>
                    <a:lnTo>
                      <a:pt x="3" y="2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55" name="Group 343">
                <a:extLst>
                  <a:ext uri="{FF2B5EF4-FFF2-40B4-BE49-F238E27FC236}">
                    <a16:creationId xmlns:a16="http://schemas.microsoft.com/office/drawing/2014/main" id="{E5022E5A-941A-AB61-FFA2-39C719119EAF}"/>
                  </a:ext>
                </a:extLst>
              </p:cNvPr>
              <p:cNvGrpSpPr/>
              <p:nvPr/>
            </p:nvGrpSpPr>
            <p:grpSpPr>
              <a:xfrm>
                <a:off x="4219575" y="1089025"/>
                <a:ext cx="687388" cy="1155701"/>
                <a:chOff x="4219575" y="1089025"/>
                <a:chExt cx="687388" cy="1155701"/>
              </a:xfrm>
              <a:grpFill/>
            </p:grpSpPr>
            <p:sp>
              <p:nvSpPr>
                <p:cNvPr id="356" name="Freeform 24">
                  <a:extLst>
                    <a:ext uri="{FF2B5EF4-FFF2-40B4-BE49-F238E27FC236}">
                      <a16:creationId xmlns:a16="http://schemas.microsoft.com/office/drawing/2014/main" id="{7D0DF02C-1DD3-F0CF-811C-C09BB8D123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0688" y="1782763"/>
                  <a:ext cx="646113" cy="461963"/>
                </a:xfrm>
                <a:custGeom>
                  <a:avLst/>
                  <a:gdLst/>
                  <a:ahLst/>
                  <a:cxnLst>
                    <a:cxn ang="0">
                      <a:pos x="473" y="233"/>
                    </a:cxn>
                    <a:cxn ang="0">
                      <a:pos x="470" y="273"/>
                    </a:cxn>
                    <a:cxn ang="0">
                      <a:pos x="427" y="274"/>
                    </a:cxn>
                    <a:cxn ang="0">
                      <a:pos x="401" y="283"/>
                    </a:cxn>
                    <a:cxn ang="0">
                      <a:pos x="403" y="303"/>
                    </a:cxn>
                    <a:cxn ang="0">
                      <a:pos x="413" y="322"/>
                    </a:cxn>
                    <a:cxn ang="0">
                      <a:pos x="401" y="319"/>
                    </a:cxn>
                    <a:cxn ang="0">
                      <a:pos x="397" y="336"/>
                    </a:cxn>
                    <a:cxn ang="0">
                      <a:pos x="382" y="315"/>
                    </a:cxn>
                    <a:cxn ang="0">
                      <a:pos x="358" y="278"/>
                    </a:cxn>
                    <a:cxn ang="0">
                      <a:pos x="329" y="238"/>
                    </a:cxn>
                    <a:cxn ang="0">
                      <a:pos x="289" y="213"/>
                    </a:cxn>
                    <a:cxn ang="0">
                      <a:pos x="270" y="212"/>
                    </a:cxn>
                    <a:cxn ang="0">
                      <a:pos x="289" y="244"/>
                    </a:cxn>
                    <a:cxn ang="0">
                      <a:pos x="315" y="264"/>
                    </a:cxn>
                    <a:cxn ang="0">
                      <a:pos x="330" y="283"/>
                    </a:cxn>
                    <a:cxn ang="0">
                      <a:pos x="323" y="305"/>
                    </a:cxn>
                    <a:cxn ang="0">
                      <a:pos x="316" y="303"/>
                    </a:cxn>
                    <a:cxn ang="0">
                      <a:pos x="291" y="273"/>
                    </a:cxn>
                    <a:cxn ang="0">
                      <a:pos x="229" y="223"/>
                    </a:cxn>
                    <a:cxn ang="0">
                      <a:pos x="168" y="237"/>
                    </a:cxn>
                    <a:cxn ang="0">
                      <a:pos x="135" y="272"/>
                    </a:cxn>
                    <a:cxn ang="0">
                      <a:pos x="101" y="326"/>
                    </a:cxn>
                    <a:cxn ang="0">
                      <a:pos x="72" y="338"/>
                    </a:cxn>
                    <a:cxn ang="0">
                      <a:pos x="10" y="334"/>
                    </a:cxn>
                    <a:cxn ang="0">
                      <a:pos x="0" y="306"/>
                    </a:cxn>
                    <a:cxn ang="0">
                      <a:pos x="4" y="246"/>
                    </a:cxn>
                    <a:cxn ang="0">
                      <a:pos x="48" y="235"/>
                    </a:cxn>
                    <a:cxn ang="0">
                      <a:pos x="89" y="240"/>
                    </a:cxn>
                    <a:cxn ang="0">
                      <a:pos x="105" y="206"/>
                    </a:cxn>
                    <a:cxn ang="0">
                      <a:pos x="103" y="193"/>
                    </a:cxn>
                    <a:cxn ang="0">
                      <a:pos x="60" y="163"/>
                    </a:cxn>
                    <a:cxn ang="0">
                      <a:pos x="88" y="157"/>
                    </a:cxn>
                    <a:cxn ang="0">
                      <a:pos x="96" y="143"/>
                    </a:cxn>
                    <a:cxn ang="0">
                      <a:pos x="114" y="145"/>
                    </a:cxn>
                    <a:cxn ang="0">
                      <a:pos x="147" y="118"/>
                    </a:cxn>
                    <a:cxn ang="0">
                      <a:pos x="176" y="89"/>
                    </a:cxn>
                    <a:cxn ang="0">
                      <a:pos x="208" y="73"/>
                    </a:cxn>
                    <a:cxn ang="0">
                      <a:pos x="225" y="54"/>
                    </a:cxn>
                    <a:cxn ang="0">
                      <a:pos x="245" y="5"/>
                    </a:cxn>
                    <a:cxn ang="0">
                      <a:pos x="251" y="25"/>
                    </a:cxn>
                    <a:cxn ang="0">
                      <a:pos x="240" y="54"/>
                    </a:cxn>
                    <a:cxn ang="0">
                      <a:pos x="254" y="66"/>
                    </a:cxn>
                    <a:cxn ang="0">
                      <a:pos x="289" y="68"/>
                    </a:cxn>
                    <a:cxn ang="0">
                      <a:pos x="333" y="50"/>
                    </a:cxn>
                    <a:cxn ang="0">
                      <a:pos x="378" y="55"/>
                    </a:cxn>
                    <a:cxn ang="0">
                      <a:pos x="408" y="95"/>
                    </a:cxn>
                    <a:cxn ang="0">
                      <a:pos x="399" y="153"/>
                    </a:cxn>
                    <a:cxn ang="0">
                      <a:pos x="470" y="180"/>
                    </a:cxn>
                    <a:cxn ang="0">
                      <a:pos x="474" y="204"/>
                    </a:cxn>
                    <a:cxn ang="0">
                      <a:pos x="476" y="216"/>
                    </a:cxn>
                  </a:cxnLst>
                  <a:rect l="0" t="0" r="r" b="b"/>
                  <a:pathLst>
                    <a:path w="485" h="347">
                      <a:moveTo>
                        <a:pt x="476" y="216"/>
                      </a:moveTo>
                      <a:cubicBezTo>
                        <a:pt x="474" y="223"/>
                        <a:pt x="475" y="219"/>
                        <a:pt x="473" y="222"/>
                      </a:cubicBezTo>
                      <a:cubicBezTo>
                        <a:pt x="473" y="233"/>
                        <a:pt x="473" y="233"/>
                        <a:pt x="473" y="233"/>
                      </a:cubicBezTo>
                      <a:cubicBezTo>
                        <a:pt x="469" y="238"/>
                        <a:pt x="461" y="246"/>
                        <a:pt x="461" y="253"/>
                      </a:cubicBezTo>
                      <a:cubicBezTo>
                        <a:pt x="461" y="261"/>
                        <a:pt x="473" y="268"/>
                        <a:pt x="476" y="272"/>
                      </a:cubicBezTo>
                      <a:cubicBezTo>
                        <a:pt x="474" y="273"/>
                        <a:pt x="472" y="273"/>
                        <a:pt x="470" y="273"/>
                      </a:cubicBezTo>
                      <a:cubicBezTo>
                        <a:pt x="466" y="275"/>
                        <a:pt x="463" y="273"/>
                        <a:pt x="459" y="275"/>
                      </a:cubicBezTo>
                      <a:cubicBezTo>
                        <a:pt x="453" y="277"/>
                        <a:pt x="452" y="283"/>
                        <a:pt x="446" y="283"/>
                      </a:cubicBezTo>
                      <a:cubicBezTo>
                        <a:pt x="439" y="283"/>
                        <a:pt x="435" y="274"/>
                        <a:pt x="427" y="274"/>
                      </a:cubicBezTo>
                      <a:cubicBezTo>
                        <a:pt x="420" y="274"/>
                        <a:pt x="419" y="278"/>
                        <a:pt x="413" y="280"/>
                      </a:cubicBezTo>
                      <a:cubicBezTo>
                        <a:pt x="414" y="284"/>
                        <a:pt x="414" y="286"/>
                        <a:pt x="413" y="290"/>
                      </a:cubicBezTo>
                      <a:cubicBezTo>
                        <a:pt x="406" y="290"/>
                        <a:pt x="405" y="283"/>
                        <a:pt x="401" y="283"/>
                      </a:cubicBezTo>
                      <a:cubicBezTo>
                        <a:pt x="399" y="283"/>
                        <a:pt x="397" y="286"/>
                        <a:pt x="397" y="288"/>
                      </a:cubicBezTo>
                      <a:cubicBezTo>
                        <a:pt x="405" y="298"/>
                        <a:pt x="405" y="298"/>
                        <a:pt x="405" y="298"/>
                      </a:cubicBezTo>
                      <a:cubicBezTo>
                        <a:pt x="405" y="300"/>
                        <a:pt x="403" y="302"/>
                        <a:pt x="403" y="303"/>
                      </a:cubicBezTo>
                      <a:cubicBezTo>
                        <a:pt x="403" y="304"/>
                        <a:pt x="415" y="315"/>
                        <a:pt x="419" y="315"/>
                      </a:cubicBezTo>
                      <a:cubicBezTo>
                        <a:pt x="419" y="317"/>
                        <a:pt x="420" y="318"/>
                        <a:pt x="420" y="319"/>
                      </a:cubicBezTo>
                      <a:cubicBezTo>
                        <a:pt x="418" y="321"/>
                        <a:pt x="414" y="319"/>
                        <a:pt x="413" y="322"/>
                      </a:cubicBezTo>
                      <a:cubicBezTo>
                        <a:pt x="412" y="322"/>
                        <a:pt x="412" y="322"/>
                        <a:pt x="412" y="322"/>
                      </a:cubicBezTo>
                      <a:cubicBezTo>
                        <a:pt x="407" y="321"/>
                        <a:pt x="403" y="317"/>
                        <a:pt x="401" y="315"/>
                      </a:cubicBezTo>
                      <a:cubicBezTo>
                        <a:pt x="401" y="319"/>
                        <a:pt x="401" y="319"/>
                        <a:pt x="401" y="319"/>
                      </a:cubicBezTo>
                      <a:cubicBezTo>
                        <a:pt x="402" y="321"/>
                        <a:pt x="403" y="323"/>
                        <a:pt x="403" y="326"/>
                      </a:cubicBezTo>
                      <a:cubicBezTo>
                        <a:pt x="403" y="329"/>
                        <a:pt x="399" y="334"/>
                        <a:pt x="403" y="336"/>
                      </a:cubicBezTo>
                      <a:cubicBezTo>
                        <a:pt x="401" y="336"/>
                        <a:pt x="397" y="336"/>
                        <a:pt x="397" y="336"/>
                      </a:cubicBezTo>
                      <a:cubicBezTo>
                        <a:pt x="390" y="336"/>
                        <a:pt x="384" y="329"/>
                        <a:pt x="384" y="322"/>
                      </a:cubicBezTo>
                      <a:cubicBezTo>
                        <a:pt x="384" y="319"/>
                        <a:pt x="388" y="317"/>
                        <a:pt x="390" y="315"/>
                      </a:cubicBezTo>
                      <a:cubicBezTo>
                        <a:pt x="387" y="315"/>
                        <a:pt x="385" y="315"/>
                        <a:pt x="382" y="315"/>
                      </a:cubicBezTo>
                      <a:cubicBezTo>
                        <a:pt x="380" y="315"/>
                        <a:pt x="379" y="311"/>
                        <a:pt x="379" y="310"/>
                      </a:cubicBezTo>
                      <a:cubicBezTo>
                        <a:pt x="378" y="304"/>
                        <a:pt x="374" y="300"/>
                        <a:pt x="370" y="296"/>
                      </a:cubicBezTo>
                      <a:cubicBezTo>
                        <a:pt x="365" y="291"/>
                        <a:pt x="358" y="287"/>
                        <a:pt x="358" y="278"/>
                      </a:cubicBezTo>
                      <a:cubicBezTo>
                        <a:pt x="358" y="272"/>
                        <a:pt x="358" y="270"/>
                        <a:pt x="358" y="266"/>
                      </a:cubicBezTo>
                      <a:cubicBezTo>
                        <a:pt x="358" y="260"/>
                        <a:pt x="348" y="251"/>
                        <a:pt x="342" y="248"/>
                      </a:cubicBezTo>
                      <a:cubicBezTo>
                        <a:pt x="336" y="245"/>
                        <a:pt x="329" y="244"/>
                        <a:pt x="329" y="238"/>
                      </a:cubicBezTo>
                      <a:cubicBezTo>
                        <a:pt x="326" y="238"/>
                        <a:pt x="325" y="238"/>
                        <a:pt x="323" y="238"/>
                      </a:cubicBezTo>
                      <a:cubicBezTo>
                        <a:pt x="313" y="238"/>
                        <a:pt x="302" y="223"/>
                        <a:pt x="302" y="213"/>
                      </a:cubicBezTo>
                      <a:cubicBezTo>
                        <a:pt x="297" y="213"/>
                        <a:pt x="293" y="213"/>
                        <a:pt x="289" y="213"/>
                      </a:cubicBezTo>
                      <a:cubicBezTo>
                        <a:pt x="283" y="213"/>
                        <a:pt x="285" y="204"/>
                        <a:pt x="283" y="201"/>
                      </a:cubicBezTo>
                      <a:cubicBezTo>
                        <a:pt x="278" y="204"/>
                        <a:pt x="268" y="204"/>
                        <a:pt x="268" y="209"/>
                      </a:cubicBezTo>
                      <a:cubicBezTo>
                        <a:pt x="268" y="210"/>
                        <a:pt x="270" y="212"/>
                        <a:pt x="270" y="212"/>
                      </a:cubicBezTo>
                      <a:cubicBezTo>
                        <a:pt x="270" y="214"/>
                        <a:pt x="269" y="217"/>
                        <a:pt x="269" y="220"/>
                      </a:cubicBezTo>
                      <a:cubicBezTo>
                        <a:pt x="269" y="226"/>
                        <a:pt x="273" y="229"/>
                        <a:pt x="278" y="231"/>
                      </a:cubicBezTo>
                      <a:cubicBezTo>
                        <a:pt x="285" y="233"/>
                        <a:pt x="288" y="240"/>
                        <a:pt x="289" y="244"/>
                      </a:cubicBezTo>
                      <a:cubicBezTo>
                        <a:pt x="291" y="250"/>
                        <a:pt x="294" y="257"/>
                        <a:pt x="298" y="259"/>
                      </a:cubicBezTo>
                      <a:cubicBezTo>
                        <a:pt x="304" y="262"/>
                        <a:pt x="309" y="260"/>
                        <a:pt x="315" y="260"/>
                      </a:cubicBezTo>
                      <a:cubicBezTo>
                        <a:pt x="315" y="261"/>
                        <a:pt x="315" y="263"/>
                        <a:pt x="315" y="264"/>
                      </a:cubicBezTo>
                      <a:cubicBezTo>
                        <a:pt x="313" y="269"/>
                        <a:pt x="323" y="271"/>
                        <a:pt x="326" y="272"/>
                      </a:cubicBezTo>
                      <a:cubicBezTo>
                        <a:pt x="335" y="277"/>
                        <a:pt x="345" y="280"/>
                        <a:pt x="344" y="290"/>
                      </a:cubicBezTo>
                      <a:cubicBezTo>
                        <a:pt x="340" y="289"/>
                        <a:pt x="337" y="283"/>
                        <a:pt x="330" y="283"/>
                      </a:cubicBezTo>
                      <a:cubicBezTo>
                        <a:pt x="325" y="283"/>
                        <a:pt x="320" y="286"/>
                        <a:pt x="320" y="290"/>
                      </a:cubicBezTo>
                      <a:cubicBezTo>
                        <a:pt x="320" y="296"/>
                        <a:pt x="328" y="297"/>
                        <a:pt x="328" y="303"/>
                      </a:cubicBezTo>
                      <a:cubicBezTo>
                        <a:pt x="328" y="305"/>
                        <a:pt x="323" y="305"/>
                        <a:pt x="323" y="305"/>
                      </a:cubicBezTo>
                      <a:cubicBezTo>
                        <a:pt x="319" y="309"/>
                        <a:pt x="319" y="318"/>
                        <a:pt x="313" y="318"/>
                      </a:cubicBezTo>
                      <a:cubicBezTo>
                        <a:pt x="310" y="318"/>
                        <a:pt x="308" y="317"/>
                        <a:pt x="308" y="315"/>
                      </a:cubicBezTo>
                      <a:cubicBezTo>
                        <a:pt x="314" y="315"/>
                        <a:pt x="316" y="309"/>
                        <a:pt x="316" y="303"/>
                      </a:cubicBezTo>
                      <a:cubicBezTo>
                        <a:pt x="316" y="297"/>
                        <a:pt x="312" y="295"/>
                        <a:pt x="311" y="291"/>
                      </a:cubicBezTo>
                      <a:cubicBezTo>
                        <a:pt x="310" y="291"/>
                        <a:pt x="300" y="281"/>
                        <a:pt x="299" y="278"/>
                      </a:cubicBezTo>
                      <a:cubicBezTo>
                        <a:pt x="297" y="278"/>
                        <a:pt x="291" y="276"/>
                        <a:pt x="291" y="273"/>
                      </a:cubicBezTo>
                      <a:cubicBezTo>
                        <a:pt x="277" y="270"/>
                        <a:pt x="274" y="266"/>
                        <a:pt x="266" y="259"/>
                      </a:cubicBezTo>
                      <a:cubicBezTo>
                        <a:pt x="263" y="256"/>
                        <a:pt x="257" y="254"/>
                        <a:pt x="256" y="251"/>
                      </a:cubicBezTo>
                      <a:cubicBezTo>
                        <a:pt x="248" y="241"/>
                        <a:pt x="245" y="223"/>
                        <a:pt x="229" y="223"/>
                      </a:cubicBezTo>
                      <a:cubicBezTo>
                        <a:pt x="221" y="223"/>
                        <a:pt x="220" y="228"/>
                        <a:pt x="216" y="230"/>
                      </a:cubicBezTo>
                      <a:cubicBezTo>
                        <a:pt x="208" y="234"/>
                        <a:pt x="202" y="242"/>
                        <a:pt x="192" y="242"/>
                      </a:cubicBezTo>
                      <a:cubicBezTo>
                        <a:pt x="183" y="242"/>
                        <a:pt x="177" y="237"/>
                        <a:pt x="168" y="237"/>
                      </a:cubicBezTo>
                      <a:cubicBezTo>
                        <a:pt x="161" y="237"/>
                        <a:pt x="154" y="242"/>
                        <a:pt x="154" y="248"/>
                      </a:cubicBezTo>
                      <a:cubicBezTo>
                        <a:pt x="157" y="258"/>
                        <a:pt x="157" y="258"/>
                        <a:pt x="157" y="258"/>
                      </a:cubicBezTo>
                      <a:cubicBezTo>
                        <a:pt x="154" y="267"/>
                        <a:pt x="144" y="270"/>
                        <a:pt x="135" y="272"/>
                      </a:cubicBezTo>
                      <a:cubicBezTo>
                        <a:pt x="127" y="274"/>
                        <a:pt x="114" y="292"/>
                        <a:pt x="114" y="302"/>
                      </a:cubicBezTo>
                      <a:cubicBezTo>
                        <a:pt x="114" y="305"/>
                        <a:pt x="117" y="306"/>
                        <a:pt x="119" y="307"/>
                      </a:cubicBezTo>
                      <a:cubicBezTo>
                        <a:pt x="113" y="316"/>
                        <a:pt x="110" y="321"/>
                        <a:pt x="101" y="326"/>
                      </a:cubicBezTo>
                      <a:cubicBezTo>
                        <a:pt x="96" y="328"/>
                        <a:pt x="95" y="340"/>
                        <a:pt x="86" y="337"/>
                      </a:cubicBezTo>
                      <a:cubicBezTo>
                        <a:pt x="86" y="337"/>
                        <a:pt x="86" y="337"/>
                        <a:pt x="86" y="337"/>
                      </a:cubicBezTo>
                      <a:cubicBezTo>
                        <a:pt x="82" y="336"/>
                        <a:pt x="75" y="338"/>
                        <a:pt x="72" y="338"/>
                      </a:cubicBezTo>
                      <a:cubicBezTo>
                        <a:pt x="62" y="338"/>
                        <a:pt x="56" y="347"/>
                        <a:pt x="46" y="347"/>
                      </a:cubicBezTo>
                      <a:cubicBezTo>
                        <a:pt x="40" y="347"/>
                        <a:pt x="39" y="331"/>
                        <a:pt x="29" y="331"/>
                      </a:cubicBezTo>
                      <a:cubicBezTo>
                        <a:pt x="22" y="331"/>
                        <a:pt x="17" y="334"/>
                        <a:pt x="10" y="334"/>
                      </a:cubicBezTo>
                      <a:cubicBezTo>
                        <a:pt x="8" y="334"/>
                        <a:pt x="7" y="332"/>
                        <a:pt x="7" y="330"/>
                      </a:cubicBezTo>
                      <a:cubicBezTo>
                        <a:pt x="7" y="321"/>
                        <a:pt x="7" y="318"/>
                        <a:pt x="7" y="313"/>
                      </a:cubicBezTo>
                      <a:cubicBezTo>
                        <a:pt x="3" y="313"/>
                        <a:pt x="0" y="310"/>
                        <a:pt x="0" y="306"/>
                      </a:cubicBezTo>
                      <a:cubicBezTo>
                        <a:pt x="0" y="301"/>
                        <a:pt x="4" y="299"/>
                        <a:pt x="4" y="296"/>
                      </a:cubicBezTo>
                      <a:cubicBezTo>
                        <a:pt x="4" y="285"/>
                        <a:pt x="8" y="274"/>
                        <a:pt x="8" y="262"/>
                      </a:cubicBezTo>
                      <a:cubicBezTo>
                        <a:pt x="8" y="256"/>
                        <a:pt x="4" y="250"/>
                        <a:pt x="4" y="246"/>
                      </a:cubicBezTo>
                      <a:cubicBezTo>
                        <a:pt x="4" y="243"/>
                        <a:pt x="19" y="234"/>
                        <a:pt x="21" y="234"/>
                      </a:cubicBezTo>
                      <a:cubicBezTo>
                        <a:pt x="23" y="234"/>
                        <a:pt x="25" y="236"/>
                        <a:pt x="28" y="235"/>
                      </a:cubicBezTo>
                      <a:cubicBezTo>
                        <a:pt x="48" y="235"/>
                        <a:pt x="48" y="235"/>
                        <a:pt x="48" y="235"/>
                      </a:cubicBezTo>
                      <a:cubicBezTo>
                        <a:pt x="49" y="237"/>
                        <a:pt x="53" y="238"/>
                        <a:pt x="55" y="238"/>
                      </a:cubicBezTo>
                      <a:cubicBezTo>
                        <a:pt x="76" y="238"/>
                        <a:pt x="76" y="238"/>
                        <a:pt x="76" y="238"/>
                      </a:cubicBezTo>
                      <a:cubicBezTo>
                        <a:pt x="82" y="237"/>
                        <a:pt x="84" y="240"/>
                        <a:pt x="89" y="240"/>
                      </a:cubicBezTo>
                      <a:cubicBezTo>
                        <a:pt x="92" y="240"/>
                        <a:pt x="98" y="238"/>
                        <a:pt x="100" y="238"/>
                      </a:cubicBezTo>
                      <a:cubicBezTo>
                        <a:pt x="100" y="229"/>
                        <a:pt x="105" y="226"/>
                        <a:pt x="105" y="218"/>
                      </a:cubicBezTo>
                      <a:cubicBezTo>
                        <a:pt x="105" y="216"/>
                        <a:pt x="105" y="208"/>
                        <a:pt x="105" y="206"/>
                      </a:cubicBezTo>
                      <a:cubicBezTo>
                        <a:pt x="104" y="206"/>
                        <a:pt x="104" y="206"/>
                        <a:pt x="104" y="206"/>
                      </a:cubicBezTo>
                      <a:cubicBezTo>
                        <a:pt x="105" y="205"/>
                        <a:pt x="106" y="201"/>
                        <a:pt x="106" y="200"/>
                      </a:cubicBezTo>
                      <a:cubicBezTo>
                        <a:pt x="106" y="196"/>
                        <a:pt x="103" y="197"/>
                        <a:pt x="103" y="193"/>
                      </a:cubicBezTo>
                      <a:cubicBezTo>
                        <a:pt x="94" y="193"/>
                        <a:pt x="92" y="185"/>
                        <a:pt x="92" y="178"/>
                      </a:cubicBezTo>
                      <a:cubicBezTo>
                        <a:pt x="89" y="178"/>
                        <a:pt x="89" y="175"/>
                        <a:pt x="87" y="175"/>
                      </a:cubicBezTo>
                      <a:cubicBezTo>
                        <a:pt x="79" y="173"/>
                        <a:pt x="60" y="169"/>
                        <a:pt x="60" y="163"/>
                      </a:cubicBezTo>
                      <a:cubicBezTo>
                        <a:pt x="60" y="163"/>
                        <a:pt x="60" y="161"/>
                        <a:pt x="60" y="161"/>
                      </a:cubicBezTo>
                      <a:cubicBezTo>
                        <a:pt x="60" y="157"/>
                        <a:pt x="72" y="154"/>
                        <a:pt x="76" y="153"/>
                      </a:cubicBezTo>
                      <a:cubicBezTo>
                        <a:pt x="78" y="156"/>
                        <a:pt x="85" y="157"/>
                        <a:pt x="88" y="157"/>
                      </a:cubicBezTo>
                      <a:cubicBezTo>
                        <a:pt x="92" y="157"/>
                        <a:pt x="97" y="156"/>
                        <a:pt x="98" y="155"/>
                      </a:cubicBezTo>
                      <a:cubicBezTo>
                        <a:pt x="98" y="152"/>
                        <a:pt x="98" y="152"/>
                        <a:pt x="98" y="152"/>
                      </a:cubicBezTo>
                      <a:cubicBezTo>
                        <a:pt x="95" y="151"/>
                        <a:pt x="97" y="145"/>
                        <a:pt x="96" y="143"/>
                      </a:cubicBezTo>
                      <a:cubicBezTo>
                        <a:pt x="96" y="140"/>
                        <a:pt x="96" y="140"/>
                        <a:pt x="96" y="140"/>
                      </a:cubicBezTo>
                      <a:cubicBezTo>
                        <a:pt x="101" y="140"/>
                        <a:pt x="101" y="140"/>
                        <a:pt x="101" y="140"/>
                      </a:cubicBezTo>
                      <a:cubicBezTo>
                        <a:pt x="104" y="143"/>
                        <a:pt x="109" y="145"/>
                        <a:pt x="114" y="145"/>
                      </a:cubicBezTo>
                      <a:cubicBezTo>
                        <a:pt x="117" y="145"/>
                        <a:pt x="120" y="142"/>
                        <a:pt x="121" y="139"/>
                      </a:cubicBezTo>
                      <a:cubicBezTo>
                        <a:pt x="135" y="139"/>
                        <a:pt x="138" y="129"/>
                        <a:pt x="141" y="119"/>
                      </a:cubicBezTo>
                      <a:cubicBezTo>
                        <a:pt x="143" y="119"/>
                        <a:pt x="145" y="118"/>
                        <a:pt x="147" y="118"/>
                      </a:cubicBezTo>
                      <a:cubicBezTo>
                        <a:pt x="150" y="117"/>
                        <a:pt x="167" y="110"/>
                        <a:pt x="169" y="108"/>
                      </a:cubicBezTo>
                      <a:cubicBezTo>
                        <a:pt x="173" y="104"/>
                        <a:pt x="171" y="99"/>
                        <a:pt x="171" y="94"/>
                      </a:cubicBezTo>
                      <a:cubicBezTo>
                        <a:pt x="171" y="92"/>
                        <a:pt x="175" y="89"/>
                        <a:pt x="176" y="89"/>
                      </a:cubicBezTo>
                      <a:cubicBezTo>
                        <a:pt x="182" y="83"/>
                        <a:pt x="188" y="76"/>
                        <a:pt x="198" y="76"/>
                      </a:cubicBezTo>
                      <a:cubicBezTo>
                        <a:pt x="204" y="76"/>
                        <a:pt x="201" y="77"/>
                        <a:pt x="204" y="76"/>
                      </a:cubicBezTo>
                      <a:cubicBezTo>
                        <a:pt x="206" y="77"/>
                        <a:pt x="207" y="74"/>
                        <a:pt x="208" y="73"/>
                      </a:cubicBezTo>
                      <a:cubicBezTo>
                        <a:pt x="211" y="70"/>
                        <a:pt x="215" y="72"/>
                        <a:pt x="219" y="72"/>
                      </a:cubicBezTo>
                      <a:cubicBezTo>
                        <a:pt x="221" y="72"/>
                        <a:pt x="229" y="68"/>
                        <a:pt x="229" y="65"/>
                      </a:cubicBezTo>
                      <a:cubicBezTo>
                        <a:pt x="229" y="63"/>
                        <a:pt x="225" y="54"/>
                        <a:pt x="225" y="54"/>
                      </a:cubicBezTo>
                      <a:cubicBezTo>
                        <a:pt x="224" y="42"/>
                        <a:pt x="217" y="38"/>
                        <a:pt x="217" y="28"/>
                      </a:cubicBezTo>
                      <a:cubicBezTo>
                        <a:pt x="217" y="9"/>
                        <a:pt x="234" y="8"/>
                        <a:pt x="245" y="0"/>
                      </a:cubicBezTo>
                      <a:cubicBezTo>
                        <a:pt x="245" y="5"/>
                        <a:pt x="245" y="5"/>
                        <a:pt x="245" y="5"/>
                      </a:cubicBezTo>
                      <a:cubicBezTo>
                        <a:pt x="243" y="10"/>
                        <a:pt x="242" y="12"/>
                        <a:pt x="242" y="17"/>
                      </a:cubicBezTo>
                      <a:cubicBezTo>
                        <a:pt x="242" y="21"/>
                        <a:pt x="247" y="22"/>
                        <a:pt x="251" y="22"/>
                      </a:cubicBezTo>
                      <a:cubicBezTo>
                        <a:pt x="251" y="23"/>
                        <a:pt x="251" y="24"/>
                        <a:pt x="251" y="25"/>
                      </a:cubicBezTo>
                      <a:cubicBezTo>
                        <a:pt x="251" y="27"/>
                        <a:pt x="247" y="28"/>
                        <a:pt x="245" y="29"/>
                      </a:cubicBezTo>
                      <a:cubicBezTo>
                        <a:pt x="241" y="34"/>
                        <a:pt x="236" y="38"/>
                        <a:pt x="236" y="46"/>
                      </a:cubicBezTo>
                      <a:cubicBezTo>
                        <a:pt x="236" y="50"/>
                        <a:pt x="238" y="53"/>
                        <a:pt x="240" y="54"/>
                      </a:cubicBezTo>
                      <a:cubicBezTo>
                        <a:pt x="240" y="56"/>
                        <a:pt x="241" y="57"/>
                        <a:pt x="240" y="59"/>
                      </a:cubicBezTo>
                      <a:cubicBezTo>
                        <a:pt x="245" y="59"/>
                        <a:pt x="247" y="60"/>
                        <a:pt x="251" y="60"/>
                      </a:cubicBezTo>
                      <a:cubicBezTo>
                        <a:pt x="252" y="63"/>
                        <a:pt x="253" y="66"/>
                        <a:pt x="254" y="66"/>
                      </a:cubicBezTo>
                      <a:cubicBezTo>
                        <a:pt x="266" y="66"/>
                        <a:pt x="274" y="56"/>
                        <a:pt x="285" y="57"/>
                      </a:cubicBezTo>
                      <a:cubicBezTo>
                        <a:pt x="284" y="59"/>
                        <a:pt x="282" y="60"/>
                        <a:pt x="282" y="62"/>
                      </a:cubicBezTo>
                      <a:cubicBezTo>
                        <a:pt x="282" y="63"/>
                        <a:pt x="289" y="68"/>
                        <a:pt x="289" y="68"/>
                      </a:cubicBezTo>
                      <a:cubicBezTo>
                        <a:pt x="294" y="68"/>
                        <a:pt x="295" y="65"/>
                        <a:pt x="297" y="64"/>
                      </a:cubicBezTo>
                      <a:cubicBezTo>
                        <a:pt x="304" y="60"/>
                        <a:pt x="310" y="62"/>
                        <a:pt x="317" y="59"/>
                      </a:cubicBezTo>
                      <a:cubicBezTo>
                        <a:pt x="321" y="57"/>
                        <a:pt x="328" y="50"/>
                        <a:pt x="333" y="50"/>
                      </a:cubicBezTo>
                      <a:cubicBezTo>
                        <a:pt x="339" y="50"/>
                        <a:pt x="345" y="51"/>
                        <a:pt x="348" y="52"/>
                      </a:cubicBezTo>
                      <a:cubicBezTo>
                        <a:pt x="347" y="54"/>
                        <a:pt x="346" y="56"/>
                        <a:pt x="346" y="57"/>
                      </a:cubicBezTo>
                      <a:cubicBezTo>
                        <a:pt x="358" y="57"/>
                        <a:pt x="370" y="55"/>
                        <a:pt x="378" y="55"/>
                      </a:cubicBezTo>
                      <a:cubicBezTo>
                        <a:pt x="386" y="55"/>
                        <a:pt x="392" y="54"/>
                        <a:pt x="401" y="54"/>
                      </a:cubicBezTo>
                      <a:cubicBezTo>
                        <a:pt x="410" y="54"/>
                        <a:pt x="414" y="70"/>
                        <a:pt x="414" y="80"/>
                      </a:cubicBezTo>
                      <a:cubicBezTo>
                        <a:pt x="414" y="86"/>
                        <a:pt x="408" y="89"/>
                        <a:pt x="408" y="95"/>
                      </a:cubicBezTo>
                      <a:cubicBezTo>
                        <a:pt x="408" y="104"/>
                        <a:pt x="416" y="110"/>
                        <a:pt x="416" y="118"/>
                      </a:cubicBezTo>
                      <a:cubicBezTo>
                        <a:pt x="416" y="123"/>
                        <a:pt x="408" y="125"/>
                        <a:pt x="406" y="128"/>
                      </a:cubicBezTo>
                      <a:cubicBezTo>
                        <a:pt x="401" y="136"/>
                        <a:pt x="399" y="143"/>
                        <a:pt x="399" y="153"/>
                      </a:cubicBezTo>
                      <a:cubicBezTo>
                        <a:pt x="399" y="166"/>
                        <a:pt x="408" y="163"/>
                        <a:pt x="418" y="163"/>
                      </a:cubicBezTo>
                      <a:cubicBezTo>
                        <a:pt x="432" y="163"/>
                        <a:pt x="439" y="157"/>
                        <a:pt x="450" y="157"/>
                      </a:cubicBezTo>
                      <a:cubicBezTo>
                        <a:pt x="461" y="157"/>
                        <a:pt x="459" y="180"/>
                        <a:pt x="470" y="180"/>
                      </a:cubicBezTo>
                      <a:cubicBezTo>
                        <a:pt x="470" y="198"/>
                        <a:pt x="470" y="198"/>
                        <a:pt x="470" y="198"/>
                      </a:cubicBezTo>
                      <a:cubicBezTo>
                        <a:pt x="470" y="200"/>
                        <a:pt x="471" y="201"/>
                        <a:pt x="472" y="201"/>
                      </a:cubicBezTo>
                      <a:cubicBezTo>
                        <a:pt x="474" y="204"/>
                        <a:pt x="474" y="204"/>
                        <a:pt x="474" y="204"/>
                      </a:cubicBezTo>
                      <a:cubicBezTo>
                        <a:pt x="476" y="204"/>
                        <a:pt x="482" y="202"/>
                        <a:pt x="485" y="201"/>
                      </a:cubicBezTo>
                      <a:cubicBezTo>
                        <a:pt x="485" y="204"/>
                        <a:pt x="485" y="206"/>
                        <a:pt x="485" y="208"/>
                      </a:cubicBezTo>
                      <a:cubicBezTo>
                        <a:pt x="481" y="209"/>
                        <a:pt x="476" y="211"/>
                        <a:pt x="476" y="21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7" name="Freeform 25">
                  <a:extLst>
                    <a:ext uri="{FF2B5EF4-FFF2-40B4-BE49-F238E27FC236}">
                      <a16:creationId xmlns:a16="http://schemas.microsoft.com/office/drawing/2014/main" id="{C1FF4C1D-C968-2E56-77EA-D8BE897720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70400" y="1416050"/>
                  <a:ext cx="436563" cy="423863"/>
                </a:xfrm>
                <a:custGeom>
                  <a:avLst/>
                  <a:gdLst/>
                  <a:ahLst/>
                  <a:cxnLst>
                    <a:cxn ang="0">
                      <a:pos x="66" y="236"/>
                    </a:cxn>
                    <a:cxn ang="0">
                      <a:pos x="4" y="254"/>
                    </a:cxn>
                    <a:cxn ang="0">
                      <a:pos x="12" y="241"/>
                    </a:cxn>
                    <a:cxn ang="0">
                      <a:pos x="8" y="231"/>
                    </a:cxn>
                    <a:cxn ang="0">
                      <a:pos x="10" y="190"/>
                    </a:cxn>
                    <a:cxn ang="0">
                      <a:pos x="55" y="163"/>
                    </a:cxn>
                    <a:cxn ang="0">
                      <a:pos x="85" y="129"/>
                    </a:cxn>
                    <a:cxn ang="0">
                      <a:pos x="97" y="102"/>
                    </a:cxn>
                    <a:cxn ang="0">
                      <a:pos x="142" y="55"/>
                    </a:cxn>
                    <a:cxn ang="0">
                      <a:pos x="124" y="57"/>
                    </a:cxn>
                    <a:cxn ang="0">
                      <a:pos x="124" y="49"/>
                    </a:cxn>
                    <a:cxn ang="0">
                      <a:pos x="132" y="44"/>
                    </a:cxn>
                    <a:cxn ang="0">
                      <a:pos x="148" y="57"/>
                    </a:cxn>
                    <a:cxn ang="0">
                      <a:pos x="149" y="45"/>
                    </a:cxn>
                    <a:cxn ang="0">
                      <a:pos x="168" y="37"/>
                    </a:cxn>
                    <a:cxn ang="0">
                      <a:pos x="183" y="28"/>
                    </a:cxn>
                    <a:cxn ang="0">
                      <a:pos x="199" y="21"/>
                    </a:cxn>
                    <a:cxn ang="0">
                      <a:pos x="221" y="17"/>
                    </a:cxn>
                    <a:cxn ang="0">
                      <a:pos x="223" y="5"/>
                    </a:cxn>
                    <a:cxn ang="0">
                      <a:pos x="256" y="6"/>
                    </a:cxn>
                    <a:cxn ang="0">
                      <a:pos x="266" y="7"/>
                    </a:cxn>
                    <a:cxn ang="0">
                      <a:pos x="285" y="2"/>
                    </a:cxn>
                    <a:cxn ang="0">
                      <a:pos x="296" y="6"/>
                    </a:cxn>
                    <a:cxn ang="0">
                      <a:pos x="293" y="24"/>
                    </a:cxn>
                    <a:cxn ang="0">
                      <a:pos x="315" y="32"/>
                    </a:cxn>
                    <a:cxn ang="0">
                      <a:pos x="309" y="72"/>
                    </a:cxn>
                    <a:cxn ang="0">
                      <a:pos x="310" y="113"/>
                    </a:cxn>
                    <a:cxn ang="0">
                      <a:pos x="318" y="148"/>
                    </a:cxn>
                    <a:cxn ang="0">
                      <a:pos x="327" y="172"/>
                    </a:cxn>
                    <a:cxn ang="0">
                      <a:pos x="255" y="224"/>
                    </a:cxn>
                    <a:cxn ang="0">
                      <a:pos x="218" y="225"/>
                    </a:cxn>
                    <a:cxn ang="0">
                      <a:pos x="206" y="200"/>
                    </a:cxn>
                    <a:cxn ang="0">
                      <a:pos x="197" y="174"/>
                    </a:cxn>
                    <a:cxn ang="0">
                      <a:pos x="254" y="130"/>
                    </a:cxn>
                    <a:cxn ang="0">
                      <a:pos x="202" y="135"/>
                    </a:cxn>
                    <a:cxn ang="0">
                      <a:pos x="172" y="169"/>
                    </a:cxn>
                    <a:cxn ang="0">
                      <a:pos x="146" y="201"/>
                    </a:cxn>
                    <a:cxn ang="0">
                      <a:pos x="150" y="218"/>
                    </a:cxn>
                    <a:cxn ang="0">
                      <a:pos x="152" y="253"/>
                    </a:cxn>
                    <a:cxn ang="0">
                      <a:pos x="146" y="283"/>
                    </a:cxn>
                    <a:cxn ang="0">
                      <a:pos x="121" y="304"/>
                    </a:cxn>
                    <a:cxn ang="0">
                      <a:pos x="90" y="297"/>
                    </a:cxn>
                    <a:cxn ang="0">
                      <a:pos x="82" y="269"/>
                    </a:cxn>
                    <a:cxn ang="0">
                      <a:pos x="76" y="245"/>
                    </a:cxn>
                  </a:cxnLst>
                  <a:rect l="0" t="0" r="r" b="b"/>
                  <a:pathLst>
                    <a:path w="327" h="318">
                      <a:moveTo>
                        <a:pt x="76" y="247"/>
                      </a:moveTo>
                      <a:cubicBezTo>
                        <a:pt x="70" y="245"/>
                        <a:pt x="69" y="241"/>
                        <a:pt x="66" y="236"/>
                      </a:cubicBezTo>
                      <a:cubicBezTo>
                        <a:pt x="57" y="249"/>
                        <a:pt x="43" y="266"/>
                        <a:pt x="24" y="266"/>
                      </a:cubicBezTo>
                      <a:cubicBezTo>
                        <a:pt x="22" y="266"/>
                        <a:pt x="4" y="256"/>
                        <a:pt x="4" y="254"/>
                      </a:cubicBezTo>
                      <a:cubicBezTo>
                        <a:pt x="4" y="250"/>
                        <a:pt x="10" y="248"/>
                        <a:pt x="12" y="247"/>
                      </a:cubicBezTo>
                      <a:cubicBezTo>
                        <a:pt x="12" y="241"/>
                        <a:pt x="12" y="241"/>
                        <a:pt x="12" y="241"/>
                      </a:cubicBezTo>
                      <a:cubicBezTo>
                        <a:pt x="6" y="241"/>
                        <a:pt x="6" y="241"/>
                        <a:pt x="0" y="243"/>
                      </a:cubicBezTo>
                      <a:cubicBezTo>
                        <a:pt x="0" y="240"/>
                        <a:pt x="5" y="234"/>
                        <a:pt x="8" y="231"/>
                      </a:cubicBezTo>
                      <a:cubicBezTo>
                        <a:pt x="1" y="223"/>
                        <a:pt x="0" y="212"/>
                        <a:pt x="0" y="200"/>
                      </a:cubicBezTo>
                      <a:cubicBezTo>
                        <a:pt x="0" y="193"/>
                        <a:pt x="7" y="194"/>
                        <a:pt x="10" y="190"/>
                      </a:cubicBezTo>
                      <a:cubicBezTo>
                        <a:pt x="15" y="182"/>
                        <a:pt x="20" y="177"/>
                        <a:pt x="30" y="174"/>
                      </a:cubicBezTo>
                      <a:cubicBezTo>
                        <a:pt x="38" y="172"/>
                        <a:pt x="39" y="162"/>
                        <a:pt x="55" y="163"/>
                      </a:cubicBezTo>
                      <a:cubicBezTo>
                        <a:pt x="50" y="162"/>
                        <a:pt x="49" y="161"/>
                        <a:pt x="45" y="160"/>
                      </a:cubicBezTo>
                      <a:cubicBezTo>
                        <a:pt x="64" y="155"/>
                        <a:pt x="71" y="140"/>
                        <a:pt x="85" y="129"/>
                      </a:cubicBezTo>
                      <a:cubicBezTo>
                        <a:pt x="90" y="126"/>
                        <a:pt x="89" y="112"/>
                        <a:pt x="93" y="112"/>
                      </a:cubicBezTo>
                      <a:cubicBezTo>
                        <a:pt x="93" y="112"/>
                        <a:pt x="97" y="102"/>
                        <a:pt x="97" y="102"/>
                      </a:cubicBezTo>
                      <a:cubicBezTo>
                        <a:pt x="102" y="93"/>
                        <a:pt x="109" y="87"/>
                        <a:pt x="118" y="83"/>
                      </a:cubicBezTo>
                      <a:cubicBezTo>
                        <a:pt x="127" y="80"/>
                        <a:pt x="139" y="65"/>
                        <a:pt x="142" y="55"/>
                      </a:cubicBezTo>
                      <a:cubicBezTo>
                        <a:pt x="131" y="58"/>
                        <a:pt x="126" y="63"/>
                        <a:pt x="116" y="63"/>
                      </a:cubicBezTo>
                      <a:cubicBezTo>
                        <a:pt x="118" y="60"/>
                        <a:pt x="123" y="58"/>
                        <a:pt x="124" y="57"/>
                      </a:cubicBezTo>
                      <a:cubicBezTo>
                        <a:pt x="122" y="57"/>
                        <a:pt x="118" y="56"/>
                        <a:pt x="118" y="56"/>
                      </a:cubicBezTo>
                      <a:cubicBezTo>
                        <a:pt x="119" y="51"/>
                        <a:pt x="121" y="49"/>
                        <a:pt x="124" y="49"/>
                      </a:cubicBezTo>
                      <a:cubicBezTo>
                        <a:pt x="126" y="49"/>
                        <a:pt x="127" y="50"/>
                        <a:pt x="128" y="50"/>
                      </a:cubicBezTo>
                      <a:cubicBezTo>
                        <a:pt x="129" y="47"/>
                        <a:pt x="131" y="46"/>
                        <a:pt x="132" y="44"/>
                      </a:cubicBezTo>
                      <a:cubicBezTo>
                        <a:pt x="134" y="47"/>
                        <a:pt x="135" y="49"/>
                        <a:pt x="133" y="52"/>
                      </a:cubicBezTo>
                      <a:cubicBezTo>
                        <a:pt x="140" y="52"/>
                        <a:pt x="142" y="57"/>
                        <a:pt x="148" y="57"/>
                      </a:cubicBezTo>
                      <a:cubicBezTo>
                        <a:pt x="150" y="57"/>
                        <a:pt x="155" y="46"/>
                        <a:pt x="156" y="46"/>
                      </a:cubicBezTo>
                      <a:cubicBezTo>
                        <a:pt x="153" y="45"/>
                        <a:pt x="153" y="44"/>
                        <a:pt x="149" y="45"/>
                      </a:cubicBezTo>
                      <a:cubicBezTo>
                        <a:pt x="151" y="41"/>
                        <a:pt x="154" y="38"/>
                        <a:pt x="159" y="38"/>
                      </a:cubicBezTo>
                      <a:cubicBezTo>
                        <a:pt x="162" y="38"/>
                        <a:pt x="165" y="39"/>
                        <a:pt x="168" y="37"/>
                      </a:cubicBezTo>
                      <a:cubicBezTo>
                        <a:pt x="165" y="35"/>
                        <a:pt x="166" y="35"/>
                        <a:pt x="164" y="33"/>
                      </a:cubicBezTo>
                      <a:cubicBezTo>
                        <a:pt x="169" y="29"/>
                        <a:pt x="176" y="29"/>
                        <a:pt x="183" y="28"/>
                      </a:cubicBezTo>
                      <a:cubicBezTo>
                        <a:pt x="183" y="33"/>
                        <a:pt x="183" y="33"/>
                        <a:pt x="183" y="33"/>
                      </a:cubicBezTo>
                      <a:cubicBezTo>
                        <a:pt x="189" y="32"/>
                        <a:pt x="190" y="22"/>
                        <a:pt x="199" y="21"/>
                      </a:cubicBezTo>
                      <a:cubicBezTo>
                        <a:pt x="199" y="29"/>
                        <a:pt x="199" y="29"/>
                        <a:pt x="199" y="29"/>
                      </a:cubicBezTo>
                      <a:cubicBezTo>
                        <a:pt x="205" y="18"/>
                        <a:pt x="213" y="21"/>
                        <a:pt x="221" y="17"/>
                      </a:cubicBezTo>
                      <a:cubicBezTo>
                        <a:pt x="217" y="15"/>
                        <a:pt x="214" y="14"/>
                        <a:pt x="214" y="11"/>
                      </a:cubicBezTo>
                      <a:cubicBezTo>
                        <a:pt x="214" y="9"/>
                        <a:pt x="222" y="7"/>
                        <a:pt x="223" y="5"/>
                      </a:cubicBezTo>
                      <a:cubicBezTo>
                        <a:pt x="226" y="8"/>
                        <a:pt x="228" y="11"/>
                        <a:pt x="232" y="11"/>
                      </a:cubicBezTo>
                      <a:cubicBezTo>
                        <a:pt x="239" y="11"/>
                        <a:pt x="256" y="0"/>
                        <a:pt x="256" y="6"/>
                      </a:cubicBezTo>
                      <a:cubicBezTo>
                        <a:pt x="256" y="12"/>
                        <a:pt x="248" y="14"/>
                        <a:pt x="247" y="20"/>
                      </a:cubicBezTo>
                      <a:cubicBezTo>
                        <a:pt x="255" y="21"/>
                        <a:pt x="258" y="11"/>
                        <a:pt x="266" y="7"/>
                      </a:cubicBezTo>
                      <a:cubicBezTo>
                        <a:pt x="267" y="10"/>
                        <a:pt x="267" y="12"/>
                        <a:pt x="268" y="15"/>
                      </a:cubicBezTo>
                      <a:cubicBezTo>
                        <a:pt x="274" y="9"/>
                        <a:pt x="277" y="7"/>
                        <a:pt x="285" y="2"/>
                      </a:cubicBezTo>
                      <a:cubicBezTo>
                        <a:pt x="285" y="8"/>
                        <a:pt x="284" y="12"/>
                        <a:pt x="289" y="13"/>
                      </a:cubicBezTo>
                      <a:cubicBezTo>
                        <a:pt x="290" y="9"/>
                        <a:pt x="292" y="6"/>
                        <a:pt x="296" y="6"/>
                      </a:cubicBezTo>
                      <a:cubicBezTo>
                        <a:pt x="298" y="6"/>
                        <a:pt x="307" y="11"/>
                        <a:pt x="311" y="13"/>
                      </a:cubicBezTo>
                      <a:cubicBezTo>
                        <a:pt x="307" y="24"/>
                        <a:pt x="303" y="20"/>
                        <a:pt x="293" y="24"/>
                      </a:cubicBezTo>
                      <a:cubicBezTo>
                        <a:pt x="298" y="27"/>
                        <a:pt x="301" y="28"/>
                        <a:pt x="301" y="30"/>
                      </a:cubicBezTo>
                      <a:cubicBezTo>
                        <a:pt x="305" y="31"/>
                        <a:pt x="314" y="32"/>
                        <a:pt x="315" y="32"/>
                      </a:cubicBezTo>
                      <a:cubicBezTo>
                        <a:pt x="309" y="36"/>
                        <a:pt x="293" y="44"/>
                        <a:pt x="293" y="55"/>
                      </a:cubicBezTo>
                      <a:cubicBezTo>
                        <a:pt x="293" y="63"/>
                        <a:pt x="309" y="62"/>
                        <a:pt x="309" y="72"/>
                      </a:cubicBezTo>
                      <a:cubicBezTo>
                        <a:pt x="309" y="80"/>
                        <a:pt x="301" y="83"/>
                        <a:pt x="301" y="91"/>
                      </a:cubicBezTo>
                      <a:cubicBezTo>
                        <a:pt x="301" y="99"/>
                        <a:pt x="310" y="104"/>
                        <a:pt x="310" y="113"/>
                      </a:cubicBezTo>
                      <a:cubicBezTo>
                        <a:pt x="310" y="118"/>
                        <a:pt x="305" y="121"/>
                        <a:pt x="305" y="126"/>
                      </a:cubicBezTo>
                      <a:cubicBezTo>
                        <a:pt x="305" y="136"/>
                        <a:pt x="318" y="138"/>
                        <a:pt x="318" y="148"/>
                      </a:cubicBezTo>
                      <a:cubicBezTo>
                        <a:pt x="318" y="151"/>
                        <a:pt x="314" y="153"/>
                        <a:pt x="313" y="154"/>
                      </a:cubicBezTo>
                      <a:cubicBezTo>
                        <a:pt x="317" y="161"/>
                        <a:pt x="327" y="163"/>
                        <a:pt x="327" y="172"/>
                      </a:cubicBezTo>
                      <a:cubicBezTo>
                        <a:pt x="327" y="187"/>
                        <a:pt x="297" y="203"/>
                        <a:pt x="288" y="215"/>
                      </a:cubicBezTo>
                      <a:cubicBezTo>
                        <a:pt x="283" y="224"/>
                        <a:pt x="263" y="226"/>
                        <a:pt x="255" y="224"/>
                      </a:cubicBezTo>
                      <a:cubicBezTo>
                        <a:pt x="246" y="227"/>
                        <a:pt x="236" y="231"/>
                        <a:pt x="228" y="231"/>
                      </a:cubicBezTo>
                      <a:cubicBezTo>
                        <a:pt x="222" y="231"/>
                        <a:pt x="218" y="230"/>
                        <a:pt x="218" y="225"/>
                      </a:cubicBezTo>
                      <a:cubicBezTo>
                        <a:pt x="209" y="225"/>
                        <a:pt x="199" y="219"/>
                        <a:pt x="199" y="210"/>
                      </a:cubicBezTo>
                      <a:cubicBezTo>
                        <a:pt x="199" y="205"/>
                        <a:pt x="204" y="202"/>
                        <a:pt x="206" y="200"/>
                      </a:cubicBezTo>
                      <a:cubicBezTo>
                        <a:pt x="201" y="198"/>
                        <a:pt x="197" y="188"/>
                        <a:pt x="197" y="183"/>
                      </a:cubicBezTo>
                      <a:cubicBezTo>
                        <a:pt x="197" y="180"/>
                        <a:pt x="198" y="178"/>
                        <a:pt x="197" y="174"/>
                      </a:cubicBezTo>
                      <a:cubicBezTo>
                        <a:pt x="216" y="174"/>
                        <a:pt x="225" y="150"/>
                        <a:pt x="237" y="144"/>
                      </a:cubicBezTo>
                      <a:cubicBezTo>
                        <a:pt x="243" y="140"/>
                        <a:pt x="254" y="138"/>
                        <a:pt x="254" y="130"/>
                      </a:cubicBezTo>
                      <a:cubicBezTo>
                        <a:pt x="254" y="119"/>
                        <a:pt x="239" y="117"/>
                        <a:pt x="228" y="117"/>
                      </a:cubicBezTo>
                      <a:cubicBezTo>
                        <a:pt x="213" y="117"/>
                        <a:pt x="202" y="122"/>
                        <a:pt x="202" y="135"/>
                      </a:cubicBezTo>
                      <a:cubicBezTo>
                        <a:pt x="202" y="140"/>
                        <a:pt x="203" y="142"/>
                        <a:pt x="202" y="145"/>
                      </a:cubicBezTo>
                      <a:cubicBezTo>
                        <a:pt x="202" y="155"/>
                        <a:pt x="181" y="164"/>
                        <a:pt x="172" y="169"/>
                      </a:cubicBezTo>
                      <a:cubicBezTo>
                        <a:pt x="165" y="174"/>
                        <a:pt x="157" y="175"/>
                        <a:pt x="152" y="183"/>
                      </a:cubicBezTo>
                      <a:cubicBezTo>
                        <a:pt x="149" y="189"/>
                        <a:pt x="153" y="198"/>
                        <a:pt x="146" y="201"/>
                      </a:cubicBezTo>
                      <a:cubicBezTo>
                        <a:pt x="146" y="210"/>
                        <a:pt x="146" y="210"/>
                        <a:pt x="146" y="210"/>
                      </a:cubicBezTo>
                      <a:cubicBezTo>
                        <a:pt x="149" y="212"/>
                        <a:pt x="150" y="215"/>
                        <a:pt x="150" y="218"/>
                      </a:cubicBezTo>
                      <a:cubicBezTo>
                        <a:pt x="158" y="219"/>
                        <a:pt x="170" y="227"/>
                        <a:pt x="170" y="235"/>
                      </a:cubicBezTo>
                      <a:cubicBezTo>
                        <a:pt x="170" y="242"/>
                        <a:pt x="157" y="253"/>
                        <a:pt x="152" y="253"/>
                      </a:cubicBezTo>
                      <a:cubicBezTo>
                        <a:pt x="143" y="253"/>
                        <a:pt x="140" y="266"/>
                        <a:pt x="140" y="275"/>
                      </a:cubicBezTo>
                      <a:cubicBezTo>
                        <a:pt x="140" y="280"/>
                        <a:pt x="144" y="282"/>
                        <a:pt x="146" y="283"/>
                      </a:cubicBezTo>
                      <a:cubicBezTo>
                        <a:pt x="145" y="294"/>
                        <a:pt x="135" y="295"/>
                        <a:pt x="133" y="304"/>
                      </a:cubicBezTo>
                      <a:cubicBezTo>
                        <a:pt x="127" y="304"/>
                        <a:pt x="125" y="304"/>
                        <a:pt x="121" y="304"/>
                      </a:cubicBezTo>
                      <a:cubicBezTo>
                        <a:pt x="114" y="304"/>
                        <a:pt x="111" y="318"/>
                        <a:pt x="100" y="318"/>
                      </a:cubicBezTo>
                      <a:cubicBezTo>
                        <a:pt x="97" y="318"/>
                        <a:pt x="90" y="299"/>
                        <a:pt x="90" y="297"/>
                      </a:cubicBezTo>
                      <a:cubicBezTo>
                        <a:pt x="90" y="296"/>
                        <a:pt x="91" y="294"/>
                        <a:pt x="91" y="293"/>
                      </a:cubicBezTo>
                      <a:cubicBezTo>
                        <a:pt x="84" y="285"/>
                        <a:pt x="85" y="279"/>
                        <a:pt x="82" y="269"/>
                      </a:cubicBezTo>
                      <a:cubicBezTo>
                        <a:pt x="79" y="263"/>
                        <a:pt x="73" y="261"/>
                        <a:pt x="73" y="253"/>
                      </a:cubicBezTo>
                      <a:cubicBezTo>
                        <a:pt x="73" y="250"/>
                        <a:pt x="75" y="246"/>
                        <a:pt x="76" y="245"/>
                      </a:cubicBezTo>
                      <a:lnTo>
                        <a:pt x="76" y="24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8" name="Freeform 26">
                  <a:extLst>
                    <a:ext uri="{FF2B5EF4-FFF2-40B4-BE49-F238E27FC236}">
                      <a16:creationId xmlns:a16="http://schemas.microsoft.com/office/drawing/2014/main" id="{F9EBBD90-45ED-2C22-C310-458CC5F640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9300" y="1109663"/>
                  <a:ext cx="234950" cy="128588"/>
                </a:xfrm>
                <a:custGeom>
                  <a:avLst/>
                  <a:gdLst/>
                  <a:ahLst/>
                  <a:cxnLst>
                    <a:cxn ang="0">
                      <a:pos x="148" y="79"/>
                    </a:cxn>
                    <a:cxn ang="0">
                      <a:pos x="148" y="71"/>
                    </a:cxn>
                    <a:cxn ang="0">
                      <a:pos x="128" y="71"/>
                    </a:cxn>
                    <a:cxn ang="0">
                      <a:pos x="135" y="58"/>
                    </a:cxn>
                    <a:cxn ang="0">
                      <a:pos x="126" y="46"/>
                    </a:cxn>
                    <a:cxn ang="0">
                      <a:pos x="132" y="45"/>
                    </a:cxn>
                    <a:cxn ang="0">
                      <a:pos x="121" y="38"/>
                    </a:cxn>
                    <a:cxn ang="0">
                      <a:pos x="97" y="69"/>
                    </a:cxn>
                    <a:cxn ang="0">
                      <a:pos x="90" y="73"/>
                    </a:cxn>
                    <a:cxn ang="0">
                      <a:pos x="78" y="97"/>
                    </a:cxn>
                    <a:cxn ang="0">
                      <a:pos x="43" y="69"/>
                    </a:cxn>
                    <a:cxn ang="0">
                      <a:pos x="60" y="70"/>
                    </a:cxn>
                    <a:cxn ang="0">
                      <a:pos x="74" y="66"/>
                    </a:cxn>
                    <a:cxn ang="0">
                      <a:pos x="54" y="64"/>
                    </a:cxn>
                    <a:cxn ang="0">
                      <a:pos x="38" y="58"/>
                    </a:cxn>
                    <a:cxn ang="0">
                      <a:pos x="50" y="54"/>
                    </a:cxn>
                    <a:cxn ang="0">
                      <a:pos x="72" y="43"/>
                    </a:cxn>
                    <a:cxn ang="0">
                      <a:pos x="61" y="43"/>
                    </a:cxn>
                    <a:cxn ang="0">
                      <a:pos x="54" y="39"/>
                    </a:cxn>
                    <a:cxn ang="0">
                      <a:pos x="51" y="39"/>
                    </a:cxn>
                    <a:cxn ang="0">
                      <a:pos x="38" y="51"/>
                    </a:cxn>
                    <a:cxn ang="0">
                      <a:pos x="23" y="44"/>
                    </a:cxn>
                    <a:cxn ang="0">
                      <a:pos x="27" y="43"/>
                    </a:cxn>
                    <a:cxn ang="0">
                      <a:pos x="15" y="28"/>
                    </a:cxn>
                    <a:cxn ang="0">
                      <a:pos x="11" y="26"/>
                    </a:cxn>
                    <a:cxn ang="0">
                      <a:pos x="0" y="16"/>
                    </a:cxn>
                    <a:cxn ang="0">
                      <a:pos x="16" y="5"/>
                    </a:cxn>
                    <a:cxn ang="0">
                      <a:pos x="38" y="7"/>
                    </a:cxn>
                    <a:cxn ang="0">
                      <a:pos x="32" y="13"/>
                    </a:cxn>
                    <a:cxn ang="0">
                      <a:pos x="44" y="20"/>
                    </a:cxn>
                    <a:cxn ang="0">
                      <a:pos x="41" y="14"/>
                    </a:cxn>
                    <a:cxn ang="0">
                      <a:pos x="49" y="7"/>
                    </a:cxn>
                    <a:cxn ang="0">
                      <a:pos x="68" y="26"/>
                    </a:cxn>
                    <a:cxn ang="0">
                      <a:pos x="63" y="7"/>
                    </a:cxn>
                    <a:cxn ang="0">
                      <a:pos x="72" y="0"/>
                    </a:cxn>
                    <a:cxn ang="0">
                      <a:pos x="90" y="9"/>
                    </a:cxn>
                    <a:cxn ang="0">
                      <a:pos x="88" y="18"/>
                    </a:cxn>
                    <a:cxn ang="0">
                      <a:pos x="96" y="12"/>
                    </a:cxn>
                    <a:cxn ang="0">
                      <a:pos x="102" y="23"/>
                    </a:cxn>
                    <a:cxn ang="0">
                      <a:pos x="106" y="23"/>
                    </a:cxn>
                    <a:cxn ang="0">
                      <a:pos x="141" y="41"/>
                    </a:cxn>
                    <a:cxn ang="0">
                      <a:pos x="137" y="42"/>
                    </a:cxn>
                    <a:cxn ang="0">
                      <a:pos x="145" y="42"/>
                    </a:cxn>
                    <a:cxn ang="0">
                      <a:pos x="145" y="49"/>
                    </a:cxn>
                    <a:cxn ang="0">
                      <a:pos x="159" y="49"/>
                    </a:cxn>
                    <a:cxn ang="0">
                      <a:pos x="176" y="64"/>
                    </a:cxn>
                    <a:cxn ang="0">
                      <a:pos x="148" y="79"/>
                    </a:cxn>
                  </a:cxnLst>
                  <a:rect l="0" t="0" r="r" b="b"/>
                  <a:pathLst>
                    <a:path w="176" h="97">
                      <a:moveTo>
                        <a:pt x="148" y="79"/>
                      </a:moveTo>
                      <a:cubicBezTo>
                        <a:pt x="147" y="76"/>
                        <a:pt x="147" y="74"/>
                        <a:pt x="148" y="71"/>
                      </a:cubicBezTo>
                      <a:cubicBezTo>
                        <a:pt x="143" y="71"/>
                        <a:pt x="134" y="71"/>
                        <a:pt x="128" y="71"/>
                      </a:cubicBezTo>
                      <a:cubicBezTo>
                        <a:pt x="129" y="63"/>
                        <a:pt x="134" y="65"/>
                        <a:pt x="135" y="58"/>
                      </a:cubicBezTo>
                      <a:cubicBezTo>
                        <a:pt x="132" y="57"/>
                        <a:pt x="128" y="49"/>
                        <a:pt x="126" y="46"/>
                      </a:cubicBezTo>
                      <a:cubicBezTo>
                        <a:pt x="128" y="45"/>
                        <a:pt x="130" y="45"/>
                        <a:pt x="132" y="45"/>
                      </a:cubicBezTo>
                      <a:cubicBezTo>
                        <a:pt x="125" y="44"/>
                        <a:pt x="121" y="38"/>
                        <a:pt x="121" y="38"/>
                      </a:cubicBezTo>
                      <a:cubicBezTo>
                        <a:pt x="106" y="38"/>
                        <a:pt x="102" y="58"/>
                        <a:pt x="97" y="69"/>
                      </a:cubicBezTo>
                      <a:cubicBezTo>
                        <a:pt x="96" y="72"/>
                        <a:pt x="93" y="71"/>
                        <a:pt x="90" y="73"/>
                      </a:cubicBezTo>
                      <a:cubicBezTo>
                        <a:pt x="83" y="79"/>
                        <a:pt x="84" y="91"/>
                        <a:pt x="78" y="97"/>
                      </a:cubicBezTo>
                      <a:cubicBezTo>
                        <a:pt x="67" y="90"/>
                        <a:pt x="43" y="84"/>
                        <a:pt x="43" y="69"/>
                      </a:cubicBezTo>
                      <a:cubicBezTo>
                        <a:pt x="49" y="68"/>
                        <a:pt x="60" y="70"/>
                        <a:pt x="60" y="70"/>
                      </a:cubicBezTo>
                      <a:cubicBezTo>
                        <a:pt x="64" y="66"/>
                        <a:pt x="69" y="67"/>
                        <a:pt x="74" y="66"/>
                      </a:cubicBezTo>
                      <a:cubicBezTo>
                        <a:pt x="72" y="64"/>
                        <a:pt x="57" y="64"/>
                        <a:pt x="54" y="64"/>
                      </a:cubicBezTo>
                      <a:cubicBezTo>
                        <a:pt x="49" y="64"/>
                        <a:pt x="38" y="69"/>
                        <a:pt x="38" y="58"/>
                      </a:cubicBezTo>
                      <a:cubicBezTo>
                        <a:pt x="38" y="54"/>
                        <a:pt x="48" y="54"/>
                        <a:pt x="50" y="54"/>
                      </a:cubicBezTo>
                      <a:cubicBezTo>
                        <a:pt x="56" y="52"/>
                        <a:pt x="68" y="47"/>
                        <a:pt x="72" y="43"/>
                      </a:cubicBezTo>
                      <a:cubicBezTo>
                        <a:pt x="66" y="43"/>
                        <a:pt x="63" y="43"/>
                        <a:pt x="61" y="43"/>
                      </a:cubicBezTo>
                      <a:cubicBezTo>
                        <a:pt x="60" y="43"/>
                        <a:pt x="56" y="40"/>
                        <a:pt x="54" y="39"/>
                      </a:cubicBezTo>
                      <a:cubicBezTo>
                        <a:pt x="53" y="39"/>
                        <a:pt x="52" y="39"/>
                        <a:pt x="51" y="39"/>
                      </a:cubicBezTo>
                      <a:cubicBezTo>
                        <a:pt x="47" y="41"/>
                        <a:pt x="47" y="51"/>
                        <a:pt x="38" y="51"/>
                      </a:cubicBezTo>
                      <a:cubicBezTo>
                        <a:pt x="31" y="51"/>
                        <a:pt x="26" y="48"/>
                        <a:pt x="23" y="44"/>
                      </a:cubicBezTo>
                      <a:cubicBezTo>
                        <a:pt x="25" y="43"/>
                        <a:pt x="26" y="43"/>
                        <a:pt x="27" y="43"/>
                      </a:cubicBezTo>
                      <a:cubicBezTo>
                        <a:pt x="19" y="39"/>
                        <a:pt x="13" y="35"/>
                        <a:pt x="15" y="28"/>
                      </a:cubicBezTo>
                      <a:cubicBezTo>
                        <a:pt x="13" y="28"/>
                        <a:pt x="12" y="26"/>
                        <a:pt x="11" y="26"/>
                      </a:cubicBezTo>
                      <a:cubicBezTo>
                        <a:pt x="8" y="26"/>
                        <a:pt x="3" y="19"/>
                        <a:pt x="0" y="16"/>
                      </a:cubicBezTo>
                      <a:cubicBezTo>
                        <a:pt x="2" y="14"/>
                        <a:pt x="11" y="5"/>
                        <a:pt x="16" y="5"/>
                      </a:cubicBezTo>
                      <a:cubicBezTo>
                        <a:pt x="23" y="5"/>
                        <a:pt x="27" y="5"/>
                        <a:pt x="38" y="7"/>
                      </a:cubicBezTo>
                      <a:cubicBezTo>
                        <a:pt x="35" y="10"/>
                        <a:pt x="34" y="11"/>
                        <a:pt x="32" y="13"/>
                      </a:cubicBezTo>
                      <a:cubicBezTo>
                        <a:pt x="37" y="17"/>
                        <a:pt x="41" y="17"/>
                        <a:pt x="44" y="20"/>
                      </a:cubicBezTo>
                      <a:cubicBezTo>
                        <a:pt x="42" y="19"/>
                        <a:pt x="41" y="17"/>
                        <a:pt x="41" y="14"/>
                      </a:cubicBezTo>
                      <a:cubicBezTo>
                        <a:pt x="41" y="10"/>
                        <a:pt x="45" y="7"/>
                        <a:pt x="49" y="7"/>
                      </a:cubicBezTo>
                      <a:cubicBezTo>
                        <a:pt x="60" y="7"/>
                        <a:pt x="57" y="22"/>
                        <a:pt x="68" y="26"/>
                      </a:cubicBezTo>
                      <a:cubicBezTo>
                        <a:pt x="66" y="19"/>
                        <a:pt x="63" y="15"/>
                        <a:pt x="63" y="7"/>
                      </a:cubicBezTo>
                      <a:cubicBezTo>
                        <a:pt x="63" y="0"/>
                        <a:pt x="66" y="0"/>
                        <a:pt x="72" y="0"/>
                      </a:cubicBezTo>
                      <a:cubicBezTo>
                        <a:pt x="78" y="0"/>
                        <a:pt x="90" y="4"/>
                        <a:pt x="90" y="9"/>
                      </a:cubicBezTo>
                      <a:cubicBezTo>
                        <a:pt x="90" y="12"/>
                        <a:pt x="88" y="15"/>
                        <a:pt x="88" y="18"/>
                      </a:cubicBezTo>
                      <a:cubicBezTo>
                        <a:pt x="92" y="16"/>
                        <a:pt x="93" y="12"/>
                        <a:pt x="96" y="12"/>
                      </a:cubicBezTo>
                      <a:cubicBezTo>
                        <a:pt x="103" y="12"/>
                        <a:pt x="102" y="19"/>
                        <a:pt x="102" y="23"/>
                      </a:cubicBezTo>
                      <a:cubicBezTo>
                        <a:pt x="103" y="23"/>
                        <a:pt x="105" y="23"/>
                        <a:pt x="106" y="23"/>
                      </a:cubicBezTo>
                      <a:cubicBezTo>
                        <a:pt x="113" y="23"/>
                        <a:pt x="137" y="36"/>
                        <a:pt x="141" y="41"/>
                      </a:cubicBezTo>
                      <a:cubicBezTo>
                        <a:pt x="140" y="42"/>
                        <a:pt x="138" y="42"/>
                        <a:pt x="137" y="42"/>
                      </a:cubicBezTo>
                      <a:cubicBezTo>
                        <a:pt x="140" y="43"/>
                        <a:pt x="142" y="42"/>
                        <a:pt x="145" y="42"/>
                      </a:cubicBezTo>
                      <a:cubicBezTo>
                        <a:pt x="146" y="44"/>
                        <a:pt x="146" y="47"/>
                        <a:pt x="145" y="49"/>
                      </a:cubicBezTo>
                      <a:cubicBezTo>
                        <a:pt x="151" y="49"/>
                        <a:pt x="154" y="49"/>
                        <a:pt x="159" y="49"/>
                      </a:cubicBezTo>
                      <a:cubicBezTo>
                        <a:pt x="159" y="62"/>
                        <a:pt x="172" y="59"/>
                        <a:pt x="176" y="64"/>
                      </a:cubicBezTo>
                      <a:cubicBezTo>
                        <a:pt x="164" y="68"/>
                        <a:pt x="159" y="76"/>
                        <a:pt x="148" y="7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9" name="Freeform 27">
                  <a:extLst>
                    <a:ext uri="{FF2B5EF4-FFF2-40B4-BE49-F238E27FC236}">
                      <a16:creationId xmlns:a16="http://schemas.microsoft.com/office/drawing/2014/main" id="{AFFB42A6-A77E-75B8-1CDF-DD8249EEBE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3125" y="1089025"/>
                  <a:ext cx="150813" cy="55563"/>
                </a:xfrm>
                <a:custGeom>
                  <a:avLst/>
                  <a:gdLst/>
                  <a:ahLst/>
                  <a:cxnLst>
                    <a:cxn ang="0">
                      <a:pos x="114" y="19"/>
                    </a:cxn>
                    <a:cxn ang="0">
                      <a:pos x="69" y="41"/>
                    </a:cxn>
                    <a:cxn ang="0">
                      <a:pos x="54" y="34"/>
                    </a:cxn>
                    <a:cxn ang="0">
                      <a:pos x="28" y="34"/>
                    </a:cxn>
                    <a:cxn ang="0">
                      <a:pos x="23" y="26"/>
                    </a:cxn>
                    <a:cxn ang="0">
                      <a:pos x="32" y="26"/>
                    </a:cxn>
                    <a:cxn ang="0">
                      <a:pos x="43" y="24"/>
                    </a:cxn>
                    <a:cxn ang="0">
                      <a:pos x="22" y="23"/>
                    </a:cxn>
                    <a:cxn ang="0">
                      <a:pos x="6" y="18"/>
                    </a:cxn>
                    <a:cxn ang="0">
                      <a:pos x="0" y="7"/>
                    </a:cxn>
                    <a:cxn ang="0">
                      <a:pos x="6" y="7"/>
                    </a:cxn>
                    <a:cxn ang="0">
                      <a:pos x="15" y="8"/>
                    </a:cxn>
                    <a:cxn ang="0">
                      <a:pos x="15" y="6"/>
                    </a:cxn>
                    <a:cxn ang="0">
                      <a:pos x="23" y="6"/>
                    </a:cxn>
                    <a:cxn ang="0">
                      <a:pos x="21" y="2"/>
                    </a:cxn>
                    <a:cxn ang="0">
                      <a:pos x="33" y="2"/>
                    </a:cxn>
                    <a:cxn ang="0">
                      <a:pos x="51" y="11"/>
                    </a:cxn>
                    <a:cxn ang="0">
                      <a:pos x="62" y="0"/>
                    </a:cxn>
                    <a:cxn ang="0">
                      <a:pos x="67" y="0"/>
                    </a:cxn>
                    <a:cxn ang="0">
                      <a:pos x="67" y="12"/>
                    </a:cxn>
                    <a:cxn ang="0">
                      <a:pos x="80" y="7"/>
                    </a:cxn>
                    <a:cxn ang="0">
                      <a:pos x="95" y="7"/>
                    </a:cxn>
                    <a:cxn ang="0">
                      <a:pos x="114" y="19"/>
                    </a:cxn>
                  </a:cxnLst>
                  <a:rect l="0" t="0" r="r" b="b"/>
                  <a:pathLst>
                    <a:path w="114" h="41">
                      <a:moveTo>
                        <a:pt x="114" y="19"/>
                      </a:moveTo>
                      <a:cubicBezTo>
                        <a:pt x="104" y="26"/>
                        <a:pt x="82" y="41"/>
                        <a:pt x="69" y="41"/>
                      </a:cubicBezTo>
                      <a:cubicBezTo>
                        <a:pt x="61" y="41"/>
                        <a:pt x="57" y="39"/>
                        <a:pt x="54" y="34"/>
                      </a:cubicBezTo>
                      <a:cubicBezTo>
                        <a:pt x="28" y="34"/>
                        <a:pt x="28" y="34"/>
                        <a:pt x="28" y="34"/>
                      </a:cubicBezTo>
                      <a:cubicBezTo>
                        <a:pt x="25" y="32"/>
                        <a:pt x="23" y="30"/>
                        <a:pt x="23" y="26"/>
                      </a:cubicBezTo>
                      <a:cubicBezTo>
                        <a:pt x="26" y="26"/>
                        <a:pt x="31" y="26"/>
                        <a:pt x="32" y="26"/>
                      </a:cubicBezTo>
                      <a:cubicBezTo>
                        <a:pt x="36" y="25"/>
                        <a:pt x="40" y="25"/>
                        <a:pt x="43" y="24"/>
                      </a:cubicBezTo>
                      <a:cubicBezTo>
                        <a:pt x="41" y="24"/>
                        <a:pt x="23" y="23"/>
                        <a:pt x="22" y="23"/>
                      </a:cubicBezTo>
                      <a:cubicBezTo>
                        <a:pt x="14" y="23"/>
                        <a:pt x="6" y="28"/>
                        <a:pt x="6" y="18"/>
                      </a:cubicBezTo>
                      <a:cubicBezTo>
                        <a:pt x="3" y="15"/>
                        <a:pt x="0" y="12"/>
                        <a:pt x="0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9" y="9"/>
                        <a:pt x="13" y="10"/>
                        <a:pt x="15" y="8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23" y="6"/>
                        <a:pt x="23" y="6"/>
                        <a:pt x="23" y="6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33" y="2"/>
                        <a:pt x="33" y="2"/>
                        <a:pt x="33" y="2"/>
                      </a:cubicBezTo>
                      <a:cubicBezTo>
                        <a:pt x="36" y="4"/>
                        <a:pt x="48" y="11"/>
                        <a:pt x="51" y="11"/>
                      </a:cubicBezTo>
                      <a:cubicBezTo>
                        <a:pt x="56" y="11"/>
                        <a:pt x="59" y="2"/>
                        <a:pt x="62" y="0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67" y="6"/>
                        <a:pt x="66" y="8"/>
                        <a:pt x="67" y="12"/>
                      </a:cubicBezTo>
                      <a:cubicBezTo>
                        <a:pt x="71" y="12"/>
                        <a:pt x="73" y="7"/>
                        <a:pt x="80" y="7"/>
                      </a:cubicBezTo>
                      <a:cubicBezTo>
                        <a:pt x="91" y="7"/>
                        <a:pt x="88" y="7"/>
                        <a:pt x="95" y="7"/>
                      </a:cubicBezTo>
                      <a:cubicBezTo>
                        <a:pt x="103" y="7"/>
                        <a:pt x="112" y="14"/>
                        <a:pt x="114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0" name="Freeform 28">
                  <a:extLst>
                    <a:ext uri="{FF2B5EF4-FFF2-40B4-BE49-F238E27FC236}">
                      <a16:creationId xmlns:a16="http://schemas.microsoft.com/office/drawing/2014/main" id="{91C22C05-8BD0-A287-DA0F-ED5187BAD0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19575" y="1841500"/>
                  <a:ext cx="73025" cy="87313"/>
                </a:xfrm>
                <a:custGeom>
                  <a:avLst/>
                  <a:gdLst/>
                  <a:ahLst/>
                  <a:cxnLst>
                    <a:cxn ang="0">
                      <a:pos x="9" y="19"/>
                    </a:cxn>
                    <a:cxn ang="0">
                      <a:pos x="22" y="14"/>
                    </a:cxn>
                    <a:cxn ang="0">
                      <a:pos x="19" y="8"/>
                    </a:cxn>
                    <a:cxn ang="0">
                      <a:pos x="32" y="0"/>
                    </a:cxn>
                    <a:cxn ang="0">
                      <a:pos x="40" y="0"/>
                    </a:cxn>
                    <a:cxn ang="0">
                      <a:pos x="55" y="18"/>
                    </a:cxn>
                    <a:cxn ang="0">
                      <a:pos x="47" y="24"/>
                    </a:cxn>
                    <a:cxn ang="0">
                      <a:pos x="47" y="39"/>
                    </a:cxn>
                    <a:cxn ang="0">
                      <a:pos x="47" y="52"/>
                    </a:cxn>
                    <a:cxn ang="0">
                      <a:pos x="35" y="54"/>
                    </a:cxn>
                    <a:cxn ang="0">
                      <a:pos x="19" y="64"/>
                    </a:cxn>
                    <a:cxn ang="0">
                      <a:pos x="11" y="65"/>
                    </a:cxn>
                    <a:cxn ang="0">
                      <a:pos x="0" y="55"/>
                    </a:cxn>
                    <a:cxn ang="0">
                      <a:pos x="13" y="33"/>
                    </a:cxn>
                    <a:cxn ang="0">
                      <a:pos x="4" y="23"/>
                    </a:cxn>
                    <a:cxn ang="0">
                      <a:pos x="9" y="19"/>
                    </a:cxn>
                  </a:cxnLst>
                  <a:rect l="0" t="0" r="r" b="b"/>
                  <a:pathLst>
                    <a:path w="55" h="65">
                      <a:moveTo>
                        <a:pt x="9" y="19"/>
                      </a:moveTo>
                      <a:cubicBezTo>
                        <a:pt x="12" y="19"/>
                        <a:pt x="19" y="16"/>
                        <a:pt x="22" y="14"/>
                      </a:cubicBezTo>
                      <a:cubicBezTo>
                        <a:pt x="20" y="11"/>
                        <a:pt x="19" y="10"/>
                        <a:pt x="19" y="8"/>
                      </a:cubicBezTo>
                      <a:cubicBezTo>
                        <a:pt x="19" y="5"/>
                        <a:pt x="28" y="0"/>
                        <a:pt x="32" y="0"/>
                      </a:cubicBezTo>
                      <a:cubicBezTo>
                        <a:pt x="35" y="0"/>
                        <a:pt x="37" y="0"/>
                        <a:pt x="40" y="0"/>
                      </a:cubicBezTo>
                      <a:cubicBezTo>
                        <a:pt x="50" y="0"/>
                        <a:pt x="55" y="10"/>
                        <a:pt x="55" y="18"/>
                      </a:cubicBezTo>
                      <a:cubicBezTo>
                        <a:pt x="55" y="21"/>
                        <a:pt x="47" y="21"/>
                        <a:pt x="47" y="24"/>
                      </a:cubicBezTo>
                      <a:cubicBezTo>
                        <a:pt x="47" y="27"/>
                        <a:pt x="47" y="39"/>
                        <a:pt x="47" y="39"/>
                      </a:cubicBezTo>
                      <a:cubicBezTo>
                        <a:pt x="47" y="43"/>
                        <a:pt x="50" y="48"/>
                        <a:pt x="47" y="52"/>
                      </a:cubicBezTo>
                      <a:cubicBezTo>
                        <a:pt x="44" y="54"/>
                        <a:pt x="40" y="54"/>
                        <a:pt x="35" y="54"/>
                      </a:cubicBezTo>
                      <a:cubicBezTo>
                        <a:pt x="28" y="54"/>
                        <a:pt x="23" y="61"/>
                        <a:pt x="19" y="64"/>
                      </a:cubicBezTo>
                      <a:cubicBezTo>
                        <a:pt x="17" y="65"/>
                        <a:pt x="13" y="65"/>
                        <a:pt x="11" y="65"/>
                      </a:cubicBezTo>
                      <a:cubicBezTo>
                        <a:pt x="6" y="65"/>
                        <a:pt x="0" y="60"/>
                        <a:pt x="0" y="55"/>
                      </a:cubicBezTo>
                      <a:cubicBezTo>
                        <a:pt x="0" y="44"/>
                        <a:pt x="11" y="43"/>
                        <a:pt x="13" y="33"/>
                      </a:cubicBezTo>
                      <a:cubicBezTo>
                        <a:pt x="8" y="30"/>
                        <a:pt x="4" y="28"/>
                        <a:pt x="4" y="23"/>
                      </a:cubicBezTo>
                      <a:cubicBezTo>
                        <a:pt x="4" y="18"/>
                        <a:pt x="8" y="19"/>
                        <a:pt x="9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1" name="Freeform 29">
                  <a:extLst>
                    <a:ext uri="{FF2B5EF4-FFF2-40B4-BE49-F238E27FC236}">
                      <a16:creationId xmlns:a16="http://schemas.microsoft.com/office/drawing/2014/main" id="{D3F47E42-B83B-CC3E-6B74-3B14A650AD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76725" y="1758950"/>
                  <a:ext cx="139700" cy="203200"/>
                </a:xfrm>
                <a:custGeom>
                  <a:avLst/>
                  <a:gdLst/>
                  <a:ahLst/>
                  <a:cxnLst>
                    <a:cxn ang="0">
                      <a:pos x="96" y="102"/>
                    </a:cxn>
                    <a:cxn ang="0">
                      <a:pos x="91" y="128"/>
                    </a:cxn>
                    <a:cxn ang="0">
                      <a:pos x="100" y="133"/>
                    </a:cxn>
                    <a:cxn ang="0">
                      <a:pos x="70" y="139"/>
                    </a:cxn>
                    <a:cxn ang="0">
                      <a:pos x="39" y="141"/>
                    </a:cxn>
                    <a:cxn ang="0">
                      <a:pos x="26" y="148"/>
                    </a:cxn>
                    <a:cxn ang="0">
                      <a:pos x="16" y="152"/>
                    </a:cxn>
                    <a:cxn ang="0">
                      <a:pos x="32" y="133"/>
                    </a:cxn>
                    <a:cxn ang="0">
                      <a:pos x="46" y="124"/>
                    </a:cxn>
                    <a:cxn ang="0">
                      <a:pos x="26" y="123"/>
                    </a:cxn>
                    <a:cxn ang="0">
                      <a:pos x="19" y="123"/>
                    </a:cxn>
                    <a:cxn ang="0">
                      <a:pos x="28" y="96"/>
                    </a:cxn>
                    <a:cxn ang="0">
                      <a:pos x="48" y="81"/>
                    </a:cxn>
                    <a:cxn ang="0">
                      <a:pos x="40" y="70"/>
                    </a:cxn>
                    <a:cxn ang="0">
                      <a:pos x="26" y="72"/>
                    </a:cxn>
                    <a:cxn ang="0">
                      <a:pos x="23" y="59"/>
                    </a:cxn>
                    <a:cxn ang="0">
                      <a:pos x="16" y="49"/>
                    </a:cxn>
                    <a:cxn ang="0">
                      <a:pos x="12" y="55"/>
                    </a:cxn>
                    <a:cxn ang="0">
                      <a:pos x="14" y="45"/>
                    </a:cxn>
                    <a:cxn ang="0">
                      <a:pos x="8" y="38"/>
                    </a:cxn>
                    <a:cxn ang="0">
                      <a:pos x="11" y="29"/>
                    </a:cxn>
                    <a:cxn ang="0">
                      <a:pos x="8" y="20"/>
                    </a:cxn>
                    <a:cxn ang="0">
                      <a:pos x="12" y="21"/>
                    </a:cxn>
                    <a:cxn ang="0">
                      <a:pos x="16" y="14"/>
                    </a:cxn>
                    <a:cxn ang="0">
                      <a:pos x="25" y="0"/>
                    </a:cxn>
                    <a:cxn ang="0">
                      <a:pos x="42" y="4"/>
                    </a:cxn>
                    <a:cxn ang="0">
                      <a:pos x="33" y="19"/>
                    </a:cxn>
                    <a:cxn ang="0">
                      <a:pos x="47" y="46"/>
                    </a:cxn>
                    <a:cxn ang="0">
                      <a:pos x="53" y="50"/>
                    </a:cxn>
                    <a:cxn ang="0">
                      <a:pos x="84" y="89"/>
                    </a:cxn>
                    <a:cxn ang="0">
                      <a:pos x="87" y="102"/>
                    </a:cxn>
                    <a:cxn ang="0">
                      <a:pos x="92" y="102"/>
                    </a:cxn>
                  </a:cxnLst>
                  <a:rect l="0" t="0" r="r" b="b"/>
                  <a:pathLst>
                    <a:path w="105" h="152">
                      <a:moveTo>
                        <a:pt x="90" y="103"/>
                      </a:moveTo>
                      <a:cubicBezTo>
                        <a:pt x="93" y="101"/>
                        <a:pt x="92" y="102"/>
                        <a:pt x="96" y="102"/>
                      </a:cubicBezTo>
                      <a:cubicBezTo>
                        <a:pt x="101" y="102"/>
                        <a:pt x="105" y="106"/>
                        <a:pt x="105" y="110"/>
                      </a:cubicBezTo>
                      <a:cubicBezTo>
                        <a:pt x="105" y="118"/>
                        <a:pt x="94" y="122"/>
                        <a:pt x="91" y="128"/>
                      </a:cubicBezTo>
                      <a:cubicBezTo>
                        <a:pt x="95" y="129"/>
                        <a:pt x="97" y="130"/>
                        <a:pt x="100" y="130"/>
                      </a:cubicBezTo>
                      <a:cubicBezTo>
                        <a:pt x="100" y="133"/>
                        <a:pt x="100" y="133"/>
                        <a:pt x="100" y="133"/>
                      </a:cubicBezTo>
                      <a:cubicBezTo>
                        <a:pt x="96" y="137"/>
                        <a:pt x="93" y="139"/>
                        <a:pt x="87" y="139"/>
                      </a:cubicBezTo>
                      <a:cubicBezTo>
                        <a:pt x="82" y="139"/>
                        <a:pt x="72" y="139"/>
                        <a:pt x="70" y="139"/>
                      </a:cubicBezTo>
                      <a:cubicBezTo>
                        <a:pt x="65" y="139"/>
                        <a:pt x="53" y="143"/>
                        <a:pt x="47" y="143"/>
                      </a:cubicBezTo>
                      <a:cubicBezTo>
                        <a:pt x="44" y="143"/>
                        <a:pt x="42" y="141"/>
                        <a:pt x="39" y="141"/>
                      </a:cubicBezTo>
                      <a:cubicBezTo>
                        <a:pt x="34" y="141"/>
                        <a:pt x="32" y="144"/>
                        <a:pt x="32" y="148"/>
                      </a:cubicBezTo>
                      <a:cubicBezTo>
                        <a:pt x="26" y="148"/>
                        <a:pt x="26" y="148"/>
                        <a:pt x="26" y="148"/>
                      </a:cubicBezTo>
                      <a:cubicBezTo>
                        <a:pt x="23" y="148"/>
                        <a:pt x="21" y="150"/>
                        <a:pt x="19" y="152"/>
                      </a:cubicBezTo>
                      <a:cubicBezTo>
                        <a:pt x="16" y="152"/>
                        <a:pt x="16" y="152"/>
                        <a:pt x="16" y="152"/>
                      </a:cubicBezTo>
                      <a:cubicBezTo>
                        <a:pt x="16" y="149"/>
                        <a:pt x="16" y="149"/>
                        <a:pt x="16" y="149"/>
                      </a:cubicBezTo>
                      <a:cubicBezTo>
                        <a:pt x="17" y="147"/>
                        <a:pt x="30" y="133"/>
                        <a:pt x="32" y="133"/>
                      </a:cubicBezTo>
                      <a:cubicBezTo>
                        <a:pt x="38" y="131"/>
                        <a:pt x="47" y="133"/>
                        <a:pt x="47" y="127"/>
                      </a:cubicBezTo>
                      <a:cubicBezTo>
                        <a:pt x="47" y="126"/>
                        <a:pt x="46" y="125"/>
                        <a:pt x="46" y="124"/>
                      </a:cubicBezTo>
                      <a:cubicBezTo>
                        <a:pt x="44" y="126"/>
                        <a:pt x="41" y="128"/>
                        <a:pt x="38" y="128"/>
                      </a:cubicBezTo>
                      <a:cubicBezTo>
                        <a:pt x="32" y="128"/>
                        <a:pt x="30" y="123"/>
                        <a:pt x="26" y="123"/>
                      </a:cubicBezTo>
                      <a:cubicBezTo>
                        <a:pt x="23" y="123"/>
                        <a:pt x="23" y="125"/>
                        <a:pt x="21" y="125"/>
                      </a:cubicBezTo>
                      <a:cubicBezTo>
                        <a:pt x="20" y="125"/>
                        <a:pt x="19" y="124"/>
                        <a:pt x="19" y="123"/>
                      </a:cubicBezTo>
                      <a:cubicBezTo>
                        <a:pt x="19" y="116"/>
                        <a:pt x="31" y="116"/>
                        <a:pt x="31" y="109"/>
                      </a:cubicBezTo>
                      <a:cubicBezTo>
                        <a:pt x="31" y="103"/>
                        <a:pt x="28" y="101"/>
                        <a:pt x="28" y="96"/>
                      </a:cubicBezTo>
                      <a:cubicBezTo>
                        <a:pt x="36" y="96"/>
                        <a:pt x="45" y="92"/>
                        <a:pt x="48" y="88"/>
                      </a:cubicBezTo>
                      <a:cubicBezTo>
                        <a:pt x="48" y="81"/>
                        <a:pt x="48" y="81"/>
                        <a:pt x="48" y="81"/>
                      </a:cubicBezTo>
                      <a:cubicBezTo>
                        <a:pt x="43" y="82"/>
                        <a:pt x="37" y="81"/>
                        <a:pt x="37" y="77"/>
                      </a:cubicBezTo>
                      <a:cubicBezTo>
                        <a:pt x="37" y="73"/>
                        <a:pt x="39" y="72"/>
                        <a:pt x="40" y="70"/>
                      </a:cubicBezTo>
                      <a:cubicBezTo>
                        <a:pt x="39" y="70"/>
                        <a:pt x="38" y="70"/>
                        <a:pt x="36" y="70"/>
                      </a:cubicBezTo>
                      <a:cubicBezTo>
                        <a:pt x="32" y="70"/>
                        <a:pt x="30" y="72"/>
                        <a:pt x="26" y="72"/>
                      </a:cubicBezTo>
                      <a:cubicBezTo>
                        <a:pt x="22" y="72"/>
                        <a:pt x="19" y="72"/>
                        <a:pt x="19" y="69"/>
                      </a:cubicBezTo>
                      <a:cubicBezTo>
                        <a:pt x="19" y="65"/>
                        <a:pt x="23" y="63"/>
                        <a:pt x="23" y="59"/>
                      </a:cubicBezTo>
                      <a:cubicBezTo>
                        <a:pt x="23" y="55"/>
                        <a:pt x="22" y="55"/>
                        <a:pt x="23" y="51"/>
                      </a:cubicBezTo>
                      <a:cubicBezTo>
                        <a:pt x="20" y="51"/>
                        <a:pt x="17" y="50"/>
                        <a:pt x="16" y="49"/>
                      </a:cubicBezTo>
                      <a:cubicBezTo>
                        <a:pt x="14" y="52"/>
                        <a:pt x="15" y="54"/>
                        <a:pt x="16" y="55"/>
                      </a:cubicBezTo>
                      <a:cubicBezTo>
                        <a:pt x="12" y="55"/>
                        <a:pt x="12" y="55"/>
                        <a:pt x="12" y="55"/>
                      </a:cubicBezTo>
                      <a:cubicBezTo>
                        <a:pt x="12" y="52"/>
                        <a:pt x="12" y="51"/>
                        <a:pt x="12" y="48"/>
                      </a:cubicBezTo>
                      <a:cubicBezTo>
                        <a:pt x="12" y="47"/>
                        <a:pt x="13" y="46"/>
                        <a:pt x="14" y="45"/>
                      </a:cubicBezTo>
                      <a:cubicBezTo>
                        <a:pt x="14" y="41"/>
                        <a:pt x="14" y="41"/>
                        <a:pt x="14" y="41"/>
                      </a:cubicBezTo>
                      <a:cubicBezTo>
                        <a:pt x="12" y="41"/>
                        <a:pt x="8" y="40"/>
                        <a:pt x="8" y="38"/>
                      </a:cubicBezTo>
                      <a:cubicBezTo>
                        <a:pt x="8" y="36"/>
                        <a:pt x="11" y="32"/>
                        <a:pt x="11" y="32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4" y="27"/>
                        <a:pt x="0" y="26"/>
                        <a:pt x="0" y="20"/>
                      </a:cubicBezTo>
                      <a:cubicBezTo>
                        <a:pt x="8" y="20"/>
                        <a:pt x="8" y="20"/>
                        <a:pt x="8" y="20"/>
                      </a:cubicBezTo>
                      <a:cubicBezTo>
                        <a:pt x="8" y="23"/>
                        <a:pt x="10" y="24"/>
                        <a:pt x="11" y="24"/>
                      </a:cubicBezTo>
                      <a:cubicBezTo>
                        <a:pt x="12" y="24"/>
                        <a:pt x="12" y="22"/>
                        <a:pt x="12" y="21"/>
                      </a:cubicBezTo>
                      <a:cubicBezTo>
                        <a:pt x="12" y="21"/>
                        <a:pt x="10" y="20"/>
                        <a:pt x="10" y="19"/>
                      </a:cubicBezTo>
                      <a:cubicBezTo>
                        <a:pt x="10" y="15"/>
                        <a:pt x="13" y="14"/>
                        <a:pt x="16" y="14"/>
                      </a:cubicBezTo>
                      <a:cubicBezTo>
                        <a:pt x="16" y="10"/>
                        <a:pt x="18" y="8"/>
                        <a:pt x="18" y="6"/>
                      </a:cubicBezTo>
                      <a:cubicBezTo>
                        <a:pt x="18" y="4"/>
                        <a:pt x="23" y="0"/>
                        <a:pt x="25" y="0"/>
                      </a:cubicBezTo>
                      <a:cubicBezTo>
                        <a:pt x="30" y="0"/>
                        <a:pt x="35" y="0"/>
                        <a:pt x="38" y="0"/>
                      </a:cubicBezTo>
                      <a:cubicBezTo>
                        <a:pt x="40" y="0"/>
                        <a:pt x="42" y="3"/>
                        <a:pt x="42" y="4"/>
                      </a:cubicBezTo>
                      <a:cubicBezTo>
                        <a:pt x="42" y="10"/>
                        <a:pt x="33" y="10"/>
                        <a:pt x="31" y="16"/>
                      </a:cubicBezTo>
                      <a:cubicBezTo>
                        <a:pt x="31" y="17"/>
                        <a:pt x="32" y="18"/>
                        <a:pt x="33" y="19"/>
                      </a:cubicBezTo>
                      <a:cubicBezTo>
                        <a:pt x="59" y="19"/>
                        <a:pt x="59" y="19"/>
                        <a:pt x="59" y="19"/>
                      </a:cubicBezTo>
                      <a:cubicBezTo>
                        <a:pt x="60" y="32"/>
                        <a:pt x="47" y="37"/>
                        <a:pt x="47" y="46"/>
                      </a:cubicBezTo>
                      <a:cubicBezTo>
                        <a:pt x="45" y="47"/>
                        <a:pt x="44" y="48"/>
                        <a:pt x="43" y="50"/>
                      </a:cubicBezTo>
                      <a:cubicBezTo>
                        <a:pt x="48" y="51"/>
                        <a:pt x="50" y="49"/>
                        <a:pt x="53" y="50"/>
                      </a:cubicBezTo>
                      <a:cubicBezTo>
                        <a:pt x="62" y="53"/>
                        <a:pt x="60" y="63"/>
                        <a:pt x="66" y="69"/>
                      </a:cubicBezTo>
                      <a:cubicBezTo>
                        <a:pt x="73" y="76"/>
                        <a:pt x="84" y="79"/>
                        <a:pt x="84" y="89"/>
                      </a:cubicBezTo>
                      <a:cubicBezTo>
                        <a:pt x="84" y="93"/>
                        <a:pt x="89" y="95"/>
                        <a:pt x="89" y="99"/>
                      </a:cubicBezTo>
                      <a:cubicBezTo>
                        <a:pt x="89" y="100"/>
                        <a:pt x="88" y="101"/>
                        <a:pt x="87" y="102"/>
                      </a:cubicBezTo>
                      <a:cubicBezTo>
                        <a:pt x="87" y="105"/>
                        <a:pt x="87" y="105"/>
                        <a:pt x="87" y="105"/>
                      </a:cubicBezTo>
                      <a:cubicBezTo>
                        <a:pt x="90" y="104"/>
                        <a:pt x="90" y="103"/>
                        <a:pt x="92" y="102"/>
                      </a:cubicBezTo>
                      <a:lnTo>
                        <a:pt x="90" y="10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2" name="Freeform 31">
                  <a:extLst>
                    <a:ext uri="{FF2B5EF4-FFF2-40B4-BE49-F238E27FC236}">
                      <a16:creationId xmlns:a16="http://schemas.microsoft.com/office/drawing/2014/main" id="{8F11B060-A41E-E07D-8DC7-54F9C122B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92638" y="2203450"/>
                  <a:ext cx="46038" cy="30163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0" y="8"/>
                    </a:cxn>
                    <a:cxn ang="0">
                      <a:pos x="7" y="10"/>
                    </a:cxn>
                    <a:cxn ang="0">
                      <a:pos x="27" y="21"/>
                    </a:cxn>
                    <a:cxn ang="0">
                      <a:pos x="30" y="23"/>
                    </a:cxn>
                    <a:cxn ang="0">
                      <a:pos x="33" y="20"/>
                    </a:cxn>
                    <a:cxn ang="0">
                      <a:pos x="31" y="13"/>
                    </a:cxn>
                    <a:cxn ang="0">
                      <a:pos x="33" y="8"/>
                    </a:cxn>
                    <a:cxn ang="0">
                      <a:pos x="35" y="3"/>
                    </a:cxn>
                    <a:cxn ang="0">
                      <a:pos x="20" y="6"/>
                    </a:cxn>
                    <a:cxn ang="0">
                      <a:pos x="0" y="5"/>
                    </a:cxn>
                  </a:cxnLst>
                  <a:rect l="0" t="0" r="r" b="b"/>
                  <a:pathLst>
                    <a:path w="35" h="23">
                      <a:moveTo>
                        <a:pt x="0" y="5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2" y="10"/>
                        <a:pt x="5" y="10"/>
                        <a:pt x="7" y="10"/>
                      </a:cubicBezTo>
                      <a:cubicBezTo>
                        <a:pt x="14" y="12"/>
                        <a:pt x="19" y="20"/>
                        <a:pt x="27" y="21"/>
                      </a:cubicBezTo>
                      <a:cubicBezTo>
                        <a:pt x="27" y="23"/>
                        <a:pt x="29" y="23"/>
                        <a:pt x="30" y="23"/>
                      </a:cubicBezTo>
                      <a:cubicBezTo>
                        <a:pt x="32" y="23"/>
                        <a:pt x="33" y="21"/>
                        <a:pt x="33" y="20"/>
                      </a:cubicBezTo>
                      <a:cubicBezTo>
                        <a:pt x="33" y="17"/>
                        <a:pt x="31" y="16"/>
                        <a:pt x="31" y="13"/>
                      </a:cubicBezTo>
                      <a:cubicBezTo>
                        <a:pt x="31" y="11"/>
                        <a:pt x="33" y="8"/>
                        <a:pt x="33" y="8"/>
                      </a:cubicBezTo>
                      <a:cubicBezTo>
                        <a:pt x="35" y="3"/>
                        <a:pt x="35" y="3"/>
                        <a:pt x="35" y="3"/>
                      </a:cubicBezTo>
                      <a:cubicBezTo>
                        <a:pt x="28" y="2"/>
                        <a:pt x="25" y="6"/>
                        <a:pt x="20" y="6"/>
                      </a:cubicBezTo>
                      <a:cubicBezTo>
                        <a:pt x="14" y="6"/>
                        <a:pt x="10" y="0"/>
                        <a:pt x="0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3" name="Freeform 32">
                  <a:extLst>
                    <a:ext uri="{FF2B5EF4-FFF2-40B4-BE49-F238E27FC236}">
                      <a16:creationId xmlns:a16="http://schemas.microsoft.com/office/drawing/2014/main" id="{89B6E687-7A74-F92A-0292-E229AFFB9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7550" y="2111375"/>
                  <a:ext cx="15875" cy="30163"/>
                </a:xfrm>
                <a:custGeom>
                  <a:avLst/>
                  <a:gdLst/>
                  <a:ahLst/>
                  <a:cxnLst>
                    <a:cxn ang="0">
                      <a:pos x="3" y="5"/>
                    </a:cxn>
                    <a:cxn ang="0">
                      <a:pos x="10" y="0"/>
                    </a:cxn>
                    <a:cxn ang="0">
                      <a:pos x="12" y="5"/>
                    </a:cxn>
                    <a:cxn ang="0">
                      <a:pos x="8" y="23"/>
                    </a:cxn>
                    <a:cxn ang="0">
                      <a:pos x="0" y="6"/>
                    </a:cxn>
                    <a:cxn ang="0">
                      <a:pos x="3" y="5"/>
                    </a:cxn>
                  </a:cxnLst>
                  <a:rect l="0" t="0" r="r" b="b"/>
                  <a:pathLst>
                    <a:path w="12" h="23">
                      <a:moveTo>
                        <a:pt x="3" y="5"/>
                      </a:moveTo>
                      <a:cubicBezTo>
                        <a:pt x="6" y="5"/>
                        <a:pt x="8" y="1"/>
                        <a:pt x="10" y="0"/>
                      </a:cubicBezTo>
                      <a:cubicBezTo>
                        <a:pt x="10" y="3"/>
                        <a:pt x="11" y="5"/>
                        <a:pt x="12" y="5"/>
                      </a:cubicBezTo>
                      <a:cubicBezTo>
                        <a:pt x="11" y="11"/>
                        <a:pt x="10" y="20"/>
                        <a:pt x="8" y="23"/>
                      </a:cubicBezTo>
                      <a:cubicBezTo>
                        <a:pt x="4" y="22"/>
                        <a:pt x="2" y="9"/>
                        <a:pt x="0" y="6"/>
                      </a:cubicBezTo>
                      <a:cubicBezTo>
                        <a:pt x="1" y="6"/>
                        <a:pt x="2" y="5"/>
                        <a:pt x="3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4" name="Freeform 33">
                  <a:extLst>
                    <a:ext uri="{FF2B5EF4-FFF2-40B4-BE49-F238E27FC236}">
                      <a16:creationId xmlns:a16="http://schemas.microsoft.com/office/drawing/2014/main" id="{B5CAA556-E156-635C-E96D-6495A73CB3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24375" y="2144713"/>
                  <a:ext cx="25400" cy="44450"/>
                </a:xfrm>
                <a:custGeom>
                  <a:avLst/>
                  <a:gdLst/>
                  <a:ahLst/>
                  <a:cxnLst>
                    <a:cxn ang="0">
                      <a:pos x="5" y="15"/>
                    </a:cxn>
                    <a:cxn ang="0">
                      <a:pos x="0" y="6"/>
                    </a:cxn>
                    <a:cxn ang="0">
                      <a:pos x="9" y="0"/>
                    </a:cxn>
                    <a:cxn ang="0">
                      <a:pos x="15" y="3"/>
                    </a:cxn>
                    <a:cxn ang="0">
                      <a:pos x="18" y="21"/>
                    </a:cxn>
                    <a:cxn ang="0">
                      <a:pos x="6" y="33"/>
                    </a:cxn>
                    <a:cxn ang="0">
                      <a:pos x="2" y="24"/>
                    </a:cxn>
                    <a:cxn ang="0">
                      <a:pos x="5" y="15"/>
                    </a:cxn>
                  </a:cxnLst>
                  <a:rect l="0" t="0" r="r" b="b"/>
                  <a:pathLst>
                    <a:path w="19" h="33">
                      <a:moveTo>
                        <a:pt x="5" y="15"/>
                      </a:moveTo>
                      <a:cubicBezTo>
                        <a:pt x="5" y="12"/>
                        <a:pt x="1" y="9"/>
                        <a:pt x="0" y="6"/>
                      </a:cubicBezTo>
                      <a:cubicBezTo>
                        <a:pt x="5" y="4"/>
                        <a:pt x="5" y="0"/>
                        <a:pt x="9" y="0"/>
                      </a:cubicBezTo>
                      <a:cubicBezTo>
                        <a:pt x="13" y="0"/>
                        <a:pt x="14" y="3"/>
                        <a:pt x="15" y="3"/>
                      </a:cubicBezTo>
                      <a:cubicBezTo>
                        <a:pt x="19" y="10"/>
                        <a:pt x="18" y="14"/>
                        <a:pt x="18" y="21"/>
                      </a:cubicBezTo>
                      <a:cubicBezTo>
                        <a:pt x="18" y="27"/>
                        <a:pt x="10" y="33"/>
                        <a:pt x="6" y="33"/>
                      </a:cubicBezTo>
                      <a:cubicBezTo>
                        <a:pt x="2" y="33"/>
                        <a:pt x="2" y="27"/>
                        <a:pt x="2" y="24"/>
                      </a:cubicBezTo>
                      <a:cubicBezTo>
                        <a:pt x="2" y="20"/>
                        <a:pt x="5" y="18"/>
                        <a:pt x="5" y="1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5" name="Freeform 34">
                  <a:extLst>
                    <a:ext uri="{FF2B5EF4-FFF2-40B4-BE49-F238E27FC236}">
                      <a16:creationId xmlns:a16="http://schemas.microsoft.com/office/drawing/2014/main" id="{A9AC987F-B5CB-FF2F-AA56-C53134F55F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29125" y="2171700"/>
                  <a:ext cx="12700" cy="9525"/>
                </a:xfrm>
                <a:custGeom>
                  <a:avLst/>
                  <a:gdLst/>
                  <a:ahLst/>
                  <a:cxnLst>
                    <a:cxn ang="0">
                      <a:pos x="9" y="5"/>
                    </a:cxn>
                    <a:cxn ang="0">
                      <a:pos x="6" y="7"/>
                    </a:cxn>
                    <a:cxn ang="0">
                      <a:pos x="0" y="3"/>
                    </a:cxn>
                    <a:cxn ang="0">
                      <a:pos x="7" y="0"/>
                    </a:cxn>
                    <a:cxn ang="0">
                      <a:pos x="9" y="5"/>
                    </a:cxn>
                  </a:cxnLst>
                  <a:rect l="0" t="0" r="r" b="b"/>
                  <a:pathLst>
                    <a:path w="9" h="7">
                      <a:moveTo>
                        <a:pt x="9" y="5"/>
                      </a:moveTo>
                      <a:cubicBezTo>
                        <a:pt x="9" y="6"/>
                        <a:pt x="7" y="7"/>
                        <a:pt x="6" y="7"/>
                      </a:cubicBezTo>
                      <a:cubicBezTo>
                        <a:pt x="4" y="7"/>
                        <a:pt x="1" y="3"/>
                        <a:pt x="0" y="3"/>
                      </a:cubicBezTo>
                      <a:cubicBezTo>
                        <a:pt x="3" y="2"/>
                        <a:pt x="5" y="0"/>
                        <a:pt x="7" y="0"/>
                      </a:cubicBezTo>
                      <a:cubicBezTo>
                        <a:pt x="7" y="1"/>
                        <a:pt x="9" y="3"/>
                        <a:pt x="9" y="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6" name="Freeform 35">
                  <a:extLst>
                    <a:ext uri="{FF2B5EF4-FFF2-40B4-BE49-F238E27FC236}">
                      <a16:creationId xmlns:a16="http://schemas.microsoft.com/office/drawing/2014/main" id="{2FDA25E5-B2FE-24AB-B860-023A412530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51363" y="1833563"/>
                  <a:ext cx="15875" cy="19050"/>
                </a:xfrm>
                <a:custGeom>
                  <a:avLst/>
                  <a:gdLst/>
                  <a:ahLst/>
                  <a:cxnLst>
                    <a:cxn ang="0">
                      <a:pos x="11" y="10"/>
                    </a:cxn>
                    <a:cxn ang="0">
                      <a:pos x="0" y="5"/>
                    </a:cxn>
                    <a:cxn ang="0">
                      <a:pos x="0" y="0"/>
                    </a:cxn>
                    <a:cxn ang="0">
                      <a:pos x="9" y="0"/>
                    </a:cxn>
                    <a:cxn ang="0">
                      <a:pos x="12" y="9"/>
                    </a:cxn>
                    <a:cxn ang="0">
                      <a:pos x="11" y="14"/>
                    </a:cxn>
                    <a:cxn ang="0">
                      <a:pos x="11" y="10"/>
                    </a:cxn>
                  </a:cxnLst>
                  <a:rect l="0" t="0" r="r" b="b"/>
                  <a:pathLst>
                    <a:path w="12" h="14">
                      <a:moveTo>
                        <a:pt x="11" y="10"/>
                      </a:moveTo>
                      <a:cubicBezTo>
                        <a:pt x="5" y="10"/>
                        <a:pt x="0" y="9"/>
                        <a:pt x="0" y="5"/>
                      </a:cubicBezTo>
                      <a:cubicBezTo>
                        <a:pt x="0" y="3"/>
                        <a:pt x="0" y="2"/>
                        <a:pt x="0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9" y="6"/>
                        <a:pt x="12" y="5"/>
                        <a:pt x="12" y="9"/>
                      </a:cubicBezTo>
                      <a:cubicBezTo>
                        <a:pt x="12" y="13"/>
                        <a:pt x="11" y="12"/>
                        <a:pt x="11" y="14"/>
                      </a:cubicBezTo>
                      <a:cubicBezTo>
                        <a:pt x="11" y="13"/>
                        <a:pt x="11" y="12"/>
                        <a:pt x="11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7" name="Freeform 37">
                  <a:extLst>
                    <a:ext uri="{FF2B5EF4-FFF2-40B4-BE49-F238E27FC236}">
                      <a16:creationId xmlns:a16="http://schemas.microsoft.com/office/drawing/2014/main" id="{BE182652-E381-F3B1-08CA-16185992A0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84713" y="1773238"/>
                  <a:ext cx="15875" cy="23813"/>
                </a:xfrm>
                <a:custGeom>
                  <a:avLst/>
                  <a:gdLst/>
                  <a:ahLst/>
                  <a:cxnLst>
                    <a:cxn ang="0">
                      <a:pos x="8" y="6"/>
                    </a:cxn>
                    <a:cxn ang="0">
                      <a:pos x="1" y="17"/>
                    </a:cxn>
                    <a:cxn ang="0">
                      <a:pos x="1" y="11"/>
                    </a:cxn>
                    <a:cxn ang="0">
                      <a:pos x="11" y="0"/>
                    </a:cxn>
                    <a:cxn ang="0">
                      <a:pos x="8" y="6"/>
                    </a:cxn>
                  </a:cxnLst>
                  <a:rect l="0" t="0" r="r" b="b"/>
                  <a:pathLst>
                    <a:path w="11" h="17">
                      <a:moveTo>
                        <a:pt x="8" y="6"/>
                      </a:moveTo>
                      <a:cubicBezTo>
                        <a:pt x="8" y="11"/>
                        <a:pt x="4" y="13"/>
                        <a:pt x="1" y="17"/>
                      </a:cubicBezTo>
                      <a:cubicBezTo>
                        <a:pt x="0" y="15"/>
                        <a:pt x="1" y="14"/>
                        <a:pt x="1" y="11"/>
                      </a:cubicBezTo>
                      <a:cubicBezTo>
                        <a:pt x="1" y="9"/>
                        <a:pt x="3" y="1"/>
                        <a:pt x="11" y="0"/>
                      </a:cubicBezTo>
                      <a:cubicBezTo>
                        <a:pt x="10" y="2"/>
                        <a:pt x="8" y="4"/>
                        <a:pt x="8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8" name="Freeform 38">
                  <a:extLst>
                    <a:ext uri="{FF2B5EF4-FFF2-40B4-BE49-F238E27FC236}">
                      <a16:creationId xmlns:a16="http://schemas.microsoft.com/office/drawing/2014/main" id="{5657AE17-347B-BAC5-939A-FE15D6807E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46625" y="1744663"/>
                  <a:ext cx="20638" cy="26988"/>
                </a:xfrm>
                <a:custGeom>
                  <a:avLst/>
                  <a:gdLst/>
                  <a:ahLst/>
                  <a:cxnLst>
                    <a:cxn ang="0">
                      <a:pos x="12" y="10"/>
                    </a:cxn>
                    <a:cxn ang="0">
                      <a:pos x="12" y="16"/>
                    </a:cxn>
                    <a:cxn ang="0">
                      <a:pos x="5" y="20"/>
                    </a:cxn>
                    <a:cxn ang="0">
                      <a:pos x="0" y="13"/>
                    </a:cxn>
                    <a:cxn ang="0">
                      <a:pos x="10" y="10"/>
                    </a:cxn>
                    <a:cxn ang="0">
                      <a:pos x="7" y="5"/>
                    </a:cxn>
                    <a:cxn ang="0">
                      <a:pos x="11" y="0"/>
                    </a:cxn>
                    <a:cxn ang="0">
                      <a:pos x="16" y="5"/>
                    </a:cxn>
                    <a:cxn ang="0">
                      <a:pos x="12" y="10"/>
                    </a:cxn>
                  </a:cxnLst>
                  <a:rect l="0" t="0" r="r" b="b"/>
                  <a:pathLst>
                    <a:path w="16" h="20">
                      <a:moveTo>
                        <a:pt x="12" y="10"/>
                      </a:moveTo>
                      <a:cubicBezTo>
                        <a:pt x="12" y="12"/>
                        <a:pt x="12" y="14"/>
                        <a:pt x="12" y="16"/>
                      </a:cubicBezTo>
                      <a:cubicBezTo>
                        <a:pt x="12" y="17"/>
                        <a:pt x="6" y="20"/>
                        <a:pt x="5" y="20"/>
                      </a:cubicBezTo>
                      <a:cubicBezTo>
                        <a:pt x="1" y="20"/>
                        <a:pt x="0" y="16"/>
                        <a:pt x="0" y="13"/>
                      </a:cubicBezTo>
                      <a:cubicBezTo>
                        <a:pt x="4" y="13"/>
                        <a:pt x="6" y="10"/>
                        <a:pt x="10" y="10"/>
                      </a:cubicBezTo>
                      <a:cubicBezTo>
                        <a:pt x="9" y="8"/>
                        <a:pt x="7" y="7"/>
                        <a:pt x="7" y="5"/>
                      </a:cubicBezTo>
                      <a:cubicBezTo>
                        <a:pt x="7" y="2"/>
                        <a:pt x="11" y="0"/>
                        <a:pt x="11" y="0"/>
                      </a:cubicBezTo>
                      <a:cubicBezTo>
                        <a:pt x="13" y="3"/>
                        <a:pt x="14" y="4"/>
                        <a:pt x="16" y="5"/>
                      </a:cubicBezTo>
                      <a:cubicBezTo>
                        <a:pt x="15" y="7"/>
                        <a:pt x="13" y="10"/>
                        <a:pt x="12" y="1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230" name="Group 363">
              <a:extLst>
                <a:ext uri="{FF2B5EF4-FFF2-40B4-BE49-F238E27FC236}">
                  <a16:creationId xmlns:a16="http://schemas.microsoft.com/office/drawing/2014/main" id="{0B475EDB-A501-0B5D-E97E-60DF47473237}"/>
                </a:ext>
              </a:extLst>
            </p:cNvPr>
            <p:cNvGrpSpPr/>
            <p:nvPr/>
          </p:nvGrpSpPr>
          <p:grpSpPr>
            <a:xfrm>
              <a:off x="6496636" y="3065951"/>
              <a:ext cx="1093381" cy="955139"/>
              <a:chOff x="6275388" y="2879725"/>
              <a:chExt cx="966788" cy="844551"/>
            </a:xfrm>
            <a:grpFill/>
          </p:grpSpPr>
          <p:sp>
            <p:nvSpPr>
              <p:cNvPr id="336" name="Freeform 9">
                <a:extLst>
                  <a:ext uri="{FF2B5EF4-FFF2-40B4-BE49-F238E27FC236}">
                    <a16:creationId xmlns:a16="http://schemas.microsoft.com/office/drawing/2014/main" id="{1EF7925E-0631-0FF0-FFB6-CCEFFED34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7488" y="2879725"/>
                <a:ext cx="339725" cy="176213"/>
              </a:xfrm>
              <a:custGeom>
                <a:avLst/>
                <a:gdLst/>
                <a:ahLst/>
                <a:cxnLst>
                  <a:cxn ang="0">
                    <a:pos x="128" y="28"/>
                  </a:cxn>
                  <a:cxn ang="0">
                    <a:pos x="160" y="39"/>
                  </a:cxn>
                  <a:cxn ang="0">
                    <a:pos x="173" y="45"/>
                  </a:cxn>
                  <a:cxn ang="0">
                    <a:pos x="179" y="49"/>
                  </a:cxn>
                  <a:cxn ang="0">
                    <a:pos x="203" y="71"/>
                  </a:cxn>
                  <a:cxn ang="0">
                    <a:pos x="217" y="78"/>
                  </a:cxn>
                  <a:cxn ang="0">
                    <a:pos x="208" y="85"/>
                  </a:cxn>
                  <a:cxn ang="0">
                    <a:pos x="217" y="96"/>
                  </a:cxn>
                  <a:cxn ang="0">
                    <a:pos x="224" y="108"/>
                  </a:cxn>
                  <a:cxn ang="0">
                    <a:pos x="233" y="113"/>
                  </a:cxn>
                  <a:cxn ang="0">
                    <a:pos x="237" y="118"/>
                  </a:cxn>
                  <a:cxn ang="0">
                    <a:pos x="242" y="119"/>
                  </a:cxn>
                  <a:cxn ang="0">
                    <a:pos x="247" y="124"/>
                  </a:cxn>
                  <a:cxn ang="0">
                    <a:pos x="255" y="126"/>
                  </a:cxn>
                  <a:cxn ang="0">
                    <a:pos x="250" y="133"/>
                  </a:cxn>
                  <a:cxn ang="0">
                    <a:pos x="247" y="133"/>
                  </a:cxn>
                  <a:cxn ang="0">
                    <a:pos x="239" y="127"/>
                  </a:cxn>
                  <a:cxn ang="0">
                    <a:pos x="227" y="127"/>
                  </a:cxn>
                  <a:cxn ang="0">
                    <a:pos x="210" y="116"/>
                  </a:cxn>
                  <a:cxn ang="0">
                    <a:pos x="206" y="113"/>
                  </a:cxn>
                  <a:cxn ang="0">
                    <a:pos x="175" y="92"/>
                  </a:cxn>
                  <a:cxn ang="0">
                    <a:pos x="158" y="103"/>
                  </a:cxn>
                  <a:cxn ang="0">
                    <a:pos x="156" y="113"/>
                  </a:cxn>
                  <a:cxn ang="0">
                    <a:pos x="139" y="113"/>
                  </a:cxn>
                  <a:cxn ang="0">
                    <a:pos x="113" y="100"/>
                  </a:cxn>
                  <a:cxn ang="0">
                    <a:pos x="107" y="102"/>
                  </a:cxn>
                  <a:cxn ang="0">
                    <a:pos x="98" y="102"/>
                  </a:cxn>
                  <a:cxn ang="0">
                    <a:pos x="90" y="99"/>
                  </a:cxn>
                  <a:cxn ang="0">
                    <a:pos x="101" y="90"/>
                  </a:cxn>
                  <a:cxn ang="0">
                    <a:pos x="96" y="71"/>
                  </a:cxn>
                  <a:cxn ang="0">
                    <a:pos x="77" y="59"/>
                  </a:cxn>
                  <a:cxn ang="0">
                    <a:pos x="53" y="54"/>
                  </a:cxn>
                  <a:cxn ang="0">
                    <a:pos x="37" y="45"/>
                  </a:cxn>
                  <a:cxn ang="0">
                    <a:pos x="37" y="41"/>
                  </a:cxn>
                  <a:cxn ang="0">
                    <a:pos x="30" y="49"/>
                  </a:cxn>
                  <a:cxn ang="0">
                    <a:pos x="26" y="48"/>
                  </a:cxn>
                  <a:cxn ang="0">
                    <a:pos x="24" y="38"/>
                  </a:cxn>
                  <a:cxn ang="0">
                    <a:pos x="16" y="33"/>
                  </a:cxn>
                  <a:cxn ang="0">
                    <a:pos x="38" y="25"/>
                  </a:cxn>
                  <a:cxn ang="0">
                    <a:pos x="35" y="25"/>
                  </a:cxn>
                  <a:cxn ang="0">
                    <a:pos x="23" y="27"/>
                  </a:cxn>
                  <a:cxn ang="0">
                    <a:pos x="16" y="26"/>
                  </a:cxn>
                  <a:cxn ang="0">
                    <a:pos x="14" y="22"/>
                  </a:cxn>
                  <a:cxn ang="0">
                    <a:pos x="0" y="12"/>
                  </a:cxn>
                  <a:cxn ang="0">
                    <a:pos x="6" y="8"/>
                  </a:cxn>
                  <a:cxn ang="0">
                    <a:pos x="23" y="0"/>
                  </a:cxn>
                  <a:cxn ang="0">
                    <a:pos x="44" y="9"/>
                  </a:cxn>
                  <a:cxn ang="0">
                    <a:pos x="44" y="25"/>
                  </a:cxn>
                  <a:cxn ang="0">
                    <a:pos x="50" y="29"/>
                  </a:cxn>
                  <a:cxn ang="0">
                    <a:pos x="59" y="38"/>
                  </a:cxn>
                  <a:cxn ang="0">
                    <a:pos x="67" y="30"/>
                  </a:cxn>
                  <a:cxn ang="0">
                    <a:pos x="78" y="25"/>
                  </a:cxn>
                  <a:cxn ang="0">
                    <a:pos x="92" y="14"/>
                  </a:cxn>
                  <a:cxn ang="0">
                    <a:pos x="98" y="17"/>
                  </a:cxn>
                  <a:cxn ang="0">
                    <a:pos x="109" y="25"/>
                  </a:cxn>
                  <a:cxn ang="0">
                    <a:pos x="121" y="25"/>
                  </a:cxn>
                  <a:cxn ang="0">
                    <a:pos x="130" y="29"/>
                  </a:cxn>
                  <a:cxn ang="0">
                    <a:pos x="130" y="30"/>
                  </a:cxn>
                  <a:cxn ang="0">
                    <a:pos x="128" y="28"/>
                  </a:cxn>
                </a:cxnLst>
                <a:rect l="0" t="0" r="r" b="b"/>
                <a:pathLst>
                  <a:path w="255" h="133">
                    <a:moveTo>
                      <a:pt x="128" y="28"/>
                    </a:moveTo>
                    <a:cubicBezTo>
                      <a:pt x="133" y="33"/>
                      <a:pt x="149" y="39"/>
                      <a:pt x="160" y="39"/>
                    </a:cubicBezTo>
                    <a:cubicBezTo>
                      <a:pt x="165" y="39"/>
                      <a:pt x="168" y="45"/>
                      <a:pt x="173" y="45"/>
                    </a:cubicBezTo>
                    <a:cubicBezTo>
                      <a:pt x="173" y="48"/>
                      <a:pt x="176" y="49"/>
                      <a:pt x="179" y="49"/>
                    </a:cubicBezTo>
                    <a:cubicBezTo>
                      <a:pt x="193" y="54"/>
                      <a:pt x="192" y="66"/>
                      <a:pt x="203" y="71"/>
                    </a:cubicBezTo>
                    <a:cubicBezTo>
                      <a:pt x="207" y="73"/>
                      <a:pt x="217" y="68"/>
                      <a:pt x="217" y="78"/>
                    </a:cubicBezTo>
                    <a:cubicBezTo>
                      <a:pt x="217" y="83"/>
                      <a:pt x="208" y="81"/>
                      <a:pt x="208" y="85"/>
                    </a:cubicBezTo>
                    <a:cubicBezTo>
                      <a:pt x="208" y="87"/>
                      <a:pt x="216" y="95"/>
                      <a:pt x="217" y="96"/>
                    </a:cubicBezTo>
                    <a:cubicBezTo>
                      <a:pt x="221" y="100"/>
                      <a:pt x="220" y="103"/>
                      <a:pt x="224" y="108"/>
                    </a:cubicBezTo>
                    <a:cubicBezTo>
                      <a:pt x="225" y="111"/>
                      <a:pt x="230" y="113"/>
                      <a:pt x="233" y="113"/>
                    </a:cubicBezTo>
                    <a:cubicBezTo>
                      <a:pt x="235" y="113"/>
                      <a:pt x="236" y="116"/>
                      <a:pt x="237" y="118"/>
                    </a:cubicBezTo>
                    <a:cubicBezTo>
                      <a:pt x="238" y="120"/>
                      <a:pt x="240" y="118"/>
                      <a:pt x="242" y="119"/>
                    </a:cubicBezTo>
                    <a:cubicBezTo>
                      <a:pt x="245" y="119"/>
                      <a:pt x="246" y="122"/>
                      <a:pt x="247" y="124"/>
                    </a:cubicBezTo>
                    <a:cubicBezTo>
                      <a:pt x="247" y="126"/>
                      <a:pt x="254" y="125"/>
                      <a:pt x="255" y="126"/>
                    </a:cubicBezTo>
                    <a:cubicBezTo>
                      <a:pt x="253" y="127"/>
                      <a:pt x="250" y="130"/>
                      <a:pt x="250" y="133"/>
                    </a:cubicBezTo>
                    <a:cubicBezTo>
                      <a:pt x="249" y="133"/>
                      <a:pt x="248" y="133"/>
                      <a:pt x="247" y="133"/>
                    </a:cubicBezTo>
                    <a:cubicBezTo>
                      <a:pt x="246" y="133"/>
                      <a:pt x="240" y="128"/>
                      <a:pt x="239" y="127"/>
                    </a:cubicBezTo>
                    <a:cubicBezTo>
                      <a:pt x="227" y="127"/>
                      <a:pt x="227" y="127"/>
                      <a:pt x="227" y="127"/>
                    </a:cubicBezTo>
                    <a:cubicBezTo>
                      <a:pt x="221" y="126"/>
                      <a:pt x="210" y="121"/>
                      <a:pt x="210" y="116"/>
                    </a:cubicBezTo>
                    <a:cubicBezTo>
                      <a:pt x="210" y="115"/>
                      <a:pt x="207" y="114"/>
                      <a:pt x="206" y="113"/>
                    </a:cubicBezTo>
                    <a:cubicBezTo>
                      <a:pt x="197" y="104"/>
                      <a:pt x="189" y="92"/>
                      <a:pt x="175" y="92"/>
                    </a:cubicBezTo>
                    <a:cubicBezTo>
                      <a:pt x="164" y="92"/>
                      <a:pt x="165" y="100"/>
                      <a:pt x="158" y="103"/>
                    </a:cubicBezTo>
                    <a:cubicBezTo>
                      <a:pt x="160" y="108"/>
                      <a:pt x="156" y="110"/>
                      <a:pt x="156" y="113"/>
                    </a:cubicBezTo>
                    <a:cubicBezTo>
                      <a:pt x="146" y="113"/>
                      <a:pt x="144" y="113"/>
                      <a:pt x="139" y="113"/>
                    </a:cubicBezTo>
                    <a:cubicBezTo>
                      <a:pt x="128" y="113"/>
                      <a:pt x="125" y="100"/>
                      <a:pt x="113" y="100"/>
                    </a:cubicBezTo>
                    <a:cubicBezTo>
                      <a:pt x="112" y="100"/>
                      <a:pt x="107" y="100"/>
                      <a:pt x="107" y="102"/>
                    </a:cubicBezTo>
                    <a:cubicBezTo>
                      <a:pt x="98" y="102"/>
                      <a:pt x="98" y="102"/>
                      <a:pt x="98" y="102"/>
                    </a:cubicBezTo>
                    <a:cubicBezTo>
                      <a:pt x="94" y="102"/>
                      <a:pt x="90" y="102"/>
                      <a:pt x="90" y="99"/>
                    </a:cubicBezTo>
                    <a:cubicBezTo>
                      <a:pt x="90" y="93"/>
                      <a:pt x="99" y="91"/>
                      <a:pt x="101" y="90"/>
                    </a:cubicBezTo>
                    <a:cubicBezTo>
                      <a:pt x="95" y="84"/>
                      <a:pt x="98" y="78"/>
                      <a:pt x="96" y="71"/>
                    </a:cubicBezTo>
                    <a:cubicBezTo>
                      <a:pt x="94" y="66"/>
                      <a:pt x="82" y="61"/>
                      <a:pt x="77" y="59"/>
                    </a:cubicBezTo>
                    <a:cubicBezTo>
                      <a:pt x="72" y="56"/>
                      <a:pt x="60" y="54"/>
                      <a:pt x="53" y="54"/>
                    </a:cubicBezTo>
                    <a:cubicBezTo>
                      <a:pt x="47" y="54"/>
                      <a:pt x="44" y="43"/>
                      <a:pt x="37" y="45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36" y="44"/>
                      <a:pt x="34" y="49"/>
                      <a:pt x="30" y="49"/>
                    </a:cubicBezTo>
                    <a:cubicBezTo>
                      <a:pt x="29" y="49"/>
                      <a:pt x="26" y="49"/>
                      <a:pt x="26" y="48"/>
                    </a:cubicBezTo>
                    <a:cubicBezTo>
                      <a:pt x="24" y="43"/>
                      <a:pt x="26" y="41"/>
                      <a:pt x="24" y="38"/>
                    </a:cubicBezTo>
                    <a:cubicBezTo>
                      <a:pt x="22" y="34"/>
                      <a:pt x="17" y="36"/>
                      <a:pt x="16" y="33"/>
                    </a:cubicBezTo>
                    <a:cubicBezTo>
                      <a:pt x="22" y="29"/>
                      <a:pt x="35" y="30"/>
                      <a:pt x="38" y="25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0" y="26"/>
                      <a:pt x="27" y="27"/>
                      <a:pt x="23" y="27"/>
                    </a:cubicBezTo>
                    <a:cubicBezTo>
                      <a:pt x="20" y="27"/>
                      <a:pt x="19" y="26"/>
                      <a:pt x="16" y="26"/>
                    </a:cubicBezTo>
                    <a:cubicBezTo>
                      <a:pt x="15" y="25"/>
                      <a:pt x="14" y="23"/>
                      <a:pt x="14" y="22"/>
                    </a:cubicBezTo>
                    <a:cubicBezTo>
                      <a:pt x="11" y="15"/>
                      <a:pt x="0" y="18"/>
                      <a:pt x="0" y="12"/>
                    </a:cubicBezTo>
                    <a:cubicBezTo>
                      <a:pt x="0" y="9"/>
                      <a:pt x="4" y="8"/>
                      <a:pt x="6" y="8"/>
                    </a:cubicBezTo>
                    <a:cubicBezTo>
                      <a:pt x="12" y="8"/>
                      <a:pt x="15" y="0"/>
                      <a:pt x="23" y="0"/>
                    </a:cubicBezTo>
                    <a:cubicBezTo>
                      <a:pt x="30" y="0"/>
                      <a:pt x="36" y="7"/>
                      <a:pt x="44" y="9"/>
                    </a:cubicBezTo>
                    <a:cubicBezTo>
                      <a:pt x="44" y="15"/>
                      <a:pt x="44" y="22"/>
                      <a:pt x="44" y="25"/>
                    </a:cubicBezTo>
                    <a:cubicBezTo>
                      <a:pt x="44" y="27"/>
                      <a:pt x="46" y="29"/>
                      <a:pt x="50" y="29"/>
                    </a:cubicBezTo>
                    <a:cubicBezTo>
                      <a:pt x="50" y="31"/>
                      <a:pt x="56" y="38"/>
                      <a:pt x="59" y="38"/>
                    </a:cubicBezTo>
                    <a:cubicBezTo>
                      <a:pt x="62" y="38"/>
                      <a:pt x="66" y="31"/>
                      <a:pt x="67" y="30"/>
                    </a:cubicBezTo>
                    <a:cubicBezTo>
                      <a:pt x="71" y="27"/>
                      <a:pt x="71" y="26"/>
                      <a:pt x="78" y="25"/>
                    </a:cubicBezTo>
                    <a:cubicBezTo>
                      <a:pt x="82" y="23"/>
                      <a:pt x="87" y="15"/>
                      <a:pt x="92" y="14"/>
                    </a:cubicBezTo>
                    <a:cubicBezTo>
                      <a:pt x="93" y="17"/>
                      <a:pt x="96" y="16"/>
                      <a:pt x="98" y="17"/>
                    </a:cubicBezTo>
                    <a:cubicBezTo>
                      <a:pt x="103" y="18"/>
                      <a:pt x="106" y="24"/>
                      <a:pt x="109" y="25"/>
                    </a:cubicBezTo>
                    <a:cubicBezTo>
                      <a:pt x="121" y="25"/>
                      <a:pt x="121" y="25"/>
                      <a:pt x="121" y="25"/>
                    </a:cubicBezTo>
                    <a:cubicBezTo>
                      <a:pt x="123" y="27"/>
                      <a:pt x="128" y="29"/>
                      <a:pt x="130" y="29"/>
                    </a:cubicBezTo>
                    <a:cubicBezTo>
                      <a:pt x="130" y="30"/>
                      <a:pt x="130" y="30"/>
                      <a:pt x="130" y="30"/>
                    </a:cubicBezTo>
                    <a:lnTo>
                      <a:pt x="128" y="2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37" name="Group 361">
                <a:extLst>
                  <a:ext uri="{FF2B5EF4-FFF2-40B4-BE49-F238E27FC236}">
                    <a16:creationId xmlns:a16="http://schemas.microsoft.com/office/drawing/2014/main" id="{D35F81BC-1C90-CB50-8D40-7DDD7958427C}"/>
                  </a:ext>
                </a:extLst>
              </p:cNvPr>
              <p:cNvGrpSpPr/>
              <p:nvPr/>
            </p:nvGrpSpPr>
            <p:grpSpPr>
              <a:xfrm>
                <a:off x="6275388" y="2917825"/>
                <a:ext cx="966788" cy="806451"/>
                <a:chOff x="6275388" y="2917825"/>
                <a:chExt cx="966788" cy="806451"/>
              </a:xfrm>
              <a:grpFill/>
            </p:grpSpPr>
            <p:sp>
              <p:nvSpPr>
                <p:cNvPr id="338" name="Freeform 7">
                  <a:extLst>
                    <a:ext uri="{FF2B5EF4-FFF2-40B4-BE49-F238E27FC236}">
                      <a16:creationId xmlns:a16="http://schemas.microsoft.com/office/drawing/2014/main" id="{C541971D-6A3C-A45A-FEBD-2A7DA0A90D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23050" y="2968625"/>
                  <a:ext cx="11113" cy="2540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8" y="5"/>
                    </a:cxn>
                    <a:cxn ang="0">
                      <a:pos x="5" y="9"/>
                    </a:cxn>
                    <a:cxn ang="0">
                      <a:pos x="2" y="19"/>
                    </a:cxn>
                    <a:cxn ang="0">
                      <a:pos x="0" y="15"/>
                    </a:cxn>
                    <a:cxn ang="0">
                      <a:pos x="4" y="8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8" h="19">
                      <a:moveTo>
                        <a:pt x="7" y="0"/>
                      </a:moveTo>
                      <a:cubicBezTo>
                        <a:pt x="7" y="4"/>
                        <a:pt x="8" y="2"/>
                        <a:pt x="8" y="5"/>
                      </a:cubicBezTo>
                      <a:cubicBezTo>
                        <a:pt x="8" y="8"/>
                        <a:pt x="7" y="9"/>
                        <a:pt x="5" y="9"/>
                      </a:cubicBezTo>
                      <a:cubicBezTo>
                        <a:pt x="5" y="14"/>
                        <a:pt x="6" y="19"/>
                        <a:pt x="2" y="19"/>
                      </a:cubicBezTo>
                      <a:cubicBezTo>
                        <a:pt x="1" y="19"/>
                        <a:pt x="0" y="16"/>
                        <a:pt x="0" y="15"/>
                      </a:cubicBezTo>
                      <a:cubicBezTo>
                        <a:pt x="0" y="11"/>
                        <a:pt x="4" y="10"/>
                        <a:pt x="4" y="8"/>
                      </a:cubicBezTo>
                      <a:cubicBezTo>
                        <a:pt x="4" y="4"/>
                        <a:pt x="3" y="0"/>
                        <a:pt x="7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9" name="Freeform 8">
                  <a:extLst>
                    <a:ext uri="{FF2B5EF4-FFF2-40B4-BE49-F238E27FC236}">
                      <a16:creationId xmlns:a16="http://schemas.microsoft.com/office/drawing/2014/main" id="{C9C03A54-B8DF-8D36-1E12-BC336A872C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67525" y="2944813"/>
                  <a:ext cx="65088" cy="38100"/>
                </a:xfrm>
                <a:custGeom>
                  <a:avLst/>
                  <a:gdLst/>
                  <a:ahLst/>
                  <a:cxnLst>
                    <a:cxn ang="0">
                      <a:pos x="13" y="27"/>
                    </a:cxn>
                    <a:cxn ang="0">
                      <a:pos x="0" y="18"/>
                    </a:cxn>
                    <a:cxn ang="0">
                      <a:pos x="13" y="18"/>
                    </a:cxn>
                    <a:cxn ang="0">
                      <a:pos x="18" y="17"/>
                    </a:cxn>
                    <a:cxn ang="0">
                      <a:pos x="35" y="13"/>
                    </a:cxn>
                    <a:cxn ang="0">
                      <a:pos x="45" y="0"/>
                    </a:cxn>
                    <a:cxn ang="0">
                      <a:pos x="49" y="7"/>
                    </a:cxn>
                    <a:cxn ang="0">
                      <a:pos x="40" y="22"/>
                    </a:cxn>
                    <a:cxn ang="0">
                      <a:pos x="19" y="29"/>
                    </a:cxn>
                    <a:cxn ang="0">
                      <a:pos x="11" y="25"/>
                    </a:cxn>
                    <a:cxn ang="0">
                      <a:pos x="13" y="27"/>
                    </a:cxn>
                  </a:cxnLst>
                  <a:rect l="0" t="0" r="r" b="b"/>
                  <a:pathLst>
                    <a:path w="49" h="29">
                      <a:moveTo>
                        <a:pt x="13" y="27"/>
                      </a:moveTo>
                      <a:cubicBezTo>
                        <a:pt x="9" y="22"/>
                        <a:pt x="1" y="24"/>
                        <a:pt x="0" y="18"/>
                      </a:cubicBezTo>
                      <a:cubicBezTo>
                        <a:pt x="13" y="18"/>
                        <a:pt x="13" y="18"/>
                        <a:pt x="13" y="18"/>
                      </a:cubicBezTo>
                      <a:cubicBezTo>
                        <a:pt x="14" y="18"/>
                        <a:pt x="18" y="17"/>
                        <a:pt x="18" y="17"/>
                      </a:cubicBezTo>
                      <a:cubicBezTo>
                        <a:pt x="25" y="14"/>
                        <a:pt x="31" y="15"/>
                        <a:pt x="35" y="13"/>
                      </a:cubicBezTo>
                      <a:cubicBezTo>
                        <a:pt x="41" y="10"/>
                        <a:pt x="39" y="0"/>
                        <a:pt x="45" y="0"/>
                      </a:cubicBezTo>
                      <a:cubicBezTo>
                        <a:pt x="48" y="0"/>
                        <a:pt x="49" y="4"/>
                        <a:pt x="49" y="7"/>
                      </a:cubicBezTo>
                      <a:cubicBezTo>
                        <a:pt x="49" y="16"/>
                        <a:pt x="40" y="14"/>
                        <a:pt x="40" y="22"/>
                      </a:cubicBezTo>
                      <a:cubicBezTo>
                        <a:pt x="32" y="24"/>
                        <a:pt x="28" y="29"/>
                        <a:pt x="19" y="29"/>
                      </a:cubicBezTo>
                      <a:cubicBezTo>
                        <a:pt x="17" y="29"/>
                        <a:pt x="11" y="26"/>
                        <a:pt x="11" y="25"/>
                      </a:cubicBezTo>
                      <a:lnTo>
                        <a:pt x="13" y="27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0" name="Freeform 10">
                  <a:extLst>
                    <a:ext uri="{FF2B5EF4-FFF2-40B4-BE49-F238E27FC236}">
                      <a16:creationId xmlns:a16="http://schemas.microsoft.com/office/drawing/2014/main" id="{D87EBB39-7E3F-B5D8-7957-3AF7EB2CE0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11975" y="2917825"/>
                  <a:ext cx="34925" cy="34925"/>
                </a:xfrm>
                <a:custGeom>
                  <a:avLst/>
                  <a:gdLst/>
                  <a:ahLst/>
                  <a:cxnLst>
                    <a:cxn ang="0">
                      <a:pos x="23" y="25"/>
                    </a:cxn>
                    <a:cxn ang="0">
                      <a:pos x="19" y="17"/>
                    </a:cxn>
                    <a:cxn ang="0">
                      <a:pos x="8" y="6"/>
                    </a:cxn>
                    <a:cxn ang="0">
                      <a:pos x="0" y="0"/>
                    </a:cxn>
                    <a:cxn ang="0">
                      <a:pos x="18" y="13"/>
                    </a:cxn>
                    <a:cxn ang="0">
                      <a:pos x="26" y="22"/>
                    </a:cxn>
                    <a:cxn ang="0">
                      <a:pos x="26" y="25"/>
                    </a:cxn>
                    <a:cxn ang="0">
                      <a:pos x="23" y="25"/>
                    </a:cxn>
                  </a:cxnLst>
                  <a:rect l="0" t="0" r="r" b="b"/>
                  <a:pathLst>
                    <a:path w="26" h="26">
                      <a:moveTo>
                        <a:pt x="23" y="25"/>
                      </a:moveTo>
                      <a:cubicBezTo>
                        <a:pt x="18" y="24"/>
                        <a:pt x="18" y="21"/>
                        <a:pt x="19" y="17"/>
                      </a:cubicBezTo>
                      <a:cubicBezTo>
                        <a:pt x="13" y="14"/>
                        <a:pt x="14" y="9"/>
                        <a:pt x="8" y="6"/>
                      </a:cubicBezTo>
                      <a:cubicBezTo>
                        <a:pt x="5" y="4"/>
                        <a:pt x="2" y="4"/>
                        <a:pt x="0" y="0"/>
                      </a:cubicBezTo>
                      <a:cubicBezTo>
                        <a:pt x="9" y="3"/>
                        <a:pt x="13" y="8"/>
                        <a:pt x="18" y="13"/>
                      </a:cubicBezTo>
                      <a:cubicBezTo>
                        <a:pt x="21" y="17"/>
                        <a:pt x="26" y="16"/>
                        <a:pt x="26" y="22"/>
                      </a:cubicBezTo>
                      <a:cubicBezTo>
                        <a:pt x="26" y="23"/>
                        <a:pt x="26" y="24"/>
                        <a:pt x="26" y="25"/>
                      </a:cubicBezTo>
                      <a:cubicBezTo>
                        <a:pt x="25" y="25"/>
                        <a:pt x="24" y="26"/>
                        <a:pt x="23" y="2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1" name="Freeform 11">
                  <a:extLst>
                    <a:ext uri="{FF2B5EF4-FFF2-40B4-BE49-F238E27FC236}">
                      <a16:creationId xmlns:a16="http://schemas.microsoft.com/office/drawing/2014/main" id="{8935DB4A-7829-78FE-FCFF-095FC04BC1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72300" y="2967038"/>
                  <a:ext cx="17463" cy="20638"/>
                </a:xfrm>
                <a:custGeom>
                  <a:avLst/>
                  <a:gdLst/>
                  <a:ahLst/>
                  <a:cxnLst>
                    <a:cxn ang="0">
                      <a:pos x="7" y="9"/>
                    </a:cxn>
                    <a:cxn ang="0">
                      <a:pos x="1" y="0"/>
                    </a:cxn>
                    <a:cxn ang="0">
                      <a:pos x="13" y="12"/>
                    </a:cxn>
                    <a:cxn ang="0">
                      <a:pos x="10" y="16"/>
                    </a:cxn>
                    <a:cxn ang="0">
                      <a:pos x="7" y="13"/>
                    </a:cxn>
                    <a:cxn ang="0">
                      <a:pos x="7" y="9"/>
                    </a:cxn>
                  </a:cxnLst>
                  <a:rect l="0" t="0" r="r" b="b"/>
                  <a:pathLst>
                    <a:path w="13" h="16">
                      <a:moveTo>
                        <a:pt x="7" y="9"/>
                      </a:moveTo>
                      <a:cubicBezTo>
                        <a:pt x="2" y="9"/>
                        <a:pt x="0" y="4"/>
                        <a:pt x="1" y="0"/>
                      </a:cubicBezTo>
                      <a:cubicBezTo>
                        <a:pt x="4" y="1"/>
                        <a:pt x="13" y="11"/>
                        <a:pt x="13" y="12"/>
                      </a:cubicBezTo>
                      <a:cubicBezTo>
                        <a:pt x="13" y="14"/>
                        <a:pt x="11" y="16"/>
                        <a:pt x="10" y="16"/>
                      </a:cubicBezTo>
                      <a:cubicBezTo>
                        <a:pt x="9" y="16"/>
                        <a:pt x="7" y="14"/>
                        <a:pt x="7" y="13"/>
                      </a:cubicBezTo>
                      <a:cubicBezTo>
                        <a:pt x="7" y="12"/>
                        <a:pt x="7" y="11"/>
                        <a:pt x="7" y="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2" name="Freeform 12">
                  <a:extLst>
                    <a:ext uri="{FF2B5EF4-FFF2-40B4-BE49-F238E27FC236}">
                      <a16:creationId xmlns:a16="http://schemas.microsoft.com/office/drawing/2014/main" id="{FA298786-18CC-C0F1-D19F-64044D4884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86600" y="3046413"/>
                  <a:ext cx="9525" cy="11113"/>
                </a:xfrm>
                <a:custGeom>
                  <a:avLst/>
                  <a:gdLst/>
                  <a:ahLst/>
                  <a:cxnLst>
                    <a:cxn ang="0">
                      <a:pos x="7" y="6"/>
                    </a:cxn>
                    <a:cxn ang="0">
                      <a:pos x="7" y="9"/>
                    </a:cxn>
                    <a:cxn ang="0">
                      <a:pos x="0" y="0"/>
                    </a:cxn>
                    <a:cxn ang="0">
                      <a:pos x="7" y="6"/>
                    </a:cxn>
                  </a:cxnLst>
                  <a:rect l="0" t="0" r="r" b="b"/>
                  <a:pathLst>
                    <a:path w="7" h="9">
                      <a:moveTo>
                        <a:pt x="7" y="6"/>
                      </a:moveTo>
                      <a:cubicBezTo>
                        <a:pt x="7" y="7"/>
                        <a:pt x="7" y="8"/>
                        <a:pt x="7" y="9"/>
                      </a:cubicBezTo>
                      <a:cubicBezTo>
                        <a:pt x="3" y="9"/>
                        <a:pt x="0" y="2"/>
                        <a:pt x="0" y="0"/>
                      </a:cubicBezTo>
                      <a:cubicBezTo>
                        <a:pt x="4" y="2"/>
                        <a:pt x="7" y="3"/>
                        <a:pt x="7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3" name="Freeform 13">
                  <a:extLst>
                    <a:ext uri="{FF2B5EF4-FFF2-40B4-BE49-F238E27FC236}">
                      <a16:creationId xmlns:a16="http://schemas.microsoft.com/office/drawing/2014/main" id="{4ABD1C19-E660-14AD-3C95-D886B9836E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61200" y="3036888"/>
                  <a:ext cx="20638" cy="9525"/>
                </a:xfrm>
                <a:custGeom>
                  <a:avLst/>
                  <a:gdLst/>
                  <a:ahLst/>
                  <a:cxnLst>
                    <a:cxn ang="0">
                      <a:pos x="15" y="6"/>
                    </a:cxn>
                    <a:cxn ang="0">
                      <a:pos x="12" y="7"/>
                    </a:cxn>
                    <a:cxn ang="0">
                      <a:pos x="0" y="0"/>
                    </a:cxn>
                    <a:cxn ang="0">
                      <a:pos x="15" y="6"/>
                    </a:cxn>
                  </a:cxnLst>
                  <a:rect l="0" t="0" r="r" b="b"/>
                  <a:pathLst>
                    <a:path w="15" h="7">
                      <a:moveTo>
                        <a:pt x="15" y="6"/>
                      </a:moveTo>
                      <a:cubicBezTo>
                        <a:pt x="14" y="6"/>
                        <a:pt x="13" y="7"/>
                        <a:pt x="12" y="7"/>
                      </a:cubicBezTo>
                      <a:cubicBezTo>
                        <a:pt x="7" y="7"/>
                        <a:pt x="0" y="5"/>
                        <a:pt x="0" y="0"/>
                      </a:cubicBezTo>
                      <a:cubicBezTo>
                        <a:pt x="7" y="0"/>
                        <a:pt x="11" y="1"/>
                        <a:pt x="15" y="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4" name="Freeform 14">
                  <a:extLst>
                    <a:ext uri="{FF2B5EF4-FFF2-40B4-BE49-F238E27FC236}">
                      <a16:creationId xmlns:a16="http://schemas.microsoft.com/office/drawing/2014/main" id="{62C8F703-3328-B3DE-9BE0-E852DE99D1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64375" y="3013075"/>
                  <a:ext cx="17463" cy="19050"/>
                </a:xfrm>
                <a:custGeom>
                  <a:avLst/>
                  <a:gdLst/>
                  <a:ahLst/>
                  <a:cxnLst>
                    <a:cxn ang="0">
                      <a:pos x="13" y="14"/>
                    </a:cxn>
                    <a:cxn ang="0">
                      <a:pos x="0" y="0"/>
                    </a:cxn>
                    <a:cxn ang="0">
                      <a:pos x="13" y="14"/>
                    </a:cxn>
                  </a:cxnLst>
                  <a:rect l="0" t="0" r="r" b="b"/>
                  <a:pathLst>
                    <a:path w="13" h="14">
                      <a:moveTo>
                        <a:pt x="13" y="14"/>
                      </a:moveTo>
                      <a:cubicBezTo>
                        <a:pt x="9" y="14"/>
                        <a:pt x="1" y="3"/>
                        <a:pt x="0" y="0"/>
                      </a:cubicBezTo>
                      <a:cubicBezTo>
                        <a:pt x="6" y="3"/>
                        <a:pt x="11" y="7"/>
                        <a:pt x="13" y="1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5" name="Freeform 15">
                  <a:extLst>
                    <a:ext uri="{FF2B5EF4-FFF2-40B4-BE49-F238E27FC236}">
                      <a16:creationId xmlns:a16="http://schemas.microsoft.com/office/drawing/2014/main" id="{144A97B3-72A4-AEF2-F621-0D1C3B97B5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27863" y="2998788"/>
                  <a:ext cx="23813" cy="1428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17" y="9"/>
                    </a:cxn>
                    <a:cxn ang="0">
                      <a:pos x="14" y="1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17" h="10">
                      <a:moveTo>
                        <a:pt x="2" y="0"/>
                      </a:moveTo>
                      <a:cubicBezTo>
                        <a:pt x="6" y="2"/>
                        <a:pt x="15" y="5"/>
                        <a:pt x="17" y="9"/>
                      </a:cubicBezTo>
                      <a:cubicBezTo>
                        <a:pt x="17" y="9"/>
                        <a:pt x="15" y="10"/>
                        <a:pt x="14" y="10"/>
                      </a:cubicBezTo>
                      <a:cubicBezTo>
                        <a:pt x="10" y="10"/>
                        <a:pt x="0" y="6"/>
                        <a:pt x="0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6" name="Freeform 16">
                  <a:extLst>
                    <a:ext uri="{FF2B5EF4-FFF2-40B4-BE49-F238E27FC236}">
                      <a16:creationId xmlns:a16="http://schemas.microsoft.com/office/drawing/2014/main" id="{38819747-9AD1-B2CB-87F3-5136966368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02463" y="2984500"/>
                  <a:ext cx="14288" cy="79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" y="6"/>
                    </a:cxn>
                    <a:cxn ang="0">
                      <a:pos x="7" y="6"/>
                    </a:cxn>
                    <a:cxn ang="0">
                      <a:pos x="0" y="2"/>
                    </a:cxn>
                    <a:cxn ang="0">
                      <a:pos x="3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1" h="6">
                      <a:moveTo>
                        <a:pt x="0" y="0"/>
                      </a:moveTo>
                      <a:cubicBezTo>
                        <a:pt x="5" y="3"/>
                        <a:pt x="8" y="2"/>
                        <a:pt x="11" y="6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1" y="2"/>
                        <a:pt x="3" y="2"/>
                        <a:pt x="3" y="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7" name="Freeform 17">
                  <a:extLst>
                    <a:ext uri="{FF2B5EF4-FFF2-40B4-BE49-F238E27FC236}">
                      <a16:creationId xmlns:a16="http://schemas.microsoft.com/office/drawing/2014/main" id="{96CBAD5E-B485-DBAD-A1C6-E3F7D46E90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00850" y="3594100"/>
                  <a:ext cx="63500" cy="65088"/>
                </a:xfrm>
                <a:custGeom>
                  <a:avLst/>
                  <a:gdLst/>
                  <a:ahLst/>
                  <a:cxnLst>
                    <a:cxn ang="0">
                      <a:pos x="24" y="7"/>
                    </a:cxn>
                    <a:cxn ang="0">
                      <a:pos x="43" y="3"/>
                    </a:cxn>
                    <a:cxn ang="0">
                      <a:pos x="48" y="16"/>
                    </a:cxn>
                    <a:cxn ang="0">
                      <a:pos x="27" y="49"/>
                    </a:cxn>
                    <a:cxn ang="0">
                      <a:pos x="0" y="7"/>
                    </a:cxn>
                    <a:cxn ang="0">
                      <a:pos x="24" y="7"/>
                    </a:cxn>
                  </a:cxnLst>
                  <a:rect l="0" t="0" r="r" b="b"/>
                  <a:pathLst>
                    <a:path w="48" h="49">
                      <a:moveTo>
                        <a:pt x="24" y="7"/>
                      </a:moveTo>
                      <a:cubicBezTo>
                        <a:pt x="30" y="7"/>
                        <a:pt x="37" y="5"/>
                        <a:pt x="43" y="3"/>
                      </a:cubicBezTo>
                      <a:cubicBezTo>
                        <a:pt x="45" y="8"/>
                        <a:pt x="48" y="11"/>
                        <a:pt x="48" y="16"/>
                      </a:cubicBezTo>
                      <a:cubicBezTo>
                        <a:pt x="48" y="26"/>
                        <a:pt x="36" y="49"/>
                        <a:pt x="27" y="49"/>
                      </a:cubicBezTo>
                      <a:cubicBezTo>
                        <a:pt x="14" y="49"/>
                        <a:pt x="0" y="16"/>
                        <a:pt x="0" y="7"/>
                      </a:cubicBezTo>
                      <a:cubicBezTo>
                        <a:pt x="0" y="0"/>
                        <a:pt x="24" y="7"/>
                        <a:pt x="24" y="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8" name="Freeform 18">
                  <a:extLst>
                    <a:ext uri="{FF2B5EF4-FFF2-40B4-BE49-F238E27FC236}">
                      <a16:creationId xmlns:a16="http://schemas.microsoft.com/office/drawing/2014/main" id="{5C6F3598-476F-3D1D-27D6-F0518F33C0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75388" y="3057525"/>
                  <a:ext cx="676275" cy="509588"/>
                </a:xfrm>
                <a:custGeom>
                  <a:avLst/>
                  <a:gdLst/>
                  <a:ahLst/>
                  <a:cxnLst>
                    <a:cxn ang="0">
                      <a:pos x="508" y="232"/>
                    </a:cxn>
                    <a:cxn ang="0">
                      <a:pos x="501" y="272"/>
                    </a:cxn>
                    <a:cxn ang="0">
                      <a:pos x="478" y="312"/>
                    </a:cxn>
                    <a:cxn ang="0">
                      <a:pos x="465" y="351"/>
                    </a:cxn>
                    <a:cxn ang="0">
                      <a:pos x="398" y="370"/>
                    </a:cxn>
                    <a:cxn ang="0">
                      <a:pos x="335" y="350"/>
                    </a:cxn>
                    <a:cxn ang="0">
                      <a:pos x="329" y="330"/>
                    </a:cxn>
                    <a:cxn ang="0">
                      <a:pos x="314" y="333"/>
                    </a:cxn>
                    <a:cxn ang="0">
                      <a:pos x="313" y="315"/>
                    </a:cxn>
                    <a:cxn ang="0">
                      <a:pos x="301" y="329"/>
                    </a:cxn>
                    <a:cxn ang="0">
                      <a:pos x="310" y="292"/>
                    </a:cxn>
                    <a:cxn ang="0">
                      <a:pos x="278" y="315"/>
                    </a:cxn>
                    <a:cxn ang="0">
                      <a:pos x="214" y="276"/>
                    </a:cxn>
                    <a:cxn ang="0">
                      <a:pos x="131" y="308"/>
                    </a:cxn>
                    <a:cxn ang="0">
                      <a:pos x="93" y="311"/>
                    </a:cxn>
                    <a:cxn ang="0">
                      <a:pos x="22" y="310"/>
                    </a:cxn>
                    <a:cxn ang="0">
                      <a:pos x="23" y="262"/>
                    </a:cxn>
                    <a:cxn ang="0">
                      <a:pos x="2" y="204"/>
                    </a:cxn>
                    <a:cxn ang="0">
                      <a:pos x="9" y="204"/>
                    </a:cxn>
                    <a:cxn ang="0">
                      <a:pos x="3" y="176"/>
                    </a:cxn>
                    <a:cxn ang="0">
                      <a:pos x="8" y="145"/>
                    </a:cxn>
                    <a:cxn ang="0">
                      <a:pos x="32" y="132"/>
                    </a:cxn>
                    <a:cxn ang="0">
                      <a:pos x="114" y="95"/>
                    </a:cxn>
                    <a:cxn ang="0">
                      <a:pos x="119" y="76"/>
                    </a:cxn>
                    <a:cxn ang="0">
                      <a:pos x="131" y="71"/>
                    </a:cxn>
                    <a:cxn ang="0">
                      <a:pos x="150" y="50"/>
                    </a:cxn>
                    <a:cxn ang="0">
                      <a:pos x="187" y="58"/>
                    </a:cxn>
                    <a:cxn ang="0">
                      <a:pos x="203" y="56"/>
                    </a:cxn>
                    <a:cxn ang="0">
                      <a:pos x="211" y="30"/>
                    </a:cxn>
                    <a:cxn ang="0">
                      <a:pos x="244" y="17"/>
                    </a:cxn>
                    <a:cxn ang="0">
                      <a:pos x="276" y="19"/>
                    </a:cxn>
                    <a:cxn ang="0">
                      <a:pos x="297" y="23"/>
                    </a:cxn>
                    <a:cxn ang="0">
                      <a:pos x="281" y="54"/>
                    </a:cxn>
                    <a:cxn ang="0">
                      <a:pos x="295" y="68"/>
                    </a:cxn>
                    <a:cxn ang="0">
                      <a:pos x="341" y="90"/>
                    </a:cxn>
                    <a:cxn ang="0">
                      <a:pos x="359" y="15"/>
                    </a:cxn>
                    <a:cxn ang="0">
                      <a:pos x="381" y="28"/>
                    </a:cxn>
                    <a:cxn ang="0">
                      <a:pos x="400" y="50"/>
                    </a:cxn>
                    <a:cxn ang="0">
                      <a:pos x="419" y="104"/>
                    </a:cxn>
                    <a:cxn ang="0">
                      <a:pos x="457" y="146"/>
                    </a:cxn>
                    <a:cxn ang="0">
                      <a:pos x="497" y="185"/>
                    </a:cxn>
                  </a:cxnLst>
                  <a:rect l="0" t="0" r="r" b="b"/>
                  <a:pathLst>
                    <a:path w="508" h="383">
                      <a:moveTo>
                        <a:pt x="496" y="186"/>
                      </a:moveTo>
                      <a:cubicBezTo>
                        <a:pt x="503" y="195"/>
                        <a:pt x="508" y="219"/>
                        <a:pt x="508" y="232"/>
                      </a:cubicBezTo>
                      <a:cubicBezTo>
                        <a:pt x="508" y="242"/>
                        <a:pt x="505" y="256"/>
                        <a:pt x="501" y="260"/>
                      </a:cubicBezTo>
                      <a:cubicBezTo>
                        <a:pt x="501" y="272"/>
                        <a:pt x="501" y="272"/>
                        <a:pt x="501" y="272"/>
                      </a:cubicBezTo>
                      <a:cubicBezTo>
                        <a:pt x="499" y="276"/>
                        <a:pt x="500" y="277"/>
                        <a:pt x="498" y="281"/>
                      </a:cubicBezTo>
                      <a:cubicBezTo>
                        <a:pt x="490" y="293"/>
                        <a:pt x="482" y="298"/>
                        <a:pt x="478" y="312"/>
                      </a:cubicBezTo>
                      <a:cubicBezTo>
                        <a:pt x="474" y="322"/>
                        <a:pt x="465" y="336"/>
                        <a:pt x="465" y="352"/>
                      </a:cubicBezTo>
                      <a:cubicBezTo>
                        <a:pt x="465" y="351"/>
                        <a:pt x="465" y="351"/>
                        <a:pt x="465" y="351"/>
                      </a:cubicBezTo>
                      <a:cubicBezTo>
                        <a:pt x="460" y="371"/>
                        <a:pt x="424" y="362"/>
                        <a:pt x="420" y="383"/>
                      </a:cubicBezTo>
                      <a:cubicBezTo>
                        <a:pt x="417" y="382"/>
                        <a:pt x="399" y="372"/>
                        <a:pt x="398" y="370"/>
                      </a:cubicBezTo>
                      <a:cubicBezTo>
                        <a:pt x="388" y="371"/>
                        <a:pt x="392" y="379"/>
                        <a:pt x="381" y="379"/>
                      </a:cubicBezTo>
                      <a:cubicBezTo>
                        <a:pt x="363" y="379"/>
                        <a:pt x="335" y="368"/>
                        <a:pt x="335" y="350"/>
                      </a:cubicBezTo>
                      <a:cubicBezTo>
                        <a:pt x="335" y="343"/>
                        <a:pt x="329" y="338"/>
                        <a:pt x="329" y="332"/>
                      </a:cubicBezTo>
                      <a:cubicBezTo>
                        <a:pt x="329" y="332"/>
                        <a:pt x="329" y="330"/>
                        <a:pt x="329" y="330"/>
                      </a:cubicBezTo>
                      <a:cubicBezTo>
                        <a:pt x="325" y="332"/>
                        <a:pt x="323" y="332"/>
                        <a:pt x="320" y="333"/>
                      </a:cubicBezTo>
                      <a:cubicBezTo>
                        <a:pt x="314" y="333"/>
                        <a:pt x="314" y="333"/>
                        <a:pt x="314" y="333"/>
                      </a:cubicBezTo>
                      <a:cubicBezTo>
                        <a:pt x="316" y="330"/>
                        <a:pt x="318" y="328"/>
                        <a:pt x="318" y="323"/>
                      </a:cubicBezTo>
                      <a:cubicBezTo>
                        <a:pt x="318" y="318"/>
                        <a:pt x="315" y="316"/>
                        <a:pt x="313" y="315"/>
                      </a:cubicBezTo>
                      <a:cubicBezTo>
                        <a:pt x="313" y="316"/>
                        <a:pt x="312" y="318"/>
                        <a:pt x="312" y="319"/>
                      </a:cubicBezTo>
                      <a:cubicBezTo>
                        <a:pt x="308" y="321"/>
                        <a:pt x="308" y="329"/>
                        <a:pt x="301" y="329"/>
                      </a:cubicBezTo>
                      <a:cubicBezTo>
                        <a:pt x="299" y="329"/>
                        <a:pt x="297" y="326"/>
                        <a:pt x="297" y="324"/>
                      </a:cubicBezTo>
                      <a:cubicBezTo>
                        <a:pt x="308" y="322"/>
                        <a:pt x="310" y="299"/>
                        <a:pt x="310" y="292"/>
                      </a:cubicBezTo>
                      <a:cubicBezTo>
                        <a:pt x="302" y="300"/>
                        <a:pt x="291" y="323"/>
                        <a:pt x="281" y="323"/>
                      </a:cubicBezTo>
                      <a:cubicBezTo>
                        <a:pt x="276" y="323"/>
                        <a:pt x="278" y="315"/>
                        <a:pt x="278" y="315"/>
                      </a:cubicBezTo>
                      <a:cubicBezTo>
                        <a:pt x="275" y="315"/>
                        <a:pt x="265" y="294"/>
                        <a:pt x="262" y="289"/>
                      </a:cubicBezTo>
                      <a:cubicBezTo>
                        <a:pt x="254" y="280"/>
                        <a:pt x="228" y="276"/>
                        <a:pt x="214" y="276"/>
                      </a:cubicBezTo>
                      <a:cubicBezTo>
                        <a:pt x="198" y="276"/>
                        <a:pt x="195" y="283"/>
                        <a:pt x="185" y="286"/>
                      </a:cubicBezTo>
                      <a:cubicBezTo>
                        <a:pt x="163" y="293"/>
                        <a:pt x="135" y="285"/>
                        <a:pt x="131" y="308"/>
                      </a:cubicBezTo>
                      <a:cubicBezTo>
                        <a:pt x="122" y="309"/>
                        <a:pt x="115" y="311"/>
                        <a:pt x="105" y="311"/>
                      </a:cubicBezTo>
                      <a:cubicBezTo>
                        <a:pt x="98" y="307"/>
                        <a:pt x="98" y="311"/>
                        <a:pt x="93" y="311"/>
                      </a:cubicBezTo>
                      <a:cubicBezTo>
                        <a:pt x="77" y="311"/>
                        <a:pt x="71" y="326"/>
                        <a:pt x="51" y="326"/>
                      </a:cubicBezTo>
                      <a:cubicBezTo>
                        <a:pt x="43" y="326"/>
                        <a:pt x="22" y="316"/>
                        <a:pt x="22" y="310"/>
                      </a:cubicBezTo>
                      <a:cubicBezTo>
                        <a:pt x="22" y="303"/>
                        <a:pt x="32" y="300"/>
                        <a:pt x="32" y="290"/>
                      </a:cubicBezTo>
                      <a:cubicBezTo>
                        <a:pt x="32" y="277"/>
                        <a:pt x="26" y="270"/>
                        <a:pt x="23" y="262"/>
                      </a:cubicBezTo>
                      <a:cubicBezTo>
                        <a:pt x="18" y="243"/>
                        <a:pt x="17" y="237"/>
                        <a:pt x="11" y="220"/>
                      </a:cubicBezTo>
                      <a:cubicBezTo>
                        <a:pt x="9" y="213"/>
                        <a:pt x="0" y="211"/>
                        <a:pt x="2" y="204"/>
                      </a:cubicBezTo>
                      <a:cubicBezTo>
                        <a:pt x="3" y="202"/>
                        <a:pt x="3" y="201"/>
                        <a:pt x="5" y="198"/>
                      </a:cubicBezTo>
                      <a:cubicBezTo>
                        <a:pt x="6" y="201"/>
                        <a:pt x="7" y="203"/>
                        <a:pt x="9" y="204"/>
                      </a:cubicBezTo>
                      <a:cubicBezTo>
                        <a:pt x="10" y="202"/>
                        <a:pt x="9" y="201"/>
                        <a:pt x="9" y="198"/>
                      </a:cubicBezTo>
                      <a:cubicBezTo>
                        <a:pt x="9" y="192"/>
                        <a:pt x="3" y="187"/>
                        <a:pt x="3" y="176"/>
                      </a:cubicBezTo>
                      <a:cubicBezTo>
                        <a:pt x="3" y="162"/>
                        <a:pt x="3" y="161"/>
                        <a:pt x="3" y="150"/>
                      </a:cubicBezTo>
                      <a:cubicBezTo>
                        <a:pt x="3" y="146"/>
                        <a:pt x="7" y="146"/>
                        <a:pt x="8" y="145"/>
                      </a:cubicBezTo>
                      <a:cubicBezTo>
                        <a:pt x="9" y="146"/>
                        <a:pt x="9" y="148"/>
                        <a:pt x="9" y="149"/>
                      </a:cubicBezTo>
                      <a:cubicBezTo>
                        <a:pt x="17" y="148"/>
                        <a:pt x="27" y="137"/>
                        <a:pt x="32" y="132"/>
                      </a:cubicBezTo>
                      <a:cubicBezTo>
                        <a:pt x="37" y="127"/>
                        <a:pt x="53" y="126"/>
                        <a:pt x="62" y="125"/>
                      </a:cubicBezTo>
                      <a:cubicBezTo>
                        <a:pt x="78" y="122"/>
                        <a:pt x="114" y="110"/>
                        <a:pt x="114" y="95"/>
                      </a:cubicBezTo>
                      <a:cubicBezTo>
                        <a:pt x="114" y="92"/>
                        <a:pt x="114" y="90"/>
                        <a:pt x="114" y="87"/>
                      </a:cubicBezTo>
                      <a:cubicBezTo>
                        <a:pt x="114" y="83"/>
                        <a:pt x="115" y="79"/>
                        <a:pt x="119" y="76"/>
                      </a:cubicBezTo>
                      <a:cubicBezTo>
                        <a:pt x="122" y="80"/>
                        <a:pt x="124" y="82"/>
                        <a:pt x="126" y="85"/>
                      </a:cubicBezTo>
                      <a:cubicBezTo>
                        <a:pt x="131" y="82"/>
                        <a:pt x="129" y="75"/>
                        <a:pt x="131" y="71"/>
                      </a:cubicBezTo>
                      <a:cubicBezTo>
                        <a:pt x="134" y="72"/>
                        <a:pt x="137" y="74"/>
                        <a:pt x="140" y="74"/>
                      </a:cubicBezTo>
                      <a:cubicBezTo>
                        <a:pt x="140" y="62"/>
                        <a:pt x="149" y="60"/>
                        <a:pt x="150" y="50"/>
                      </a:cubicBezTo>
                      <a:cubicBezTo>
                        <a:pt x="162" y="50"/>
                        <a:pt x="164" y="41"/>
                        <a:pt x="173" y="41"/>
                      </a:cubicBezTo>
                      <a:cubicBezTo>
                        <a:pt x="181" y="41"/>
                        <a:pt x="186" y="50"/>
                        <a:pt x="187" y="58"/>
                      </a:cubicBezTo>
                      <a:cubicBezTo>
                        <a:pt x="189" y="55"/>
                        <a:pt x="192" y="53"/>
                        <a:pt x="196" y="53"/>
                      </a:cubicBezTo>
                      <a:cubicBezTo>
                        <a:pt x="198" y="53"/>
                        <a:pt x="202" y="56"/>
                        <a:pt x="203" y="56"/>
                      </a:cubicBezTo>
                      <a:cubicBezTo>
                        <a:pt x="205" y="52"/>
                        <a:pt x="204" y="49"/>
                        <a:pt x="204" y="45"/>
                      </a:cubicBezTo>
                      <a:cubicBezTo>
                        <a:pt x="204" y="39"/>
                        <a:pt x="211" y="36"/>
                        <a:pt x="211" y="30"/>
                      </a:cubicBezTo>
                      <a:cubicBezTo>
                        <a:pt x="211" y="24"/>
                        <a:pt x="228" y="20"/>
                        <a:pt x="236" y="20"/>
                      </a:cubicBezTo>
                      <a:cubicBezTo>
                        <a:pt x="239" y="20"/>
                        <a:pt x="243" y="17"/>
                        <a:pt x="244" y="17"/>
                      </a:cubicBezTo>
                      <a:cubicBezTo>
                        <a:pt x="241" y="13"/>
                        <a:pt x="237" y="11"/>
                        <a:pt x="236" y="7"/>
                      </a:cubicBezTo>
                      <a:cubicBezTo>
                        <a:pt x="251" y="13"/>
                        <a:pt x="260" y="19"/>
                        <a:pt x="276" y="19"/>
                      </a:cubicBezTo>
                      <a:cubicBezTo>
                        <a:pt x="281" y="19"/>
                        <a:pt x="283" y="15"/>
                        <a:pt x="288" y="15"/>
                      </a:cubicBezTo>
                      <a:cubicBezTo>
                        <a:pt x="291" y="15"/>
                        <a:pt x="297" y="20"/>
                        <a:pt x="297" y="23"/>
                      </a:cubicBezTo>
                      <a:cubicBezTo>
                        <a:pt x="297" y="29"/>
                        <a:pt x="290" y="30"/>
                        <a:pt x="287" y="32"/>
                      </a:cubicBezTo>
                      <a:cubicBezTo>
                        <a:pt x="281" y="54"/>
                        <a:pt x="281" y="54"/>
                        <a:pt x="281" y="54"/>
                      </a:cubicBezTo>
                      <a:cubicBezTo>
                        <a:pt x="281" y="58"/>
                        <a:pt x="288" y="57"/>
                        <a:pt x="290" y="59"/>
                      </a:cubicBezTo>
                      <a:cubicBezTo>
                        <a:pt x="293" y="60"/>
                        <a:pt x="293" y="67"/>
                        <a:pt x="295" y="68"/>
                      </a:cubicBezTo>
                      <a:cubicBezTo>
                        <a:pt x="306" y="72"/>
                        <a:pt x="313" y="74"/>
                        <a:pt x="324" y="79"/>
                      </a:cubicBezTo>
                      <a:cubicBezTo>
                        <a:pt x="330" y="81"/>
                        <a:pt x="333" y="90"/>
                        <a:pt x="341" y="90"/>
                      </a:cubicBezTo>
                      <a:cubicBezTo>
                        <a:pt x="355" y="90"/>
                        <a:pt x="357" y="64"/>
                        <a:pt x="359" y="54"/>
                      </a:cubicBezTo>
                      <a:cubicBezTo>
                        <a:pt x="359" y="15"/>
                        <a:pt x="359" y="15"/>
                        <a:pt x="359" y="15"/>
                      </a:cubicBezTo>
                      <a:cubicBezTo>
                        <a:pt x="366" y="9"/>
                        <a:pt x="364" y="4"/>
                        <a:pt x="372" y="0"/>
                      </a:cubicBezTo>
                      <a:cubicBezTo>
                        <a:pt x="373" y="11"/>
                        <a:pt x="379" y="19"/>
                        <a:pt x="381" y="28"/>
                      </a:cubicBezTo>
                      <a:cubicBezTo>
                        <a:pt x="383" y="34"/>
                        <a:pt x="381" y="42"/>
                        <a:pt x="386" y="45"/>
                      </a:cubicBezTo>
                      <a:cubicBezTo>
                        <a:pt x="390" y="47"/>
                        <a:pt x="399" y="49"/>
                        <a:pt x="400" y="50"/>
                      </a:cubicBezTo>
                      <a:cubicBezTo>
                        <a:pt x="406" y="54"/>
                        <a:pt x="406" y="68"/>
                        <a:pt x="408" y="75"/>
                      </a:cubicBezTo>
                      <a:cubicBezTo>
                        <a:pt x="412" y="87"/>
                        <a:pt x="415" y="93"/>
                        <a:pt x="419" y="104"/>
                      </a:cubicBezTo>
                      <a:cubicBezTo>
                        <a:pt x="422" y="114"/>
                        <a:pt x="441" y="118"/>
                        <a:pt x="449" y="126"/>
                      </a:cubicBezTo>
                      <a:cubicBezTo>
                        <a:pt x="454" y="131"/>
                        <a:pt x="455" y="139"/>
                        <a:pt x="457" y="146"/>
                      </a:cubicBezTo>
                      <a:cubicBezTo>
                        <a:pt x="459" y="151"/>
                        <a:pt x="466" y="151"/>
                        <a:pt x="471" y="151"/>
                      </a:cubicBezTo>
                      <a:cubicBezTo>
                        <a:pt x="471" y="169"/>
                        <a:pt x="488" y="176"/>
                        <a:pt x="497" y="185"/>
                      </a:cubicBezTo>
                      <a:lnTo>
                        <a:pt x="496" y="186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9" name="Freeform 19">
                  <a:extLst>
                    <a:ext uri="{FF2B5EF4-FFF2-40B4-BE49-F238E27FC236}">
                      <a16:creationId xmlns:a16="http://schemas.microsoft.com/office/drawing/2014/main" id="{44573FBE-D581-94D2-7D1A-042BD5F2E8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43738" y="3598863"/>
                  <a:ext cx="127000" cy="125413"/>
                </a:xfrm>
                <a:custGeom>
                  <a:avLst/>
                  <a:gdLst/>
                  <a:ahLst/>
                  <a:cxnLst>
                    <a:cxn ang="0">
                      <a:pos x="58" y="26"/>
                    </a:cxn>
                    <a:cxn ang="0">
                      <a:pos x="59" y="22"/>
                    </a:cxn>
                    <a:cxn ang="0">
                      <a:pos x="67" y="17"/>
                    </a:cxn>
                    <a:cxn ang="0">
                      <a:pos x="67" y="14"/>
                    </a:cxn>
                    <a:cxn ang="0">
                      <a:pos x="78" y="0"/>
                    </a:cxn>
                    <a:cxn ang="0">
                      <a:pos x="81" y="4"/>
                    </a:cxn>
                    <a:cxn ang="0">
                      <a:pos x="83" y="10"/>
                    </a:cxn>
                    <a:cxn ang="0">
                      <a:pos x="90" y="6"/>
                    </a:cxn>
                    <a:cxn ang="0">
                      <a:pos x="94" y="8"/>
                    </a:cxn>
                    <a:cxn ang="0">
                      <a:pos x="96" y="15"/>
                    </a:cxn>
                    <a:cxn ang="0">
                      <a:pos x="79" y="37"/>
                    </a:cxn>
                    <a:cxn ang="0">
                      <a:pos x="79" y="50"/>
                    </a:cxn>
                    <a:cxn ang="0">
                      <a:pos x="63" y="53"/>
                    </a:cxn>
                    <a:cxn ang="0">
                      <a:pos x="49" y="84"/>
                    </a:cxn>
                    <a:cxn ang="0">
                      <a:pos x="32" y="94"/>
                    </a:cxn>
                    <a:cxn ang="0">
                      <a:pos x="23" y="92"/>
                    </a:cxn>
                    <a:cxn ang="0">
                      <a:pos x="3" y="83"/>
                    </a:cxn>
                    <a:cxn ang="0">
                      <a:pos x="0" y="81"/>
                    </a:cxn>
                    <a:cxn ang="0">
                      <a:pos x="18" y="57"/>
                    </a:cxn>
                    <a:cxn ang="0">
                      <a:pos x="25" y="51"/>
                    </a:cxn>
                    <a:cxn ang="0">
                      <a:pos x="50" y="37"/>
                    </a:cxn>
                    <a:cxn ang="0">
                      <a:pos x="58" y="26"/>
                    </a:cxn>
                  </a:cxnLst>
                  <a:rect l="0" t="0" r="r" b="b"/>
                  <a:pathLst>
                    <a:path w="96" h="94">
                      <a:moveTo>
                        <a:pt x="58" y="26"/>
                      </a:moveTo>
                      <a:cubicBezTo>
                        <a:pt x="58" y="26"/>
                        <a:pt x="58" y="23"/>
                        <a:pt x="59" y="22"/>
                      </a:cubicBezTo>
                      <a:cubicBezTo>
                        <a:pt x="60" y="18"/>
                        <a:pt x="63" y="17"/>
                        <a:pt x="67" y="17"/>
                      </a:cubicBezTo>
                      <a:cubicBezTo>
                        <a:pt x="67" y="16"/>
                        <a:pt x="67" y="15"/>
                        <a:pt x="67" y="14"/>
                      </a:cubicBezTo>
                      <a:cubicBezTo>
                        <a:pt x="67" y="8"/>
                        <a:pt x="74" y="2"/>
                        <a:pt x="78" y="0"/>
                      </a:cubicBezTo>
                      <a:cubicBezTo>
                        <a:pt x="78" y="3"/>
                        <a:pt x="79" y="4"/>
                        <a:pt x="81" y="4"/>
                      </a:cubicBezTo>
                      <a:cubicBezTo>
                        <a:pt x="81" y="7"/>
                        <a:pt x="80" y="10"/>
                        <a:pt x="83" y="10"/>
                      </a:cubicBezTo>
                      <a:cubicBezTo>
                        <a:pt x="86" y="10"/>
                        <a:pt x="88" y="7"/>
                        <a:pt x="90" y="6"/>
                      </a:cubicBezTo>
                      <a:cubicBezTo>
                        <a:pt x="91" y="8"/>
                        <a:pt x="92" y="8"/>
                        <a:pt x="94" y="8"/>
                      </a:cubicBezTo>
                      <a:cubicBezTo>
                        <a:pt x="94" y="12"/>
                        <a:pt x="94" y="14"/>
                        <a:pt x="96" y="15"/>
                      </a:cubicBezTo>
                      <a:cubicBezTo>
                        <a:pt x="95" y="21"/>
                        <a:pt x="86" y="37"/>
                        <a:pt x="79" y="37"/>
                      </a:cubicBezTo>
                      <a:cubicBezTo>
                        <a:pt x="78" y="43"/>
                        <a:pt x="80" y="45"/>
                        <a:pt x="79" y="50"/>
                      </a:cubicBezTo>
                      <a:cubicBezTo>
                        <a:pt x="77" y="50"/>
                        <a:pt x="66" y="53"/>
                        <a:pt x="63" y="53"/>
                      </a:cubicBezTo>
                      <a:cubicBezTo>
                        <a:pt x="61" y="58"/>
                        <a:pt x="49" y="84"/>
                        <a:pt x="49" y="84"/>
                      </a:cubicBezTo>
                      <a:cubicBezTo>
                        <a:pt x="45" y="88"/>
                        <a:pt x="37" y="94"/>
                        <a:pt x="32" y="94"/>
                      </a:cubicBezTo>
                      <a:cubicBezTo>
                        <a:pt x="30" y="94"/>
                        <a:pt x="25" y="92"/>
                        <a:pt x="23" y="92"/>
                      </a:cubicBezTo>
                      <a:cubicBezTo>
                        <a:pt x="20" y="92"/>
                        <a:pt x="3" y="85"/>
                        <a:pt x="3" y="83"/>
                      </a:cubicBezTo>
                      <a:cubicBezTo>
                        <a:pt x="2" y="83"/>
                        <a:pt x="0" y="82"/>
                        <a:pt x="0" y="81"/>
                      </a:cubicBezTo>
                      <a:cubicBezTo>
                        <a:pt x="0" y="70"/>
                        <a:pt x="14" y="64"/>
                        <a:pt x="18" y="57"/>
                      </a:cubicBezTo>
                      <a:cubicBezTo>
                        <a:pt x="20" y="54"/>
                        <a:pt x="22" y="51"/>
                        <a:pt x="25" y="51"/>
                      </a:cubicBezTo>
                      <a:cubicBezTo>
                        <a:pt x="36" y="51"/>
                        <a:pt x="42" y="40"/>
                        <a:pt x="50" y="37"/>
                      </a:cubicBezTo>
                      <a:cubicBezTo>
                        <a:pt x="52" y="36"/>
                        <a:pt x="58" y="26"/>
                        <a:pt x="58" y="2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0" name="Freeform 20">
                  <a:extLst>
                    <a:ext uri="{FF2B5EF4-FFF2-40B4-BE49-F238E27FC236}">
                      <a16:creationId xmlns:a16="http://schemas.microsoft.com/office/drawing/2014/main" id="{0B38244D-3B00-D3ED-2FA3-1067EBE379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8513" y="3476625"/>
                  <a:ext cx="93663" cy="139700"/>
                </a:xfrm>
                <a:custGeom>
                  <a:avLst/>
                  <a:gdLst/>
                  <a:ahLst/>
                  <a:cxnLst>
                    <a:cxn ang="0">
                      <a:pos x="22" y="40"/>
                    </a:cxn>
                    <a:cxn ang="0">
                      <a:pos x="17" y="31"/>
                    </a:cxn>
                    <a:cxn ang="0">
                      <a:pos x="19" y="27"/>
                    </a:cxn>
                    <a:cxn ang="0">
                      <a:pos x="0" y="0"/>
                    </a:cxn>
                    <a:cxn ang="0">
                      <a:pos x="16" y="12"/>
                    </a:cxn>
                    <a:cxn ang="0">
                      <a:pos x="22" y="19"/>
                    </a:cxn>
                    <a:cxn ang="0">
                      <a:pos x="20" y="22"/>
                    </a:cxn>
                    <a:cxn ang="0">
                      <a:pos x="27" y="37"/>
                    </a:cxn>
                    <a:cxn ang="0">
                      <a:pos x="30" y="37"/>
                    </a:cxn>
                    <a:cxn ang="0">
                      <a:pos x="34" y="32"/>
                    </a:cxn>
                    <a:cxn ang="0">
                      <a:pos x="37" y="32"/>
                    </a:cxn>
                    <a:cxn ang="0">
                      <a:pos x="53" y="50"/>
                    </a:cxn>
                    <a:cxn ang="0">
                      <a:pos x="68" y="46"/>
                    </a:cxn>
                    <a:cxn ang="0">
                      <a:pos x="71" y="48"/>
                    </a:cxn>
                    <a:cxn ang="0">
                      <a:pos x="63" y="71"/>
                    </a:cxn>
                    <a:cxn ang="0">
                      <a:pos x="61" y="68"/>
                    </a:cxn>
                    <a:cxn ang="0">
                      <a:pos x="60" y="70"/>
                    </a:cxn>
                    <a:cxn ang="0">
                      <a:pos x="51" y="75"/>
                    </a:cxn>
                    <a:cxn ang="0">
                      <a:pos x="52" y="80"/>
                    </a:cxn>
                    <a:cxn ang="0">
                      <a:pos x="46" y="89"/>
                    </a:cxn>
                    <a:cxn ang="0">
                      <a:pos x="30" y="104"/>
                    </a:cxn>
                    <a:cxn ang="0">
                      <a:pos x="23" y="98"/>
                    </a:cxn>
                    <a:cxn ang="0">
                      <a:pos x="29" y="86"/>
                    </a:cxn>
                    <a:cxn ang="0">
                      <a:pos x="12" y="72"/>
                    </a:cxn>
                    <a:cxn ang="0">
                      <a:pos x="19" y="65"/>
                    </a:cxn>
                    <a:cxn ang="0">
                      <a:pos x="24" y="48"/>
                    </a:cxn>
                    <a:cxn ang="0">
                      <a:pos x="22" y="38"/>
                    </a:cxn>
                    <a:cxn ang="0">
                      <a:pos x="22" y="38"/>
                    </a:cxn>
                    <a:cxn ang="0">
                      <a:pos x="22" y="40"/>
                    </a:cxn>
                  </a:cxnLst>
                  <a:rect l="0" t="0" r="r" b="b"/>
                  <a:pathLst>
                    <a:path w="71" h="104">
                      <a:moveTo>
                        <a:pt x="22" y="40"/>
                      </a:moveTo>
                      <a:cubicBezTo>
                        <a:pt x="21" y="36"/>
                        <a:pt x="17" y="35"/>
                        <a:pt x="17" y="31"/>
                      </a:cubicBezTo>
                      <a:cubicBezTo>
                        <a:pt x="17" y="30"/>
                        <a:pt x="18" y="28"/>
                        <a:pt x="19" y="27"/>
                      </a:cubicBezTo>
                      <a:cubicBezTo>
                        <a:pt x="8" y="25"/>
                        <a:pt x="2" y="11"/>
                        <a:pt x="0" y="0"/>
                      </a:cubicBezTo>
                      <a:cubicBezTo>
                        <a:pt x="4" y="7"/>
                        <a:pt x="12" y="8"/>
                        <a:pt x="16" y="12"/>
                      </a:cubicBezTo>
                      <a:cubicBezTo>
                        <a:pt x="19" y="15"/>
                        <a:pt x="19" y="18"/>
                        <a:pt x="22" y="19"/>
                      </a:cubicBezTo>
                      <a:cubicBezTo>
                        <a:pt x="21" y="21"/>
                        <a:pt x="20" y="21"/>
                        <a:pt x="20" y="22"/>
                      </a:cubicBezTo>
                      <a:cubicBezTo>
                        <a:pt x="20" y="25"/>
                        <a:pt x="25" y="34"/>
                        <a:pt x="27" y="37"/>
                      </a:cubicBezTo>
                      <a:cubicBezTo>
                        <a:pt x="30" y="37"/>
                        <a:pt x="30" y="37"/>
                        <a:pt x="30" y="37"/>
                      </a:cubicBezTo>
                      <a:cubicBezTo>
                        <a:pt x="30" y="34"/>
                        <a:pt x="32" y="32"/>
                        <a:pt x="34" y="32"/>
                      </a:cubicBezTo>
                      <a:cubicBezTo>
                        <a:pt x="35" y="32"/>
                        <a:pt x="36" y="32"/>
                        <a:pt x="37" y="32"/>
                      </a:cubicBezTo>
                      <a:cubicBezTo>
                        <a:pt x="37" y="44"/>
                        <a:pt x="42" y="50"/>
                        <a:pt x="53" y="50"/>
                      </a:cubicBezTo>
                      <a:cubicBezTo>
                        <a:pt x="61" y="50"/>
                        <a:pt x="61" y="46"/>
                        <a:pt x="68" y="46"/>
                      </a:cubicBezTo>
                      <a:cubicBezTo>
                        <a:pt x="69" y="46"/>
                        <a:pt x="71" y="47"/>
                        <a:pt x="71" y="48"/>
                      </a:cubicBezTo>
                      <a:cubicBezTo>
                        <a:pt x="65" y="55"/>
                        <a:pt x="67" y="64"/>
                        <a:pt x="63" y="71"/>
                      </a:cubicBezTo>
                      <a:cubicBezTo>
                        <a:pt x="61" y="68"/>
                        <a:pt x="61" y="68"/>
                        <a:pt x="61" y="68"/>
                      </a:cubicBezTo>
                      <a:cubicBezTo>
                        <a:pt x="60" y="68"/>
                        <a:pt x="60" y="70"/>
                        <a:pt x="60" y="70"/>
                      </a:cubicBezTo>
                      <a:cubicBezTo>
                        <a:pt x="55" y="71"/>
                        <a:pt x="51" y="72"/>
                        <a:pt x="51" y="75"/>
                      </a:cubicBezTo>
                      <a:cubicBezTo>
                        <a:pt x="51" y="77"/>
                        <a:pt x="52" y="78"/>
                        <a:pt x="52" y="80"/>
                      </a:cubicBezTo>
                      <a:cubicBezTo>
                        <a:pt x="52" y="83"/>
                        <a:pt x="47" y="87"/>
                        <a:pt x="46" y="89"/>
                      </a:cubicBezTo>
                      <a:cubicBezTo>
                        <a:pt x="42" y="95"/>
                        <a:pt x="39" y="104"/>
                        <a:pt x="30" y="104"/>
                      </a:cubicBezTo>
                      <a:cubicBezTo>
                        <a:pt x="26" y="104"/>
                        <a:pt x="23" y="102"/>
                        <a:pt x="23" y="98"/>
                      </a:cubicBezTo>
                      <a:cubicBezTo>
                        <a:pt x="23" y="93"/>
                        <a:pt x="29" y="91"/>
                        <a:pt x="29" y="86"/>
                      </a:cubicBezTo>
                      <a:cubicBezTo>
                        <a:pt x="29" y="77"/>
                        <a:pt x="12" y="80"/>
                        <a:pt x="12" y="72"/>
                      </a:cubicBezTo>
                      <a:cubicBezTo>
                        <a:pt x="12" y="68"/>
                        <a:pt x="16" y="67"/>
                        <a:pt x="19" y="65"/>
                      </a:cubicBezTo>
                      <a:cubicBezTo>
                        <a:pt x="23" y="61"/>
                        <a:pt x="24" y="55"/>
                        <a:pt x="24" y="48"/>
                      </a:cubicBezTo>
                      <a:cubicBezTo>
                        <a:pt x="24" y="44"/>
                        <a:pt x="22" y="40"/>
                        <a:pt x="22" y="38"/>
                      </a:cubicBezTo>
                      <a:cubicBezTo>
                        <a:pt x="22" y="38"/>
                        <a:pt x="22" y="38"/>
                        <a:pt x="22" y="38"/>
                      </a:cubicBezTo>
                      <a:lnTo>
                        <a:pt x="22" y="4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1" name="Freeform 116">
                  <a:extLst>
                    <a:ext uri="{FF2B5EF4-FFF2-40B4-BE49-F238E27FC236}">
                      <a16:creationId xmlns:a16="http://schemas.microsoft.com/office/drawing/2014/main" id="{BC041302-9F75-4497-D3AE-A1A6A176E5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56413" y="3582988"/>
                  <a:ext cx="6350" cy="9525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4" y="7"/>
                    </a:cxn>
                    <a:cxn ang="0">
                      <a:pos x="0" y="0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5" h="7">
                      <a:moveTo>
                        <a:pt x="5" y="0"/>
                      </a:moveTo>
                      <a:cubicBezTo>
                        <a:pt x="5" y="4"/>
                        <a:pt x="4" y="5"/>
                        <a:pt x="4" y="7"/>
                      </a:cubicBezTo>
                      <a:cubicBezTo>
                        <a:pt x="0" y="6"/>
                        <a:pt x="0" y="3"/>
                        <a:pt x="0" y="0"/>
                      </a:cubicBezTo>
                      <a:cubicBezTo>
                        <a:pt x="2" y="0"/>
                        <a:pt x="4" y="0"/>
                        <a:pt x="5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2" name="Freeform 117">
                  <a:extLst>
                    <a:ext uri="{FF2B5EF4-FFF2-40B4-BE49-F238E27FC236}">
                      <a16:creationId xmlns:a16="http://schemas.microsoft.com/office/drawing/2014/main" id="{772DA282-2311-C06F-814C-7754943B02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64325" y="3500438"/>
                  <a:ext cx="22225" cy="11113"/>
                </a:xfrm>
                <a:custGeom>
                  <a:avLst/>
                  <a:gdLst/>
                  <a:ahLst/>
                  <a:cxnLst>
                    <a:cxn ang="0">
                      <a:pos x="16" y="4"/>
                    </a:cxn>
                    <a:cxn ang="0">
                      <a:pos x="0" y="4"/>
                    </a:cxn>
                    <a:cxn ang="0">
                      <a:pos x="16" y="4"/>
                    </a:cxn>
                  </a:cxnLst>
                  <a:rect l="0" t="0" r="r" b="b"/>
                  <a:pathLst>
                    <a:path w="16" h="8">
                      <a:moveTo>
                        <a:pt x="16" y="4"/>
                      </a:moveTo>
                      <a:cubicBezTo>
                        <a:pt x="11" y="7"/>
                        <a:pt x="4" y="8"/>
                        <a:pt x="0" y="4"/>
                      </a:cubicBezTo>
                      <a:cubicBezTo>
                        <a:pt x="9" y="0"/>
                        <a:pt x="10" y="0"/>
                        <a:pt x="16" y="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3" name="Freeform 118">
                  <a:extLst>
                    <a:ext uri="{FF2B5EF4-FFF2-40B4-BE49-F238E27FC236}">
                      <a16:creationId xmlns:a16="http://schemas.microsoft.com/office/drawing/2014/main" id="{4D1BED11-6547-5117-5C31-D2247C418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56375" y="3065463"/>
                  <a:ext cx="22225" cy="9525"/>
                </a:xfrm>
                <a:custGeom>
                  <a:avLst/>
                  <a:gdLst/>
                  <a:ahLst/>
                  <a:cxnLst>
                    <a:cxn ang="0">
                      <a:pos x="17" y="1"/>
                    </a:cxn>
                    <a:cxn ang="0">
                      <a:pos x="17" y="7"/>
                    </a:cxn>
                    <a:cxn ang="0">
                      <a:pos x="13" y="7"/>
                    </a:cxn>
                    <a:cxn ang="0">
                      <a:pos x="0" y="3"/>
                    </a:cxn>
                    <a:cxn ang="0">
                      <a:pos x="17" y="1"/>
                    </a:cxn>
                  </a:cxnLst>
                  <a:rect l="0" t="0" r="r" b="b"/>
                  <a:pathLst>
                    <a:path w="17" h="7">
                      <a:moveTo>
                        <a:pt x="17" y="1"/>
                      </a:moveTo>
                      <a:cubicBezTo>
                        <a:pt x="17" y="7"/>
                        <a:pt x="17" y="7"/>
                        <a:pt x="17" y="7"/>
                      </a:cubicBezTo>
                      <a:cubicBezTo>
                        <a:pt x="16" y="7"/>
                        <a:pt x="14" y="7"/>
                        <a:pt x="13" y="7"/>
                      </a:cubicBezTo>
                      <a:cubicBezTo>
                        <a:pt x="8" y="7"/>
                        <a:pt x="2" y="5"/>
                        <a:pt x="0" y="3"/>
                      </a:cubicBezTo>
                      <a:cubicBezTo>
                        <a:pt x="8" y="1"/>
                        <a:pt x="11" y="0"/>
                        <a:pt x="17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231" name="Group 383">
              <a:extLst>
                <a:ext uri="{FF2B5EF4-FFF2-40B4-BE49-F238E27FC236}">
                  <a16:creationId xmlns:a16="http://schemas.microsoft.com/office/drawing/2014/main" id="{039494F3-7813-C7E1-729B-BEC177048A29}"/>
                </a:ext>
              </a:extLst>
            </p:cNvPr>
            <p:cNvGrpSpPr/>
            <p:nvPr/>
          </p:nvGrpSpPr>
          <p:grpSpPr>
            <a:xfrm>
              <a:off x="4729992" y="983323"/>
              <a:ext cx="3220893" cy="2276530"/>
              <a:chOff x="4713288" y="1038225"/>
              <a:chExt cx="2847975" cy="2012950"/>
            </a:xfrm>
            <a:grpFill/>
          </p:grpSpPr>
          <p:sp>
            <p:nvSpPr>
              <p:cNvPr id="269" name="Freeform 101">
                <a:extLst>
                  <a:ext uri="{FF2B5EF4-FFF2-40B4-BE49-F238E27FC236}">
                    <a16:creationId xmlns:a16="http://schemas.microsoft.com/office/drawing/2014/main" id="{33E5C284-C559-19DE-78A6-4C1D3965B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8063" y="2127250"/>
                <a:ext cx="622300" cy="538163"/>
              </a:xfrm>
              <a:custGeom>
                <a:avLst/>
                <a:gdLst/>
                <a:ahLst/>
                <a:cxnLst>
                  <a:cxn ang="0">
                    <a:pos x="102" y="154"/>
                  </a:cxn>
                  <a:cxn ang="0">
                    <a:pos x="113" y="126"/>
                  </a:cxn>
                  <a:cxn ang="0">
                    <a:pos x="122" y="86"/>
                  </a:cxn>
                  <a:cxn ang="0">
                    <a:pos x="125" y="77"/>
                  </a:cxn>
                  <a:cxn ang="0">
                    <a:pos x="108" y="77"/>
                  </a:cxn>
                  <a:cxn ang="0">
                    <a:pos x="64" y="77"/>
                  </a:cxn>
                  <a:cxn ang="0">
                    <a:pos x="27" y="79"/>
                  </a:cxn>
                  <a:cxn ang="0">
                    <a:pos x="26" y="77"/>
                  </a:cxn>
                  <a:cxn ang="0">
                    <a:pos x="0" y="55"/>
                  </a:cxn>
                  <a:cxn ang="0">
                    <a:pos x="9" y="37"/>
                  </a:cxn>
                  <a:cxn ang="0">
                    <a:pos x="41" y="20"/>
                  </a:cxn>
                  <a:cxn ang="0">
                    <a:pos x="48" y="13"/>
                  </a:cxn>
                  <a:cxn ang="0">
                    <a:pos x="80" y="4"/>
                  </a:cxn>
                  <a:cxn ang="0">
                    <a:pos x="127" y="7"/>
                  </a:cxn>
                  <a:cxn ang="0">
                    <a:pos x="174" y="15"/>
                  </a:cxn>
                  <a:cxn ang="0">
                    <a:pos x="223" y="21"/>
                  </a:cxn>
                  <a:cxn ang="0">
                    <a:pos x="256" y="44"/>
                  </a:cxn>
                  <a:cxn ang="0">
                    <a:pos x="278" y="33"/>
                  </a:cxn>
                  <a:cxn ang="0">
                    <a:pos x="281" y="43"/>
                  </a:cxn>
                  <a:cxn ang="0">
                    <a:pos x="289" y="65"/>
                  </a:cxn>
                  <a:cxn ang="0">
                    <a:pos x="309" y="76"/>
                  </a:cxn>
                  <a:cxn ang="0">
                    <a:pos x="350" y="76"/>
                  </a:cxn>
                  <a:cxn ang="0">
                    <a:pos x="359" y="63"/>
                  </a:cxn>
                  <a:cxn ang="0">
                    <a:pos x="387" y="51"/>
                  </a:cxn>
                  <a:cxn ang="0">
                    <a:pos x="439" y="74"/>
                  </a:cxn>
                  <a:cxn ang="0">
                    <a:pos x="445" y="96"/>
                  </a:cxn>
                  <a:cxn ang="0">
                    <a:pos x="435" y="119"/>
                  </a:cxn>
                  <a:cxn ang="0">
                    <a:pos x="436" y="138"/>
                  </a:cxn>
                  <a:cxn ang="0">
                    <a:pos x="449" y="156"/>
                  </a:cxn>
                  <a:cxn ang="0">
                    <a:pos x="445" y="179"/>
                  </a:cxn>
                  <a:cxn ang="0">
                    <a:pos x="448" y="232"/>
                  </a:cxn>
                  <a:cxn ang="0">
                    <a:pos x="448" y="240"/>
                  </a:cxn>
                  <a:cxn ang="0">
                    <a:pos x="393" y="231"/>
                  </a:cxn>
                  <a:cxn ang="0">
                    <a:pos x="370" y="220"/>
                  </a:cxn>
                  <a:cxn ang="0">
                    <a:pos x="333" y="207"/>
                  </a:cxn>
                  <a:cxn ang="0">
                    <a:pos x="313" y="192"/>
                  </a:cxn>
                  <a:cxn ang="0">
                    <a:pos x="278" y="183"/>
                  </a:cxn>
                  <a:cxn ang="0">
                    <a:pos x="304" y="224"/>
                  </a:cxn>
                  <a:cxn ang="0">
                    <a:pos x="315" y="227"/>
                  </a:cxn>
                  <a:cxn ang="0">
                    <a:pos x="313" y="246"/>
                  </a:cxn>
                  <a:cxn ang="0">
                    <a:pos x="379" y="225"/>
                  </a:cxn>
                  <a:cxn ang="0">
                    <a:pos x="406" y="260"/>
                  </a:cxn>
                  <a:cxn ang="0">
                    <a:pos x="414" y="270"/>
                  </a:cxn>
                  <a:cxn ang="0">
                    <a:pos x="410" y="302"/>
                  </a:cxn>
                  <a:cxn ang="0">
                    <a:pos x="390" y="321"/>
                  </a:cxn>
                  <a:cxn ang="0">
                    <a:pos x="365" y="347"/>
                  </a:cxn>
                  <a:cxn ang="0">
                    <a:pos x="328" y="368"/>
                  </a:cxn>
                  <a:cxn ang="0">
                    <a:pos x="265" y="395"/>
                  </a:cxn>
                  <a:cxn ang="0">
                    <a:pos x="234" y="404"/>
                  </a:cxn>
                  <a:cxn ang="0">
                    <a:pos x="217" y="399"/>
                  </a:cxn>
                  <a:cxn ang="0">
                    <a:pos x="209" y="372"/>
                  </a:cxn>
                  <a:cxn ang="0">
                    <a:pos x="198" y="340"/>
                  </a:cxn>
                  <a:cxn ang="0">
                    <a:pos x="162" y="280"/>
                  </a:cxn>
                  <a:cxn ang="0">
                    <a:pos x="154" y="259"/>
                  </a:cxn>
                  <a:cxn ang="0">
                    <a:pos x="140" y="251"/>
                  </a:cxn>
                  <a:cxn ang="0">
                    <a:pos x="131" y="229"/>
                  </a:cxn>
                  <a:cxn ang="0">
                    <a:pos x="109" y="196"/>
                  </a:cxn>
                  <a:cxn ang="0">
                    <a:pos x="112" y="177"/>
                  </a:cxn>
                </a:cxnLst>
                <a:rect l="0" t="0" r="r" b="b"/>
                <a:pathLst>
                  <a:path w="467" h="405">
                    <a:moveTo>
                      <a:pt x="112" y="177"/>
                    </a:moveTo>
                    <a:cubicBezTo>
                      <a:pt x="102" y="154"/>
                      <a:pt x="102" y="154"/>
                      <a:pt x="102" y="154"/>
                    </a:cubicBezTo>
                    <a:cubicBezTo>
                      <a:pt x="102" y="151"/>
                      <a:pt x="105" y="151"/>
                      <a:pt x="106" y="149"/>
                    </a:cubicBezTo>
                    <a:cubicBezTo>
                      <a:pt x="109" y="139"/>
                      <a:pt x="110" y="134"/>
                      <a:pt x="113" y="126"/>
                    </a:cubicBezTo>
                    <a:cubicBezTo>
                      <a:pt x="115" y="117"/>
                      <a:pt x="124" y="115"/>
                      <a:pt x="124" y="104"/>
                    </a:cubicBezTo>
                    <a:cubicBezTo>
                      <a:pt x="124" y="97"/>
                      <a:pt x="122" y="91"/>
                      <a:pt x="122" y="86"/>
                    </a:cubicBezTo>
                    <a:cubicBezTo>
                      <a:pt x="122" y="83"/>
                      <a:pt x="124" y="82"/>
                      <a:pt x="125" y="81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1" y="78"/>
                      <a:pt x="120" y="81"/>
                      <a:pt x="117" y="81"/>
                    </a:cubicBezTo>
                    <a:cubicBezTo>
                      <a:pt x="112" y="81"/>
                      <a:pt x="110" y="79"/>
                      <a:pt x="108" y="77"/>
                    </a:cubicBezTo>
                    <a:cubicBezTo>
                      <a:pt x="101" y="82"/>
                      <a:pt x="98" y="88"/>
                      <a:pt x="86" y="88"/>
                    </a:cubicBezTo>
                    <a:cubicBezTo>
                      <a:pt x="76" y="88"/>
                      <a:pt x="73" y="77"/>
                      <a:pt x="64" y="77"/>
                    </a:cubicBezTo>
                    <a:cubicBezTo>
                      <a:pt x="54" y="77"/>
                      <a:pt x="56" y="87"/>
                      <a:pt x="48" y="87"/>
                    </a:cubicBezTo>
                    <a:cubicBezTo>
                      <a:pt x="40" y="87"/>
                      <a:pt x="35" y="75"/>
                      <a:pt x="27" y="79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4" y="79"/>
                      <a:pt x="25" y="78"/>
                      <a:pt x="26" y="77"/>
                    </a:cubicBezTo>
                    <a:cubicBezTo>
                      <a:pt x="23" y="74"/>
                      <a:pt x="10" y="67"/>
                      <a:pt x="15" y="63"/>
                    </a:cubicBezTo>
                    <a:cubicBezTo>
                      <a:pt x="11" y="57"/>
                      <a:pt x="6" y="58"/>
                      <a:pt x="0" y="55"/>
                    </a:cubicBezTo>
                    <a:cubicBezTo>
                      <a:pt x="4" y="50"/>
                      <a:pt x="9" y="51"/>
                      <a:pt x="9" y="43"/>
                    </a:cubicBezTo>
                    <a:cubicBezTo>
                      <a:pt x="9" y="40"/>
                      <a:pt x="8" y="40"/>
                      <a:pt x="9" y="37"/>
                    </a:cubicBezTo>
                    <a:cubicBezTo>
                      <a:pt x="6" y="37"/>
                      <a:pt x="1" y="38"/>
                      <a:pt x="1" y="35"/>
                    </a:cubicBezTo>
                    <a:cubicBezTo>
                      <a:pt x="1" y="22"/>
                      <a:pt x="33" y="24"/>
                      <a:pt x="41" y="20"/>
                    </a:cubicBezTo>
                    <a:cubicBezTo>
                      <a:pt x="40" y="17"/>
                      <a:pt x="38" y="18"/>
                      <a:pt x="38" y="15"/>
                    </a:cubicBezTo>
                    <a:cubicBezTo>
                      <a:pt x="38" y="11"/>
                      <a:pt x="46" y="13"/>
                      <a:pt x="48" y="13"/>
                    </a:cubicBezTo>
                    <a:cubicBezTo>
                      <a:pt x="53" y="13"/>
                      <a:pt x="62" y="13"/>
                      <a:pt x="62" y="13"/>
                    </a:cubicBezTo>
                    <a:cubicBezTo>
                      <a:pt x="67" y="13"/>
                      <a:pt x="75" y="7"/>
                      <a:pt x="80" y="4"/>
                    </a:cubicBezTo>
                    <a:cubicBezTo>
                      <a:pt x="86" y="0"/>
                      <a:pt x="98" y="0"/>
                      <a:pt x="106" y="0"/>
                    </a:cubicBezTo>
                    <a:cubicBezTo>
                      <a:pt x="117" y="0"/>
                      <a:pt x="117" y="7"/>
                      <a:pt x="127" y="7"/>
                    </a:cubicBezTo>
                    <a:cubicBezTo>
                      <a:pt x="127" y="12"/>
                      <a:pt x="144" y="15"/>
                      <a:pt x="149" y="15"/>
                    </a:cubicBezTo>
                    <a:cubicBezTo>
                      <a:pt x="162" y="15"/>
                      <a:pt x="170" y="15"/>
                      <a:pt x="174" y="15"/>
                    </a:cubicBezTo>
                    <a:cubicBezTo>
                      <a:pt x="186" y="15"/>
                      <a:pt x="192" y="3"/>
                      <a:pt x="205" y="3"/>
                    </a:cubicBezTo>
                    <a:cubicBezTo>
                      <a:pt x="219" y="3"/>
                      <a:pt x="218" y="12"/>
                      <a:pt x="223" y="21"/>
                    </a:cubicBezTo>
                    <a:cubicBezTo>
                      <a:pt x="224" y="23"/>
                      <a:pt x="233" y="28"/>
                      <a:pt x="233" y="28"/>
                    </a:cubicBezTo>
                    <a:cubicBezTo>
                      <a:pt x="241" y="31"/>
                      <a:pt x="243" y="44"/>
                      <a:pt x="256" y="44"/>
                    </a:cubicBezTo>
                    <a:cubicBezTo>
                      <a:pt x="265" y="44"/>
                      <a:pt x="265" y="36"/>
                      <a:pt x="271" y="34"/>
                    </a:cubicBezTo>
                    <a:cubicBezTo>
                      <a:pt x="275" y="33"/>
                      <a:pt x="274" y="33"/>
                      <a:pt x="278" y="33"/>
                    </a:cubicBezTo>
                    <a:cubicBezTo>
                      <a:pt x="279" y="35"/>
                      <a:pt x="279" y="39"/>
                      <a:pt x="281" y="41"/>
                    </a:cubicBezTo>
                    <a:cubicBezTo>
                      <a:pt x="280" y="41"/>
                      <a:pt x="281" y="42"/>
                      <a:pt x="281" y="43"/>
                    </a:cubicBezTo>
                    <a:cubicBezTo>
                      <a:pt x="281" y="48"/>
                      <a:pt x="284" y="47"/>
                      <a:pt x="286" y="51"/>
                    </a:cubicBezTo>
                    <a:cubicBezTo>
                      <a:pt x="290" y="56"/>
                      <a:pt x="286" y="59"/>
                      <a:pt x="289" y="65"/>
                    </a:cubicBezTo>
                    <a:cubicBezTo>
                      <a:pt x="291" y="70"/>
                      <a:pt x="297" y="67"/>
                      <a:pt x="301" y="68"/>
                    </a:cubicBezTo>
                    <a:cubicBezTo>
                      <a:pt x="305" y="69"/>
                      <a:pt x="306" y="73"/>
                      <a:pt x="309" y="76"/>
                    </a:cubicBezTo>
                    <a:cubicBezTo>
                      <a:pt x="312" y="79"/>
                      <a:pt x="323" y="78"/>
                      <a:pt x="329" y="78"/>
                    </a:cubicBezTo>
                    <a:cubicBezTo>
                      <a:pt x="337" y="78"/>
                      <a:pt x="345" y="77"/>
                      <a:pt x="350" y="76"/>
                    </a:cubicBezTo>
                    <a:cubicBezTo>
                      <a:pt x="350" y="72"/>
                      <a:pt x="350" y="71"/>
                      <a:pt x="350" y="68"/>
                    </a:cubicBezTo>
                    <a:cubicBezTo>
                      <a:pt x="350" y="64"/>
                      <a:pt x="355" y="64"/>
                      <a:pt x="359" y="63"/>
                    </a:cubicBezTo>
                    <a:cubicBezTo>
                      <a:pt x="364" y="61"/>
                      <a:pt x="363" y="59"/>
                      <a:pt x="368" y="57"/>
                    </a:cubicBezTo>
                    <a:cubicBezTo>
                      <a:pt x="376" y="54"/>
                      <a:pt x="381" y="56"/>
                      <a:pt x="387" y="51"/>
                    </a:cubicBezTo>
                    <a:cubicBezTo>
                      <a:pt x="397" y="57"/>
                      <a:pt x="403" y="57"/>
                      <a:pt x="412" y="60"/>
                    </a:cubicBezTo>
                    <a:cubicBezTo>
                      <a:pt x="423" y="64"/>
                      <a:pt x="426" y="74"/>
                      <a:pt x="439" y="74"/>
                    </a:cubicBezTo>
                    <a:cubicBezTo>
                      <a:pt x="439" y="76"/>
                      <a:pt x="442" y="77"/>
                      <a:pt x="443" y="79"/>
                    </a:cubicBezTo>
                    <a:cubicBezTo>
                      <a:pt x="445" y="86"/>
                      <a:pt x="442" y="92"/>
                      <a:pt x="445" y="96"/>
                    </a:cubicBezTo>
                    <a:cubicBezTo>
                      <a:pt x="442" y="98"/>
                      <a:pt x="435" y="114"/>
                      <a:pt x="435" y="115"/>
                    </a:cubicBezTo>
                    <a:cubicBezTo>
                      <a:pt x="435" y="116"/>
                      <a:pt x="436" y="118"/>
                      <a:pt x="435" y="119"/>
                    </a:cubicBezTo>
                    <a:cubicBezTo>
                      <a:pt x="436" y="121"/>
                      <a:pt x="435" y="122"/>
                      <a:pt x="436" y="124"/>
                    </a:cubicBezTo>
                    <a:cubicBezTo>
                      <a:pt x="436" y="138"/>
                      <a:pt x="436" y="138"/>
                      <a:pt x="436" y="138"/>
                    </a:cubicBezTo>
                    <a:cubicBezTo>
                      <a:pt x="438" y="142"/>
                      <a:pt x="437" y="145"/>
                      <a:pt x="439" y="149"/>
                    </a:cubicBezTo>
                    <a:cubicBezTo>
                      <a:pt x="440" y="153"/>
                      <a:pt x="449" y="149"/>
                      <a:pt x="449" y="156"/>
                    </a:cubicBezTo>
                    <a:cubicBezTo>
                      <a:pt x="449" y="165"/>
                      <a:pt x="439" y="164"/>
                      <a:pt x="439" y="171"/>
                    </a:cubicBezTo>
                    <a:cubicBezTo>
                      <a:pt x="439" y="177"/>
                      <a:pt x="443" y="177"/>
                      <a:pt x="445" y="179"/>
                    </a:cubicBezTo>
                    <a:cubicBezTo>
                      <a:pt x="452" y="194"/>
                      <a:pt x="467" y="196"/>
                      <a:pt x="467" y="215"/>
                    </a:cubicBezTo>
                    <a:cubicBezTo>
                      <a:pt x="456" y="218"/>
                      <a:pt x="448" y="220"/>
                      <a:pt x="448" y="232"/>
                    </a:cubicBezTo>
                    <a:cubicBezTo>
                      <a:pt x="448" y="235"/>
                      <a:pt x="450" y="238"/>
                      <a:pt x="450" y="240"/>
                    </a:cubicBezTo>
                    <a:cubicBezTo>
                      <a:pt x="450" y="240"/>
                      <a:pt x="448" y="240"/>
                      <a:pt x="448" y="240"/>
                    </a:cubicBezTo>
                    <a:cubicBezTo>
                      <a:pt x="439" y="240"/>
                      <a:pt x="420" y="235"/>
                      <a:pt x="408" y="235"/>
                    </a:cubicBezTo>
                    <a:cubicBezTo>
                      <a:pt x="406" y="235"/>
                      <a:pt x="393" y="231"/>
                      <a:pt x="393" y="231"/>
                    </a:cubicBezTo>
                    <a:cubicBezTo>
                      <a:pt x="388" y="226"/>
                      <a:pt x="388" y="213"/>
                      <a:pt x="379" y="213"/>
                    </a:cubicBezTo>
                    <a:cubicBezTo>
                      <a:pt x="374" y="213"/>
                      <a:pt x="372" y="217"/>
                      <a:pt x="370" y="220"/>
                    </a:cubicBezTo>
                    <a:cubicBezTo>
                      <a:pt x="348" y="220"/>
                      <a:pt x="348" y="220"/>
                      <a:pt x="348" y="220"/>
                    </a:cubicBezTo>
                    <a:cubicBezTo>
                      <a:pt x="341" y="217"/>
                      <a:pt x="337" y="212"/>
                      <a:pt x="333" y="207"/>
                    </a:cubicBezTo>
                    <a:cubicBezTo>
                      <a:pt x="327" y="202"/>
                      <a:pt x="320" y="205"/>
                      <a:pt x="315" y="200"/>
                    </a:cubicBezTo>
                    <a:cubicBezTo>
                      <a:pt x="313" y="197"/>
                      <a:pt x="314" y="194"/>
                      <a:pt x="313" y="192"/>
                    </a:cubicBezTo>
                    <a:cubicBezTo>
                      <a:pt x="308" y="182"/>
                      <a:pt x="299" y="168"/>
                      <a:pt x="286" y="168"/>
                    </a:cubicBezTo>
                    <a:cubicBezTo>
                      <a:pt x="280" y="168"/>
                      <a:pt x="278" y="176"/>
                      <a:pt x="278" y="183"/>
                    </a:cubicBezTo>
                    <a:cubicBezTo>
                      <a:pt x="278" y="187"/>
                      <a:pt x="278" y="189"/>
                      <a:pt x="278" y="193"/>
                    </a:cubicBezTo>
                    <a:cubicBezTo>
                      <a:pt x="281" y="203"/>
                      <a:pt x="293" y="222"/>
                      <a:pt x="304" y="224"/>
                    </a:cubicBezTo>
                    <a:cubicBezTo>
                      <a:pt x="304" y="229"/>
                      <a:pt x="306" y="231"/>
                      <a:pt x="307" y="235"/>
                    </a:cubicBezTo>
                    <a:cubicBezTo>
                      <a:pt x="312" y="233"/>
                      <a:pt x="311" y="228"/>
                      <a:pt x="315" y="227"/>
                    </a:cubicBezTo>
                    <a:cubicBezTo>
                      <a:pt x="316" y="228"/>
                      <a:pt x="316" y="230"/>
                      <a:pt x="316" y="231"/>
                    </a:cubicBezTo>
                    <a:cubicBezTo>
                      <a:pt x="316" y="237"/>
                      <a:pt x="313" y="240"/>
                      <a:pt x="313" y="246"/>
                    </a:cubicBezTo>
                    <a:cubicBezTo>
                      <a:pt x="313" y="252"/>
                      <a:pt x="324" y="255"/>
                      <a:pt x="331" y="255"/>
                    </a:cubicBezTo>
                    <a:cubicBezTo>
                      <a:pt x="360" y="255"/>
                      <a:pt x="363" y="237"/>
                      <a:pt x="379" y="225"/>
                    </a:cubicBezTo>
                    <a:cubicBezTo>
                      <a:pt x="379" y="241"/>
                      <a:pt x="379" y="241"/>
                      <a:pt x="379" y="241"/>
                    </a:cubicBezTo>
                    <a:cubicBezTo>
                      <a:pt x="385" y="254"/>
                      <a:pt x="393" y="256"/>
                      <a:pt x="406" y="260"/>
                    </a:cubicBezTo>
                    <a:cubicBezTo>
                      <a:pt x="411" y="261"/>
                      <a:pt x="411" y="269"/>
                      <a:pt x="414" y="271"/>
                    </a:cubicBezTo>
                    <a:cubicBezTo>
                      <a:pt x="414" y="270"/>
                      <a:pt x="414" y="270"/>
                      <a:pt x="414" y="270"/>
                    </a:cubicBezTo>
                    <a:cubicBezTo>
                      <a:pt x="416" y="274"/>
                      <a:pt x="423" y="273"/>
                      <a:pt x="423" y="277"/>
                    </a:cubicBezTo>
                    <a:cubicBezTo>
                      <a:pt x="423" y="288"/>
                      <a:pt x="410" y="291"/>
                      <a:pt x="410" y="302"/>
                    </a:cubicBezTo>
                    <a:cubicBezTo>
                      <a:pt x="403" y="302"/>
                      <a:pt x="399" y="303"/>
                      <a:pt x="397" y="309"/>
                    </a:cubicBezTo>
                    <a:cubicBezTo>
                      <a:pt x="395" y="314"/>
                      <a:pt x="396" y="321"/>
                      <a:pt x="390" y="321"/>
                    </a:cubicBezTo>
                    <a:cubicBezTo>
                      <a:pt x="384" y="321"/>
                      <a:pt x="384" y="334"/>
                      <a:pt x="378" y="334"/>
                    </a:cubicBezTo>
                    <a:cubicBezTo>
                      <a:pt x="374" y="334"/>
                      <a:pt x="365" y="342"/>
                      <a:pt x="365" y="347"/>
                    </a:cubicBezTo>
                    <a:cubicBezTo>
                      <a:pt x="353" y="349"/>
                      <a:pt x="327" y="354"/>
                      <a:pt x="327" y="364"/>
                    </a:cubicBezTo>
                    <a:cubicBezTo>
                      <a:pt x="327" y="365"/>
                      <a:pt x="327" y="367"/>
                      <a:pt x="328" y="368"/>
                    </a:cubicBezTo>
                    <a:cubicBezTo>
                      <a:pt x="318" y="373"/>
                      <a:pt x="304" y="376"/>
                      <a:pt x="294" y="378"/>
                    </a:cubicBezTo>
                    <a:cubicBezTo>
                      <a:pt x="289" y="380"/>
                      <a:pt x="271" y="392"/>
                      <a:pt x="265" y="395"/>
                    </a:cubicBezTo>
                    <a:cubicBezTo>
                      <a:pt x="252" y="395"/>
                      <a:pt x="252" y="395"/>
                      <a:pt x="252" y="395"/>
                    </a:cubicBezTo>
                    <a:cubicBezTo>
                      <a:pt x="244" y="400"/>
                      <a:pt x="243" y="404"/>
                      <a:pt x="234" y="404"/>
                    </a:cubicBezTo>
                    <a:cubicBezTo>
                      <a:pt x="231" y="405"/>
                      <a:pt x="231" y="405"/>
                      <a:pt x="231" y="405"/>
                    </a:cubicBezTo>
                    <a:cubicBezTo>
                      <a:pt x="229" y="405"/>
                      <a:pt x="218" y="400"/>
                      <a:pt x="217" y="399"/>
                    </a:cubicBezTo>
                    <a:cubicBezTo>
                      <a:pt x="216" y="399"/>
                      <a:pt x="219" y="399"/>
                      <a:pt x="217" y="394"/>
                    </a:cubicBezTo>
                    <a:cubicBezTo>
                      <a:pt x="212" y="387"/>
                      <a:pt x="209" y="380"/>
                      <a:pt x="209" y="372"/>
                    </a:cubicBezTo>
                    <a:cubicBezTo>
                      <a:pt x="204" y="371"/>
                      <a:pt x="207" y="363"/>
                      <a:pt x="208" y="359"/>
                    </a:cubicBezTo>
                    <a:cubicBezTo>
                      <a:pt x="210" y="349"/>
                      <a:pt x="203" y="345"/>
                      <a:pt x="198" y="340"/>
                    </a:cubicBezTo>
                    <a:cubicBezTo>
                      <a:pt x="193" y="335"/>
                      <a:pt x="181" y="320"/>
                      <a:pt x="181" y="309"/>
                    </a:cubicBezTo>
                    <a:cubicBezTo>
                      <a:pt x="165" y="306"/>
                      <a:pt x="162" y="297"/>
                      <a:pt x="162" y="280"/>
                    </a:cubicBezTo>
                    <a:cubicBezTo>
                      <a:pt x="162" y="270"/>
                      <a:pt x="156" y="268"/>
                      <a:pt x="154" y="259"/>
                    </a:cubicBezTo>
                    <a:cubicBezTo>
                      <a:pt x="154" y="259"/>
                      <a:pt x="154" y="259"/>
                      <a:pt x="154" y="259"/>
                    </a:cubicBezTo>
                    <a:cubicBezTo>
                      <a:pt x="152" y="258"/>
                      <a:pt x="150" y="255"/>
                      <a:pt x="148" y="254"/>
                    </a:cubicBezTo>
                    <a:cubicBezTo>
                      <a:pt x="147" y="252"/>
                      <a:pt x="141" y="253"/>
                      <a:pt x="140" y="251"/>
                    </a:cubicBezTo>
                    <a:cubicBezTo>
                      <a:pt x="137" y="249"/>
                      <a:pt x="138" y="242"/>
                      <a:pt x="137" y="239"/>
                    </a:cubicBezTo>
                    <a:cubicBezTo>
                      <a:pt x="136" y="235"/>
                      <a:pt x="132" y="231"/>
                      <a:pt x="131" y="229"/>
                    </a:cubicBezTo>
                    <a:cubicBezTo>
                      <a:pt x="125" y="221"/>
                      <a:pt x="121" y="214"/>
                      <a:pt x="116" y="207"/>
                    </a:cubicBezTo>
                    <a:cubicBezTo>
                      <a:pt x="115" y="205"/>
                      <a:pt x="109" y="198"/>
                      <a:pt x="109" y="196"/>
                    </a:cubicBezTo>
                    <a:cubicBezTo>
                      <a:pt x="109" y="192"/>
                      <a:pt x="112" y="182"/>
                      <a:pt x="112" y="175"/>
                    </a:cubicBezTo>
                    <a:lnTo>
                      <a:pt x="112" y="17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02">
                <a:extLst>
                  <a:ext uri="{FF2B5EF4-FFF2-40B4-BE49-F238E27FC236}">
                    <a16:creationId xmlns:a16="http://schemas.microsoft.com/office/drawing/2014/main" id="{77E39748-A182-EAAC-6518-F1B20ED991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3413" y="2714625"/>
                <a:ext cx="33338" cy="63500"/>
              </a:xfrm>
              <a:custGeom>
                <a:avLst/>
                <a:gdLst/>
                <a:ahLst/>
                <a:cxnLst>
                  <a:cxn ang="0">
                    <a:pos x="25" y="30"/>
                  </a:cxn>
                  <a:cxn ang="0">
                    <a:pos x="11" y="48"/>
                  </a:cxn>
                  <a:cxn ang="0">
                    <a:pos x="0" y="35"/>
                  </a:cxn>
                  <a:cxn ang="0">
                    <a:pos x="6" y="0"/>
                  </a:cxn>
                  <a:cxn ang="0">
                    <a:pos x="25" y="30"/>
                  </a:cxn>
                </a:cxnLst>
                <a:rect l="0" t="0" r="r" b="b"/>
                <a:pathLst>
                  <a:path w="25" h="48">
                    <a:moveTo>
                      <a:pt x="25" y="30"/>
                    </a:moveTo>
                    <a:cubicBezTo>
                      <a:pt x="25" y="37"/>
                      <a:pt x="20" y="48"/>
                      <a:pt x="11" y="48"/>
                    </a:cubicBezTo>
                    <a:cubicBezTo>
                      <a:pt x="5" y="48"/>
                      <a:pt x="0" y="41"/>
                      <a:pt x="0" y="35"/>
                    </a:cubicBezTo>
                    <a:cubicBezTo>
                      <a:pt x="0" y="22"/>
                      <a:pt x="6" y="13"/>
                      <a:pt x="6" y="0"/>
                    </a:cubicBezTo>
                    <a:cubicBezTo>
                      <a:pt x="13" y="10"/>
                      <a:pt x="25" y="15"/>
                      <a:pt x="25" y="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Freeform 103">
                <a:extLst>
                  <a:ext uri="{FF2B5EF4-FFF2-40B4-BE49-F238E27FC236}">
                    <a16:creationId xmlns:a16="http://schemas.microsoft.com/office/drawing/2014/main" id="{C16CC494-67CA-8362-C3C7-C09488AEE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7500" y="2195513"/>
                <a:ext cx="677863" cy="544513"/>
              </a:xfrm>
              <a:custGeom>
                <a:avLst/>
                <a:gdLst/>
                <a:ahLst/>
                <a:cxnLst>
                  <a:cxn ang="0">
                    <a:pos x="148" y="270"/>
                  </a:cxn>
                  <a:cxn ang="0">
                    <a:pos x="174" y="340"/>
                  </a:cxn>
                  <a:cxn ang="0">
                    <a:pos x="200" y="401"/>
                  </a:cxn>
                  <a:cxn ang="0">
                    <a:pos x="216" y="401"/>
                  </a:cxn>
                  <a:cxn ang="0">
                    <a:pos x="237" y="379"/>
                  </a:cxn>
                  <a:cxn ang="0">
                    <a:pos x="243" y="341"/>
                  </a:cxn>
                  <a:cxn ang="0">
                    <a:pos x="268" y="298"/>
                  </a:cxn>
                  <a:cxn ang="0">
                    <a:pos x="326" y="240"/>
                  </a:cxn>
                  <a:cxn ang="0">
                    <a:pos x="374" y="218"/>
                  </a:cxn>
                  <a:cxn ang="0">
                    <a:pos x="409" y="259"/>
                  </a:cxn>
                  <a:cxn ang="0">
                    <a:pos x="423" y="302"/>
                  </a:cxn>
                  <a:cxn ang="0">
                    <a:pos x="457" y="300"/>
                  </a:cxn>
                  <a:cxn ang="0">
                    <a:pos x="476" y="367"/>
                  </a:cxn>
                  <a:cxn ang="0">
                    <a:pos x="489" y="358"/>
                  </a:cxn>
                  <a:cxn ang="0">
                    <a:pos x="472" y="316"/>
                  </a:cxn>
                  <a:cxn ang="0">
                    <a:pos x="473" y="288"/>
                  </a:cxn>
                  <a:cxn ang="0">
                    <a:pos x="483" y="254"/>
                  </a:cxn>
                  <a:cxn ang="0">
                    <a:pos x="487" y="213"/>
                  </a:cxn>
                  <a:cxn ang="0">
                    <a:pos x="467" y="197"/>
                  </a:cxn>
                  <a:cxn ang="0">
                    <a:pos x="445" y="125"/>
                  </a:cxn>
                  <a:cxn ang="0">
                    <a:pos x="423" y="130"/>
                  </a:cxn>
                  <a:cxn ang="0">
                    <a:pos x="373" y="144"/>
                  </a:cxn>
                  <a:cxn ang="0">
                    <a:pos x="341" y="147"/>
                  </a:cxn>
                  <a:cxn ang="0">
                    <a:pos x="295" y="136"/>
                  </a:cxn>
                  <a:cxn ang="0">
                    <a:pos x="254" y="116"/>
                  </a:cxn>
                  <a:cxn ang="0">
                    <a:pos x="226" y="89"/>
                  </a:cxn>
                  <a:cxn ang="0">
                    <a:pos x="229" y="69"/>
                  </a:cxn>
                  <a:cxn ang="0">
                    <a:pos x="213" y="43"/>
                  </a:cxn>
                  <a:cxn ang="0">
                    <a:pos x="178" y="16"/>
                  </a:cxn>
                  <a:cxn ang="0">
                    <a:pos x="131" y="0"/>
                  </a:cxn>
                  <a:cxn ang="0">
                    <a:pos x="94" y="21"/>
                  </a:cxn>
                  <a:cxn ang="0">
                    <a:pos x="65" y="13"/>
                  </a:cxn>
                  <a:cxn ang="0">
                    <a:pos x="23" y="46"/>
                  </a:cxn>
                  <a:cxn ang="0">
                    <a:pos x="0" y="64"/>
                  </a:cxn>
                  <a:cxn ang="0">
                    <a:pos x="1" y="87"/>
                  </a:cxn>
                  <a:cxn ang="0">
                    <a:pos x="4" y="120"/>
                  </a:cxn>
                  <a:cxn ang="0">
                    <a:pos x="13" y="181"/>
                  </a:cxn>
                  <a:cxn ang="0">
                    <a:pos x="34" y="185"/>
                  </a:cxn>
                  <a:cxn ang="0">
                    <a:pos x="70" y="185"/>
                  </a:cxn>
                  <a:cxn ang="0">
                    <a:pos x="118" y="219"/>
                  </a:cxn>
                  <a:cxn ang="0">
                    <a:pos x="127" y="248"/>
                  </a:cxn>
                  <a:cxn ang="0">
                    <a:pos x="145" y="233"/>
                  </a:cxn>
                  <a:cxn ang="0">
                    <a:pos x="149" y="265"/>
                  </a:cxn>
                </a:cxnLst>
                <a:rect l="0" t="0" r="r" b="b"/>
                <a:pathLst>
                  <a:path w="509" h="410">
                    <a:moveTo>
                      <a:pt x="149" y="265"/>
                    </a:moveTo>
                    <a:cubicBezTo>
                      <a:pt x="147" y="263"/>
                      <a:pt x="147" y="263"/>
                      <a:pt x="147" y="263"/>
                    </a:cubicBezTo>
                    <a:cubicBezTo>
                      <a:pt x="147" y="265"/>
                      <a:pt x="148" y="268"/>
                      <a:pt x="148" y="270"/>
                    </a:cubicBezTo>
                    <a:cubicBezTo>
                      <a:pt x="148" y="278"/>
                      <a:pt x="153" y="286"/>
                      <a:pt x="155" y="295"/>
                    </a:cubicBezTo>
                    <a:cubicBezTo>
                      <a:pt x="158" y="305"/>
                      <a:pt x="166" y="319"/>
                      <a:pt x="168" y="326"/>
                    </a:cubicBezTo>
                    <a:cubicBezTo>
                      <a:pt x="170" y="332"/>
                      <a:pt x="170" y="334"/>
                      <a:pt x="174" y="340"/>
                    </a:cubicBezTo>
                    <a:cubicBezTo>
                      <a:pt x="177" y="345"/>
                      <a:pt x="175" y="351"/>
                      <a:pt x="179" y="358"/>
                    </a:cubicBezTo>
                    <a:cubicBezTo>
                      <a:pt x="180" y="362"/>
                      <a:pt x="187" y="366"/>
                      <a:pt x="188" y="372"/>
                    </a:cubicBezTo>
                    <a:cubicBezTo>
                      <a:pt x="191" y="382"/>
                      <a:pt x="196" y="390"/>
                      <a:pt x="200" y="401"/>
                    </a:cubicBezTo>
                    <a:cubicBezTo>
                      <a:pt x="200" y="402"/>
                      <a:pt x="202" y="405"/>
                      <a:pt x="204" y="405"/>
                    </a:cubicBezTo>
                    <a:cubicBezTo>
                      <a:pt x="204" y="409"/>
                      <a:pt x="207" y="410"/>
                      <a:pt x="210" y="410"/>
                    </a:cubicBezTo>
                    <a:cubicBezTo>
                      <a:pt x="214" y="410"/>
                      <a:pt x="214" y="405"/>
                      <a:pt x="216" y="401"/>
                    </a:cubicBezTo>
                    <a:cubicBezTo>
                      <a:pt x="218" y="397"/>
                      <a:pt x="219" y="398"/>
                      <a:pt x="224" y="396"/>
                    </a:cubicBezTo>
                    <a:cubicBezTo>
                      <a:pt x="228" y="394"/>
                      <a:pt x="227" y="382"/>
                      <a:pt x="233" y="381"/>
                    </a:cubicBezTo>
                    <a:cubicBezTo>
                      <a:pt x="234" y="380"/>
                      <a:pt x="237" y="380"/>
                      <a:pt x="237" y="379"/>
                    </a:cubicBezTo>
                    <a:cubicBezTo>
                      <a:pt x="240" y="379"/>
                      <a:pt x="240" y="379"/>
                      <a:pt x="240" y="379"/>
                    </a:cubicBezTo>
                    <a:cubicBezTo>
                      <a:pt x="237" y="367"/>
                      <a:pt x="237" y="367"/>
                      <a:pt x="237" y="367"/>
                    </a:cubicBezTo>
                    <a:cubicBezTo>
                      <a:pt x="237" y="359"/>
                      <a:pt x="243" y="352"/>
                      <a:pt x="243" y="341"/>
                    </a:cubicBezTo>
                    <a:cubicBezTo>
                      <a:pt x="243" y="334"/>
                      <a:pt x="240" y="329"/>
                      <a:pt x="240" y="321"/>
                    </a:cubicBezTo>
                    <a:cubicBezTo>
                      <a:pt x="240" y="312"/>
                      <a:pt x="249" y="311"/>
                      <a:pt x="257" y="308"/>
                    </a:cubicBezTo>
                    <a:cubicBezTo>
                      <a:pt x="260" y="307"/>
                      <a:pt x="265" y="302"/>
                      <a:pt x="268" y="298"/>
                    </a:cubicBezTo>
                    <a:cubicBezTo>
                      <a:pt x="277" y="290"/>
                      <a:pt x="284" y="281"/>
                      <a:pt x="293" y="272"/>
                    </a:cubicBezTo>
                    <a:cubicBezTo>
                      <a:pt x="300" y="265"/>
                      <a:pt x="313" y="263"/>
                      <a:pt x="321" y="255"/>
                    </a:cubicBezTo>
                    <a:cubicBezTo>
                      <a:pt x="325" y="251"/>
                      <a:pt x="325" y="246"/>
                      <a:pt x="326" y="240"/>
                    </a:cubicBezTo>
                    <a:cubicBezTo>
                      <a:pt x="328" y="236"/>
                      <a:pt x="337" y="236"/>
                      <a:pt x="340" y="229"/>
                    </a:cubicBezTo>
                    <a:cubicBezTo>
                      <a:pt x="344" y="231"/>
                      <a:pt x="344" y="233"/>
                      <a:pt x="351" y="233"/>
                    </a:cubicBezTo>
                    <a:cubicBezTo>
                      <a:pt x="362" y="233"/>
                      <a:pt x="374" y="231"/>
                      <a:pt x="374" y="218"/>
                    </a:cubicBezTo>
                    <a:cubicBezTo>
                      <a:pt x="381" y="219"/>
                      <a:pt x="389" y="222"/>
                      <a:pt x="390" y="228"/>
                    </a:cubicBezTo>
                    <a:cubicBezTo>
                      <a:pt x="392" y="233"/>
                      <a:pt x="391" y="240"/>
                      <a:pt x="395" y="245"/>
                    </a:cubicBezTo>
                    <a:cubicBezTo>
                      <a:pt x="398" y="251"/>
                      <a:pt x="403" y="255"/>
                      <a:pt x="409" y="259"/>
                    </a:cubicBezTo>
                    <a:cubicBezTo>
                      <a:pt x="414" y="267"/>
                      <a:pt x="419" y="274"/>
                      <a:pt x="422" y="283"/>
                    </a:cubicBezTo>
                    <a:cubicBezTo>
                      <a:pt x="423" y="285"/>
                      <a:pt x="425" y="286"/>
                      <a:pt x="425" y="289"/>
                    </a:cubicBezTo>
                    <a:cubicBezTo>
                      <a:pt x="425" y="293"/>
                      <a:pt x="423" y="296"/>
                      <a:pt x="423" y="302"/>
                    </a:cubicBezTo>
                    <a:cubicBezTo>
                      <a:pt x="423" y="307"/>
                      <a:pt x="423" y="313"/>
                      <a:pt x="430" y="313"/>
                    </a:cubicBezTo>
                    <a:cubicBezTo>
                      <a:pt x="442" y="313"/>
                      <a:pt x="445" y="300"/>
                      <a:pt x="453" y="293"/>
                    </a:cubicBezTo>
                    <a:cubicBezTo>
                      <a:pt x="455" y="295"/>
                      <a:pt x="454" y="297"/>
                      <a:pt x="457" y="300"/>
                    </a:cubicBezTo>
                    <a:cubicBezTo>
                      <a:pt x="457" y="300"/>
                      <a:pt x="461" y="300"/>
                      <a:pt x="462" y="302"/>
                    </a:cubicBezTo>
                    <a:cubicBezTo>
                      <a:pt x="467" y="308"/>
                      <a:pt x="459" y="322"/>
                      <a:pt x="465" y="322"/>
                    </a:cubicBezTo>
                    <a:cubicBezTo>
                      <a:pt x="465" y="336"/>
                      <a:pt x="476" y="347"/>
                      <a:pt x="476" y="367"/>
                    </a:cubicBezTo>
                    <a:cubicBezTo>
                      <a:pt x="476" y="371"/>
                      <a:pt x="473" y="382"/>
                      <a:pt x="476" y="383"/>
                    </a:cubicBezTo>
                    <a:cubicBezTo>
                      <a:pt x="480" y="376"/>
                      <a:pt x="481" y="371"/>
                      <a:pt x="485" y="363"/>
                    </a:cubicBezTo>
                    <a:cubicBezTo>
                      <a:pt x="486" y="361"/>
                      <a:pt x="489" y="360"/>
                      <a:pt x="489" y="358"/>
                    </a:cubicBezTo>
                    <a:cubicBezTo>
                      <a:pt x="489" y="354"/>
                      <a:pt x="483" y="334"/>
                      <a:pt x="479" y="330"/>
                    </a:cubicBezTo>
                    <a:cubicBezTo>
                      <a:pt x="476" y="327"/>
                      <a:pt x="472" y="325"/>
                      <a:pt x="472" y="320"/>
                    </a:cubicBezTo>
                    <a:cubicBezTo>
                      <a:pt x="472" y="319"/>
                      <a:pt x="472" y="318"/>
                      <a:pt x="472" y="316"/>
                    </a:cubicBezTo>
                    <a:cubicBezTo>
                      <a:pt x="472" y="317"/>
                      <a:pt x="472" y="317"/>
                      <a:pt x="472" y="317"/>
                    </a:cubicBezTo>
                    <a:cubicBezTo>
                      <a:pt x="473" y="316"/>
                      <a:pt x="476" y="311"/>
                      <a:pt x="476" y="307"/>
                    </a:cubicBezTo>
                    <a:cubicBezTo>
                      <a:pt x="476" y="302"/>
                      <a:pt x="476" y="293"/>
                      <a:pt x="473" y="288"/>
                    </a:cubicBezTo>
                    <a:cubicBezTo>
                      <a:pt x="470" y="284"/>
                      <a:pt x="464" y="284"/>
                      <a:pt x="464" y="276"/>
                    </a:cubicBezTo>
                    <a:cubicBezTo>
                      <a:pt x="464" y="268"/>
                      <a:pt x="467" y="262"/>
                      <a:pt x="472" y="258"/>
                    </a:cubicBezTo>
                    <a:cubicBezTo>
                      <a:pt x="474" y="255"/>
                      <a:pt x="479" y="256"/>
                      <a:pt x="483" y="254"/>
                    </a:cubicBezTo>
                    <a:cubicBezTo>
                      <a:pt x="493" y="247"/>
                      <a:pt x="500" y="244"/>
                      <a:pt x="509" y="230"/>
                    </a:cubicBezTo>
                    <a:cubicBezTo>
                      <a:pt x="506" y="230"/>
                      <a:pt x="505" y="231"/>
                      <a:pt x="501" y="231"/>
                    </a:cubicBezTo>
                    <a:cubicBezTo>
                      <a:pt x="493" y="231"/>
                      <a:pt x="487" y="222"/>
                      <a:pt x="487" y="213"/>
                    </a:cubicBezTo>
                    <a:cubicBezTo>
                      <a:pt x="483" y="212"/>
                      <a:pt x="482" y="199"/>
                      <a:pt x="478" y="199"/>
                    </a:cubicBezTo>
                    <a:cubicBezTo>
                      <a:pt x="475" y="199"/>
                      <a:pt x="472" y="202"/>
                      <a:pt x="469" y="202"/>
                    </a:cubicBezTo>
                    <a:cubicBezTo>
                      <a:pt x="468" y="202"/>
                      <a:pt x="467" y="199"/>
                      <a:pt x="467" y="197"/>
                    </a:cubicBezTo>
                    <a:cubicBezTo>
                      <a:pt x="467" y="181"/>
                      <a:pt x="479" y="180"/>
                      <a:pt x="479" y="163"/>
                    </a:cubicBezTo>
                    <a:cubicBezTo>
                      <a:pt x="479" y="154"/>
                      <a:pt x="472" y="151"/>
                      <a:pt x="468" y="144"/>
                    </a:cubicBezTo>
                    <a:cubicBezTo>
                      <a:pt x="457" y="139"/>
                      <a:pt x="448" y="140"/>
                      <a:pt x="445" y="125"/>
                    </a:cubicBezTo>
                    <a:cubicBezTo>
                      <a:pt x="442" y="125"/>
                      <a:pt x="442" y="125"/>
                      <a:pt x="442" y="125"/>
                    </a:cubicBezTo>
                    <a:cubicBezTo>
                      <a:pt x="438" y="129"/>
                      <a:pt x="438" y="129"/>
                      <a:pt x="438" y="129"/>
                    </a:cubicBezTo>
                    <a:cubicBezTo>
                      <a:pt x="433" y="131"/>
                      <a:pt x="427" y="126"/>
                      <a:pt x="423" y="130"/>
                    </a:cubicBezTo>
                    <a:cubicBezTo>
                      <a:pt x="422" y="132"/>
                      <a:pt x="421" y="133"/>
                      <a:pt x="418" y="135"/>
                    </a:cubicBezTo>
                    <a:cubicBezTo>
                      <a:pt x="415" y="137"/>
                      <a:pt x="401" y="149"/>
                      <a:pt x="394" y="149"/>
                    </a:cubicBezTo>
                    <a:cubicBezTo>
                      <a:pt x="387" y="149"/>
                      <a:pt x="382" y="144"/>
                      <a:pt x="373" y="144"/>
                    </a:cubicBezTo>
                    <a:cubicBezTo>
                      <a:pt x="362" y="144"/>
                      <a:pt x="360" y="152"/>
                      <a:pt x="354" y="155"/>
                    </a:cubicBezTo>
                    <a:cubicBezTo>
                      <a:pt x="353" y="152"/>
                      <a:pt x="352" y="145"/>
                      <a:pt x="349" y="145"/>
                    </a:cubicBezTo>
                    <a:cubicBezTo>
                      <a:pt x="347" y="145"/>
                      <a:pt x="345" y="147"/>
                      <a:pt x="341" y="147"/>
                    </a:cubicBezTo>
                    <a:cubicBezTo>
                      <a:pt x="335" y="147"/>
                      <a:pt x="329" y="147"/>
                      <a:pt x="323" y="147"/>
                    </a:cubicBezTo>
                    <a:cubicBezTo>
                      <a:pt x="313" y="147"/>
                      <a:pt x="309" y="141"/>
                      <a:pt x="302" y="136"/>
                    </a:cubicBezTo>
                    <a:cubicBezTo>
                      <a:pt x="300" y="135"/>
                      <a:pt x="296" y="139"/>
                      <a:pt x="295" y="136"/>
                    </a:cubicBezTo>
                    <a:cubicBezTo>
                      <a:pt x="293" y="132"/>
                      <a:pt x="293" y="129"/>
                      <a:pt x="290" y="127"/>
                    </a:cubicBezTo>
                    <a:cubicBezTo>
                      <a:pt x="283" y="124"/>
                      <a:pt x="279" y="126"/>
                      <a:pt x="273" y="120"/>
                    </a:cubicBezTo>
                    <a:cubicBezTo>
                      <a:pt x="268" y="115"/>
                      <a:pt x="263" y="118"/>
                      <a:pt x="254" y="116"/>
                    </a:cubicBezTo>
                    <a:cubicBezTo>
                      <a:pt x="246" y="114"/>
                      <a:pt x="243" y="108"/>
                      <a:pt x="236" y="106"/>
                    </a:cubicBezTo>
                    <a:cubicBezTo>
                      <a:pt x="234" y="105"/>
                      <a:pt x="229" y="106"/>
                      <a:pt x="228" y="103"/>
                    </a:cubicBezTo>
                    <a:cubicBezTo>
                      <a:pt x="227" y="98"/>
                      <a:pt x="227" y="94"/>
                      <a:pt x="226" y="89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1" y="85"/>
                      <a:pt x="236" y="86"/>
                      <a:pt x="236" y="80"/>
                    </a:cubicBezTo>
                    <a:cubicBezTo>
                      <a:pt x="236" y="75"/>
                      <a:pt x="229" y="74"/>
                      <a:pt x="229" y="69"/>
                    </a:cubicBezTo>
                    <a:cubicBezTo>
                      <a:pt x="229" y="57"/>
                      <a:pt x="246" y="59"/>
                      <a:pt x="246" y="47"/>
                    </a:cubicBezTo>
                    <a:cubicBezTo>
                      <a:pt x="246" y="43"/>
                      <a:pt x="236" y="35"/>
                      <a:pt x="232" y="35"/>
                    </a:cubicBezTo>
                    <a:cubicBezTo>
                      <a:pt x="224" y="35"/>
                      <a:pt x="221" y="42"/>
                      <a:pt x="213" y="43"/>
                    </a:cubicBezTo>
                    <a:cubicBezTo>
                      <a:pt x="205" y="40"/>
                      <a:pt x="200" y="40"/>
                      <a:pt x="194" y="34"/>
                    </a:cubicBezTo>
                    <a:cubicBezTo>
                      <a:pt x="191" y="31"/>
                      <a:pt x="193" y="25"/>
                      <a:pt x="188" y="24"/>
                    </a:cubicBezTo>
                    <a:cubicBezTo>
                      <a:pt x="182" y="22"/>
                      <a:pt x="178" y="24"/>
                      <a:pt x="178" y="16"/>
                    </a:cubicBezTo>
                    <a:cubicBezTo>
                      <a:pt x="172" y="15"/>
                      <a:pt x="168" y="15"/>
                      <a:pt x="163" y="15"/>
                    </a:cubicBezTo>
                    <a:cubicBezTo>
                      <a:pt x="154" y="15"/>
                      <a:pt x="150" y="23"/>
                      <a:pt x="140" y="23"/>
                    </a:cubicBezTo>
                    <a:cubicBezTo>
                      <a:pt x="130" y="23"/>
                      <a:pt x="140" y="0"/>
                      <a:pt x="131" y="0"/>
                    </a:cubicBezTo>
                    <a:cubicBezTo>
                      <a:pt x="122" y="0"/>
                      <a:pt x="120" y="10"/>
                      <a:pt x="116" y="10"/>
                    </a:cubicBezTo>
                    <a:cubicBezTo>
                      <a:pt x="115" y="10"/>
                      <a:pt x="114" y="11"/>
                      <a:pt x="113" y="10"/>
                    </a:cubicBezTo>
                    <a:cubicBezTo>
                      <a:pt x="110" y="16"/>
                      <a:pt x="103" y="21"/>
                      <a:pt x="94" y="21"/>
                    </a:cubicBezTo>
                    <a:cubicBezTo>
                      <a:pt x="91" y="21"/>
                      <a:pt x="90" y="16"/>
                      <a:pt x="86" y="16"/>
                    </a:cubicBezTo>
                    <a:cubicBezTo>
                      <a:pt x="83" y="16"/>
                      <a:pt x="73" y="20"/>
                      <a:pt x="72" y="15"/>
                    </a:cubicBezTo>
                    <a:cubicBezTo>
                      <a:pt x="68" y="15"/>
                      <a:pt x="69" y="13"/>
                      <a:pt x="65" y="13"/>
                    </a:cubicBezTo>
                    <a:cubicBezTo>
                      <a:pt x="54" y="13"/>
                      <a:pt x="53" y="24"/>
                      <a:pt x="45" y="32"/>
                    </a:cubicBezTo>
                    <a:cubicBezTo>
                      <a:pt x="42" y="35"/>
                      <a:pt x="37" y="35"/>
                      <a:pt x="33" y="39"/>
                    </a:cubicBezTo>
                    <a:cubicBezTo>
                      <a:pt x="30" y="42"/>
                      <a:pt x="28" y="46"/>
                      <a:pt x="23" y="46"/>
                    </a:cubicBezTo>
                    <a:cubicBezTo>
                      <a:pt x="19" y="46"/>
                      <a:pt x="16" y="42"/>
                      <a:pt x="12" y="42"/>
                    </a:cubicBezTo>
                    <a:cubicBezTo>
                      <a:pt x="11" y="42"/>
                      <a:pt x="11" y="45"/>
                      <a:pt x="10" y="45"/>
                    </a:cubicBezTo>
                    <a:cubicBezTo>
                      <a:pt x="7" y="47"/>
                      <a:pt x="0" y="63"/>
                      <a:pt x="0" y="64"/>
                    </a:cubicBezTo>
                    <a:cubicBezTo>
                      <a:pt x="0" y="65"/>
                      <a:pt x="1" y="67"/>
                      <a:pt x="0" y="68"/>
                    </a:cubicBezTo>
                    <a:cubicBezTo>
                      <a:pt x="1" y="70"/>
                      <a:pt x="0" y="71"/>
                      <a:pt x="1" y="73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3" y="91"/>
                      <a:pt x="2" y="94"/>
                      <a:pt x="4" y="98"/>
                    </a:cubicBezTo>
                    <a:cubicBezTo>
                      <a:pt x="5" y="102"/>
                      <a:pt x="14" y="98"/>
                      <a:pt x="14" y="105"/>
                    </a:cubicBezTo>
                    <a:cubicBezTo>
                      <a:pt x="14" y="114"/>
                      <a:pt x="4" y="113"/>
                      <a:pt x="4" y="120"/>
                    </a:cubicBezTo>
                    <a:cubicBezTo>
                      <a:pt x="4" y="126"/>
                      <a:pt x="8" y="126"/>
                      <a:pt x="10" y="128"/>
                    </a:cubicBezTo>
                    <a:cubicBezTo>
                      <a:pt x="17" y="143"/>
                      <a:pt x="32" y="145"/>
                      <a:pt x="32" y="164"/>
                    </a:cubicBezTo>
                    <a:cubicBezTo>
                      <a:pt x="21" y="167"/>
                      <a:pt x="13" y="169"/>
                      <a:pt x="13" y="181"/>
                    </a:cubicBezTo>
                    <a:cubicBezTo>
                      <a:pt x="13" y="184"/>
                      <a:pt x="15" y="187"/>
                      <a:pt x="15" y="189"/>
                    </a:cubicBezTo>
                    <a:cubicBezTo>
                      <a:pt x="30" y="188"/>
                      <a:pt x="30" y="188"/>
                      <a:pt x="30" y="188"/>
                    </a:cubicBezTo>
                    <a:cubicBezTo>
                      <a:pt x="31" y="187"/>
                      <a:pt x="33" y="186"/>
                      <a:pt x="34" y="185"/>
                    </a:cubicBezTo>
                    <a:cubicBezTo>
                      <a:pt x="46" y="188"/>
                      <a:pt x="46" y="188"/>
                      <a:pt x="46" y="188"/>
                    </a:cubicBezTo>
                    <a:cubicBezTo>
                      <a:pt x="50" y="188"/>
                      <a:pt x="52" y="184"/>
                      <a:pt x="57" y="184"/>
                    </a:cubicBezTo>
                    <a:cubicBezTo>
                      <a:pt x="62" y="184"/>
                      <a:pt x="65" y="184"/>
                      <a:pt x="70" y="185"/>
                    </a:cubicBezTo>
                    <a:cubicBezTo>
                      <a:pt x="75" y="187"/>
                      <a:pt x="78" y="197"/>
                      <a:pt x="82" y="203"/>
                    </a:cubicBezTo>
                    <a:cubicBezTo>
                      <a:pt x="86" y="209"/>
                      <a:pt x="99" y="218"/>
                      <a:pt x="108" y="218"/>
                    </a:cubicBezTo>
                    <a:cubicBezTo>
                      <a:pt x="111" y="218"/>
                      <a:pt x="114" y="218"/>
                      <a:pt x="118" y="219"/>
                    </a:cubicBezTo>
                    <a:cubicBezTo>
                      <a:pt x="116" y="221"/>
                      <a:pt x="116" y="225"/>
                      <a:pt x="112" y="225"/>
                    </a:cubicBezTo>
                    <a:cubicBezTo>
                      <a:pt x="108" y="227"/>
                      <a:pt x="105" y="225"/>
                      <a:pt x="101" y="227"/>
                    </a:cubicBezTo>
                    <a:cubicBezTo>
                      <a:pt x="108" y="234"/>
                      <a:pt x="113" y="248"/>
                      <a:pt x="127" y="248"/>
                    </a:cubicBezTo>
                    <a:cubicBezTo>
                      <a:pt x="138" y="248"/>
                      <a:pt x="139" y="233"/>
                      <a:pt x="144" y="227"/>
                    </a:cubicBezTo>
                    <a:cubicBezTo>
                      <a:pt x="148" y="227"/>
                      <a:pt x="148" y="227"/>
                      <a:pt x="148" y="227"/>
                    </a:cubicBezTo>
                    <a:cubicBezTo>
                      <a:pt x="148" y="229"/>
                      <a:pt x="145" y="232"/>
                      <a:pt x="145" y="233"/>
                    </a:cubicBezTo>
                    <a:cubicBezTo>
                      <a:pt x="145" y="239"/>
                      <a:pt x="150" y="244"/>
                      <a:pt x="150" y="251"/>
                    </a:cubicBezTo>
                    <a:cubicBezTo>
                      <a:pt x="150" y="257"/>
                      <a:pt x="147" y="258"/>
                      <a:pt x="147" y="264"/>
                    </a:cubicBezTo>
                    <a:lnTo>
                      <a:pt x="149" y="26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2" name="Freeform 104">
                <a:extLst>
                  <a:ext uri="{FF2B5EF4-FFF2-40B4-BE49-F238E27FC236}">
                    <a16:creationId xmlns:a16="http://schemas.microsoft.com/office/drawing/2014/main" id="{E81BE5E3-AE90-933F-2E86-5B9CE5059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5350" y="2781300"/>
                <a:ext cx="177800" cy="192088"/>
              </a:xfrm>
              <a:custGeom>
                <a:avLst/>
                <a:gdLst/>
                <a:ahLst/>
                <a:cxnLst>
                  <a:cxn ang="0">
                    <a:pos x="59" y="74"/>
                  </a:cxn>
                  <a:cxn ang="0">
                    <a:pos x="58" y="70"/>
                  </a:cxn>
                  <a:cxn ang="0">
                    <a:pos x="51" y="68"/>
                  </a:cxn>
                  <a:cxn ang="0">
                    <a:pos x="45" y="53"/>
                  </a:cxn>
                  <a:cxn ang="0">
                    <a:pos x="28" y="38"/>
                  </a:cxn>
                  <a:cxn ang="0">
                    <a:pos x="22" y="25"/>
                  </a:cxn>
                  <a:cxn ang="0">
                    <a:pos x="11" y="21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11" y="4"/>
                  </a:cxn>
                  <a:cxn ang="0">
                    <a:pos x="26" y="4"/>
                  </a:cxn>
                  <a:cxn ang="0">
                    <a:pos x="42" y="20"/>
                  </a:cxn>
                  <a:cxn ang="0">
                    <a:pos x="47" y="23"/>
                  </a:cxn>
                  <a:cxn ang="0">
                    <a:pos x="61" y="35"/>
                  </a:cxn>
                  <a:cxn ang="0">
                    <a:pos x="86" y="53"/>
                  </a:cxn>
                  <a:cxn ang="0">
                    <a:pos x="101" y="64"/>
                  </a:cxn>
                  <a:cxn ang="0">
                    <a:pos x="100" y="66"/>
                  </a:cxn>
                  <a:cxn ang="0">
                    <a:pos x="103" y="66"/>
                  </a:cxn>
                  <a:cxn ang="0">
                    <a:pos x="107" y="70"/>
                  </a:cxn>
                  <a:cxn ang="0">
                    <a:pos x="105" y="74"/>
                  </a:cxn>
                  <a:cxn ang="0">
                    <a:pos x="114" y="81"/>
                  </a:cxn>
                  <a:cxn ang="0">
                    <a:pos x="124" y="98"/>
                  </a:cxn>
                  <a:cxn ang="0">
                    <a:pos x="133" y="106"/>
                  </a:cxn>
                  <a:cxn ang="0">
                    <a:pos x="133" y="125"/>
                  </a:cxn>
                  <a:cxn ang="0">
                    <a:pos x="131" y="138"/>
                  </a:cxn>
                  <a:cxn ang="0">
                    <a:pos x="119" y="144"/>
                  </a:cxn>
                  <a:cxn ang="0">
                    <a:pos x="108" y="132"/>
                  </a:cxn>
                  <a:cxn ang="0">
                    <a:pos x="84" y="112"/>
                  </a:cxn>
                  <a:cxn ang="0">
                    <a:pos x="67" y="85"/>
                  </a:cxn>
                  <a:cxn ang="0">
                    <a:pos x="59" y="74"/>
                  </a:cxn>
                </a:cxnLst>
                <a:rect l="0" t="0" r="r" b="b"/>
                <a:pathLst>
                  <a:path w="133" h="144">
                    <a:moveTo>
                      <a:pt x="59" y="74"/>
                    </a:moveTo>
                    <a:cubicBezTo>
                      <a:pt x="58" y="74"/>
                      <a:pt x="59" y="72"/>
                      <a:pt x="58" y="70"/>
                    </a:cubicBezTo>
                    <a:cubicBezTo>
                      <a:pt x="57" y="69"/>
                      <a:pt x="52" y="69"/>
                      <a:pt x="51" y="68"/>
                    </a:cubicBezTo>
                    <a:cubicBezTo>
                      <a:pt x="49" y="67"/>
                      <a:pt x="45" y="56"/>
                      <a:pt x="45" y="53"/>
                    </a:cubicBezTo>
                    <a:cubicBezTo>
                      <a:pt x="41" y="43"/>
                      <a:pt x="31" y="44"/>
                      <a:pt x="28" y="38"/>
                    </a:cubicBezTo>
                    <a:cubicBezTo>
                      <a:pt x="26" y="33"/>
                      <a:pt x="24" y="30"/>
                      <a:pt x="22" y="25"/>
                    </a:cubicBezTo>
                    <a:cubicBezTo>
                      <a:pt x="20" y="21"/>
                      <a:pt x="15" y="22"/>
                      <a:pt x="11" y="21"/>
                    </a:cubicBezTo>
                    <a:cubicBezTo>
                      <a:pt x="8" y="20"/>
                      <a:pt x="1" y="8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" y="0"/>
                      <a:pt x="8" y="2"/>
                      <a:pt x="11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35" y="7"/>
                      <a:pt x="38" y="13"/>
                      <a:pt x="42" y="20"/>
                    </a:cubicBezTo>
                    <a:cubicBezTo>
                      <a:pt x="43" y="23"/>
                      <a:pt x="45" y="22"/>
                      <a:pt x="47" y="23"/>
                    </a:cubicBezTo>
                    <a:cubicBezTo>
                      <a:pt x="53" y="25"/>
                      <a:pt x="56" y="30"/>
                      <a:pt x="61" y="35"/>
                    </a:cubicBezTo>
                    <a:cubicBezTo>
                      <a:pt x="69" y="43"/>
                      <a:pt x="74" y="49"/>
                      <a:pt x="86" y="53"/>
                    </a:cubicBezTo>
                    <a:cubicBezTo>
                      <a:pt x="93" y="55"/>
                      <a:pt x="101" y="57"/>
                      <a:pt x="101" y="64"/>
                    </a:cubicBezTo>
                    <a:cubicBezTo>
                      <a:pt x="101" y="64"/>
                      <a:pt x="100" y="65"/>
                      <a:pt x="100" y="66"/>
                    </a:cubicBezTo>
                    <a:cubicBezTo>
                      <a:pt x="101" y="66"/>
                      <a:pt x="102" y="66"/>
                      <a:pt x="103" y="66"/>
                    </a:cubicBezTo>
                    <a:cubicBezTo>
                      <a:pt x="105" y="66"/>
                      <a:pt x="106" y="68"/>
                      <a:pt x="107" y="70"/>
                    </a:cubicBezTo>
                    <a:cubicBezTo>
                      <a:pt x="105" y="74"/>
                      <a:pt x="105" y="74"/>
                      <a:pt x="105" y="74"/>
                    </a:cubicBezTo>
                    <a:cubicBezTo>
                      <a:pt x="105" y="80"/>
                      <a:pt x="109" y="81"/>
                      <a:pt x="114" y="81"/>
                    </a:cubicBezTo>
                    <a:cubicBezTo>
                      <a:pt x="114" y="91"/>
                      <a:pt x="119" y="93"/>
                      <a:pt x="124" y="98"/>
                    </a:cubicBezTo>
                    <a:cubicBezTo>
                      <a:pt x="127" y="101"/>
                      <a:pt x="133" y="102"/>
                      <a:pt x="133" y="106"/>
                    </a:cubicBezTo>
                    <a:cubicBezTo>
                      <a:pt x="133" y="112"/>
                      <a:pt x="133" y="116"/>
                      <a:pt x="133" y="125"/>
                    </a:cubicBezTo>
                    <a:cubicBezTo>
                      <a:pt x="128" y="127"/>
                      <a:pt x="131" y="133"/>
                      <a:pt x="131" y="138"/>
                    </a:cubicBezTo>
                    <a:cubicBezTo>
                      <a:pt x="131" y="143"/>
                      <a:pt x="122" y="144"/>
                      <a:pt x="119" y="144"/>
                    </a:cubicBezTo>
                    <a:cubicBezTo>
                      <a:pt x="116" y="144"/>
                      <a:pt x="109" y="132"/>
                      <a:pt x="108" y="132"/>
                    </a:cubicBezTo>
                    <a:cubicBezTo>
                      <a:pt x="100" y="124"/>
                      <a:pt x="92" y="120"/>
                      <a:pt x="84" y="112"/>
                    </a:cubicBezTo>
                    <a:cubicBezTo>
                      <a:pt x="75" y="103"/>
                      <a:pt x="71" y="95"/>
                      <a:pt x="67" y="85"/>
                    </a:cubicBezTo>
                    <a:cubicBezTo>
                      <a:pt x="66" y="83"/>
                      <a:pt x="60" y="74"/>
                      <a:pt x="59" y="7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105">
                <a:extLst>
                  <a:ext uri="{FF2B5EF4-FFF2-40B4-BE49-F238E27FC236}">
                    <a16:creationId xmlns:a16="http://schemas.microsoft.com/office/drawing/2014/main" id="{EC64D3FF-95B4-E0A2-6E9C-562E29FFF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3950" y="2757488"/>
                <a:ext cx="169863" cy="188913"/>
              </a:xfrm>
              <a:custGeom>
                <a:avLst/>
                <a:gdLst/>
                <a:ahLst/>
                <a:cxnLst>
                  <a:cxn ang="0">
                    <a:pos x="37" y="130"/>
                  </a:cxn>
                  <a:cxn ang="0">
                    <a:pos x="36" y="124"/>
                  </a:cxn>
                  <a:cxn ang="0">
                    <a:pos x="27" y="126"/>
                  </a:cxn>
                  <a:cxn ang="0">
                    <a:pos x="11" y="102"/>
                  </a:cxn>
                  <a:cxn ang="0">
                    <a:pos x="12" y="99"/>
                  </a:cxn>
                  <a:cxn ang="0">
                    <a:pos x="6" y="97"/>
                  </a:cxn>
                  <a:cxn ang="0">
                    <a:pos x="0" y="78"/>
                  </a:cxn>
                  <a:cxn ang="0">
                    <a:pos x="15" y="74"/>
                  </a:cxn>
                  <a:cxn ang="0">
                    <a:pos x="33" y="54"/>
                  </a:cxn>
                  <a:cxn ang="0">
                    <a:pos x="45" y="50"/>
                  </a:cxn>
                  <a:cxn ang="0">
                    <a:pos x="56" y="41"/>
                  </a:cxn>
                  <a:cxn ang="0">
                    <a:pos x="59" y="35"/>
                  </a:cxn>
                  <a:cxn ang="0">
                    <a:pos x="63" y="32"/>
                  </a:cxn>
                  <a:cxn ang="0">
                    <a:pos x="66" y="29"/>
                  </a:cxn>
                  <a:cxn ang="0">
                    <a:pos x="82" y="23"/>
                  </a:cxn>
                  <a:cxn ang="0">
                    <a:pos x="102" y="0"/>
                  </a:cxn>
                  <a:cxn ang="0">
                    <a:pos x="109" y="11"/>
                  </a:cxn>
                  <a:cxn ang="0">
                    <a:pos x="127" y="23"/>
                  </a:cxn>
                  <a:cxn ang="0">
                    <a:pos x="117" y="29"/>
                  </a:cxn>
                  <a:cxn ang="0">
                    <a:pos x="119" y="31"/>
                  </a:cxn>
                  <a:cxn ang="0">
                    <a:pos x="106" y="37"/>
                  </a:cxn>
                  <a:cxn ang="0">
                    <a:pos x="108" y="41"/>
                  </a:cxn>
                  <a:cxn ang="0">
                    <a:pos x="105" y="44"/>
                  </a:cxn>
                  <a:cxn ang="0">
                    <a:pos x="125" y="73"/>
                  </a:cxn>
                  <a:cxn ang="0">
                    <a:pos x="115" y="77"/>
                  </a:cxn>
                  <a:cxn ang="0">
                    <a:pos x="111" y="78"/>
                  </a:cxn>
                  <a:cxn ang="0">
                    <a:pos x="109" y="83"/>
                  </a:cxn>
                  <a:cxn ang="0">
                    <a:pos x="103" y="102"/>
                  </a:cxn>
                  <a:cxn ang="0">
                    <a:pos x="93" y="113"/>
                  </a:cxn>
                  <a:cxn ang="0">
                    <a:pos x="95" y="119"/>
                  </a:cxn>
                  <a:cxn ang="0">
                    <a:pos x="90" y="134"/>
                  </a:cxn>
                  <a:cxn ang="0">
                    <a:pos x="76" y="141"/>
                  </a:cxn>
                  <a:cxn ang="0">
                    <a:pos x="71" y="135"/>
                  </a:cxn>
                  <a:cxn ang="0">
                    <a:pos x="51" y="128"/>
                  </a:cxn>
                  <a:cxn ang="0">
                    <a:pos x="40" y="132"/>
                  </a:cxn>
                  <a:cxn ang="0">
                    <a:pos x="37" y="130"/>
                  </a:cxn>
                </a:cxnLst>
                <a:rect l="0" t="0" r="r" b="b"/>
                <a:pathLst>
                  <a:path w="127" h="141">
                    <a:moveTo>
                      <a:pt x="37" y="130"/>
                    </a:moveTo>
                    <a:cubicBezTo>
                      <a:pt x="36" y="130"/>
                      <a:pt x="36" y="125"/>
                      <a:pt x="36" y="124"/>
                    </a:cubicBezTo>
                    <a:cubicBezTo>
                      <a:pt x="32" y="123"/>
                      <a:pt x="30" y="126"/>
                      <a:pt x="27" y="126"/>
                    </a:cubicBezTo>
                    <a:cubicBezTo>
                      <a:pt x="10" y="126"/>
                      <a:pt x="17" y="110"/>
                      <a:pt x="11" y="102"/>
                    </a:cubicBezTo>
                    <a:cubicBezTo>
                      <a:pt x="11" y="101"/>
                      <a:pt x="12" y="100"/>
                      <a:pt x="12" y="99"/>
                    </a:cubicBezTo>
                    <a:cubicBezTo>
                      <a:pt x="11" y="97"/>
                      <a:pt x="8" y="97"/>
                      <a:pt x="6" y="97"/>
                    </a:cubicBezTo>
                    <a:cubicBezTo>
                      <a:pt x="4" y="96"/>
                      <a:pt x="0" y="80"/>
                      <a:pt x="0" y="78"/>
                    </a:cubicBezTo>
                    <a:cubicBezTo>
                      <a:pt x="0" y="71"/>
                      <a:pt x="9" y="74"/>
                      <a:pt x="15" y="74"/>
                    </a:cubicBezTo>
                    <a:cubicBezTo>
                      <a:pt x="29" y="74"/>
                      <a:pt x="27" y="60"/>
                      <a:pt x="33" y="54"/>
                    </a:cubicBezTo>
                    <a:cubicBezTo>
                      <a:pt x="36" y="51"/>
                      <a:pt x="41" y="51"/>
                      <a:pt x="45" y="50"/>
                    </a:cubicBezTo>
                    <a:cubicBezTo>
                      <a:pt x="52" y="49"/>
                      <a:pt x="52" y="44"/>
                      <a:pt x="56" y="41"/>
                    </a:cubicBezTo>
                    <a:cubicBezTo>
                      <a:pt x="54" y="39"/>
                      <a:pt x="59" y="35"/>
                      <a:pt x="59" y="35"/>
                    </a:cubicBezTo>
                    <a:cubicBezTo>
                      <a:pt x="61" y="34"/>
                      <a:pt x="61" y="33"/>
                      <a:pt x="63" y="32"/>
                    </a:cubicBezTo>
                    <a:cubicBezTo>
                      <a:pt x="64" y="32"/>
                      <a:pt x="65" y="30"/>
                      <a:pt x="66" y="29"/>
                    </a:cubicBezTo>
                    <a:cubicBezTo>
                      <a:pt x="70" y="25"/>
                      <a:pt x="80" y="27"/>
                      <a:pt x="82" y="23"/>
                    </a:cubicBezTo>
                    <a:cubicBezTo>
                      <a:pt x="85" y="16"/>
                      <a:pt x="95" y="0"/>
                      <a:pt x="102" y="0"/>
                    </a:cubicBezTo>
                    <a:cubicBezTo>
                      <a:pt x="109" y="0"/>
                      <a:pt x="109" y="4"/>
                      <a:pt x="109" y="11"/>
                    </a:cubicBezTo>
                    <a:cubicBezTo>
                      <a:pt x="109" y="20"/>
                      <a:pt x="127" y="15"/>
                      <a:pt x="127" y="23"/>
                    </a:cubicBezTo>
                    <a:cubicBezTo>
                      <a:pt x="127" y="27"/>
                      <a:pt x="117" y="25"/>
                      <a:pt x="117" y="29"/>
                    </a:cubicBezTo>
                    <a:cubicBezTo>
                      <a:pt x="117" y="30"/>
                      <a:pt x="118" y="31"/>
                      <a:pt x="119" y="31"/>
                    </a:cubicBezTo>
                    <a:cubicBezTo>
                      <a:pt x="118" y="32"/>
                      <a:pt x="106" y="37"/>
                      <a:pt x="106" y="37"/>
                    </a:cubicBezTo>
                    <a:cubicBezTo>
                      <a:pt x="107" y="38"/>
                      <a:pt x="108" y="40"/>
                      <a:pt x="108" y="41"/>
                    </a:cubicBezTo>
                    <a:cubicBezTo>
                      <a:pt x="107" y="42"/>
                      <a:pt x="105" y="43"/>
                      <a:pt x="105" y="44"/>
                    </a:cubicBezTo>
                    <a:cubicBezTo>
                      <a:pt x="105" y="51"/>
                      <a:pt x="117" y="73"/>
                      <a:pt x="125" y="73"/>
                    </a:cubicBezTo>
                    <a:cubicBezTo>
                      <a:pt x="124" y="79"/>
                      <a:pt x="120" y="77"/>
                      <a:pt x="115" y="77"/>
                    </a:cubicBezTo>
                    <a:cubicBezTo>
                      <a:pt x="114" y="77"/>
                      <a:pt x="112" y="78"/>
                      <a:pt x="111" y="78"/>
                    </a:cubicBezTo>
                    <a:cubicBezTo>
                      <a:pt x="109" y="83"/>
                      <a:pt x="109" y="83"/>
                      <a:pt x="109" y="83"/>
                    </a:cubicBezTo>
                    <a:cubicBezTo>
                      <a:pt x="106" y="92"/>
                      <a:pt x="103" y="95"/>
                      <a:pt x="103" y="102"/>
                    </a:cubicBezTo>
                    <a:cubicBezTo>
                      <a:pt x="98" y="103"/>
                      <a:pt x="93" y="110"/>
                      <a:pt x="93" y="113"/>
                    </a:cubicBezTo>
                    <a:cubicBezTo>
                      <a:pt x="93" y="116"/>
                      <a:pt x="95" y="117"/>
                      <a:pt x="95" y="119"/>
                    </a:cubicBezTo>
                    <a:cubicBezTo>
                      <a:pt x="95" y="122"/>
                      <a:pt x="90" y="129"/>
                      <a:pt x="90" y="134"/>
                    </a:cubicBezTo>
                    <a:cubicBezTo>
                      <a:pt x="83" y="135"/>
                      <a:pt x="82" y="141"/>
                      <a:pt x="76" y="141"/>
                    </a:cubicBezTo>
                    <a:cubicBezTo>
                      <a:pt x="72" y="141"/>
                      <a:pt x="71" y="137"/>
                      <a:pt x="71" y="135"/>
                    </a:cubicBezTo>
                    <a:cubicBezTo>
                      <a:pt x="64" y="133"/>
                      <a:pt x="59" y="128"/>
                      <a:pt x="51" y="128"/>
                    </a:cubicBezTo>
                    <a:cubicBezTo>
                      <a:pt x="48" y="128"/>
                      <a:pt x="45" y="132"/>
                      <a:pt x="40" y="132"/>
                    </a:cubicBezTo>
                    <a:cubicBezTo>
                      <a:pt x="39" y="132"/>
                      <a:pt x="38" y="130"/>
                      <a:pt x="37" y="1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Freeform 106">
                <a:extLst>
                  <a:ext uri="{FF2B5EF4-FFF2-40B4-BE49-F238E27FC236}">
                    <a16:creationId xmlns:a16="http://schemas.microsoft.com/office/drawing/2014/main" id="{16EA61C6-A5A0-ED3B-4CC3-D1962FB49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7463" y="2847975"/>
                <a:ext cx="106363" cy="123825"/>
              </a:xfrm>
              <a:custGeom>
                <a:avLst/>
                <a:gdLst/>
                <a:ahLst/>
                <a:cxnLst>
                  <a:cxn ang="0">
                    <a:pos x="31" y="34"/>
                  </a:cxn>
                  <a:cxn ang="0">
                    <a:pos x="27" y="38"/>
                  </a:cxn>
                  <a:cxn ang="0">
                    <a:pos x="17" y="24"/>
                  </a:cxn>
                  <a:cxn ang="0">
                    <a:pos x="32" y="16"/>
                  </a:cxn>
                  <a:cxn ang="0">
                    <a:pos x="49" y="15"/>
                  </a:cxn>
                  <a:cxn ang="0">
                    <a:pos x="64" y="18"/>
                  </a:cxn>
                  <a:cxn ang="0">
                    <a:pos x="77" y="4"/>
                  </a:cxn>
                  <a:cxn ang="0">
                    <a:pos x="79" y="0"/>
                  </a:cxn>
                  <a:cxn ang="0">
                    <a:pos x="77" y="0"/>
                  </a:cxn>
                  <a:cxn ang="0">
                    <a:pos x="63" y="10"/>
                  </a:cxn>
                  <a:cxn ang="0">
                    <a:pos x="59" y="10"/>
                  </a:cxn>
                  <a:cxn ang="0">
                    <a:pos x="28" y="5"/>
                  </a:cxn>
                  <a:cxn ang="0">
                    <a:pos x="12" y="30"/>
                  </a:cxn>
                  <a:cxn ang="0">
                    <a:pos x="8" y="37"/>
                  </a:cxn>
                  <a:cxn ang="0">
                    <a:pos x="0" y="61"/>
                  </a:cxn>
                  <a:cxn ang="0">
                    <a:pos x="8" y="66"/>
                  </a:cxn>
                  <a:cxn ang="0">
                    <a:pos x="8" y="87"/>
                  </a:cxn>
                  <a:cxn ang="0">
                    <a:pos x="16" y="93"/>
                  </a:cxn>
                  <a:cxn ang="0">
                    <a:pos x="22" y="76"/>
                  </a:cxn>
                  <a:cxn ang="0">
                    <a:pos x="18" y="61"/>
                  </a:cxn>
                  <a:cxn ang="0">
                    <a:pos x="25" y="56"/>
                  </a:cxn>
                  <a:cxn ang="0">
                    <a:pos x="28" y="56"/>
                  </a:cxn>
                  <a:cxn ang="0">
                    <a:pos x="27" y="65"/>
                  </a:cxn>
                  <a:cxn ang="0">
                    <a:pos x="34" y="79"/>
                  </a:cxn>
                  <a:cxn ang="0">
                    <a:pos x="34" y="83"/>
                  </a:cxn>
                  <a:cxn ang="0">
                    <a:pos x="39" y="83"/>
                  </a:cxn>
                  <a:cxn ang="0">
                    <a:pos x="49" y="73"/>
                  </a:cxn>
                  <a:cxn ang="0">
                    <a:pos x="43" y="65"/>
                  </a:cxn>
                  <a:cxn ang="0">
                    <a:pos x="45" y="63"/>
                  </a:cxn>
                  <a:cxn ang="0">
                    <a:pos x="34" y="44"/>
                  </a:cxn>
                  <a:cxn ang="0">
                    <a:pos x="57" y="31"/>
                  </a:cxn>
                  <a:cxn ang="0">
                    <a:pos x="57" y="28"/>
                  </a:cxn>
                  <a:cxn ang="0">
                    <a:pos x="31" y="36"/>
                  </a:cxn>
                  <a:cxn ang="0">
                    <a:pos x="31" y="34"/>
                  </a:cxn>
                </a:cxnLst>
                <a:rect l="0" t="0" r="r" b="b"/>
                <a:pathLst>
                  <a:path w="79" h="93">
                    <a:moveTo>
                      <a:pt x="31" y="34"/>
                    </a:moveTo>
                    <a:cubicBezTo>
                      <a:pt x="30" y="36"/>
                      <a:pt x="29" y="38"/>
                      <a:pt x="27" y="38"/>
                    </a:cubicBezTo>
                    <a:cubicBezTo>
                      <a:pt x="20" y="38"/>
                      <a:pt x="17" y="30"/>
                      <a:pt x="17" y="24"/>
                    </a:cubicBezTo>
                    <a:cubicBezTo>
                      <a:pt x="17" y="15"/>
                      <a:pt x="24" y="16"/>
                      <a:pt x="32" y="16"/>
                    </a:cubicBezTo>
                    <a:cubicBezTo>
                      <a:pt x="39" y="16"/>
                      <a:pt x="42" y="15"/>
                      <a:pt x="49" y="15"/>
                    </a:cubicBezTo>
                    <a:cubicBezTo>
                      <a:pt x="54" y="15"/>
                      <a:pt x="58" y="18"/>
                      <a:pt x="64" y="18"/>
                    </a:cubicBezTo>
                    <a:cubicBezTo>
                      <a:pt x="73" y="18"/>
                      <a:pt x="76" y="10"/>
                      <a:pt x="77" y="4"/>
                    </a:cubicBezTo>
                    <a:cubicBezTo>
                      <a:pt x="79" y="4"/>
                      <a:pt x="79" y="1"/>
                      <a:pt x="79" y="0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72" y="4"/>
                      <a:pt x="65" y="8"/>
                      <a:pt x="63" y="10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17" y="5"/>
                      <a:pt x="12" y="20"/>
                      <a:pt x="12" y="30"/>
                    </a:cubicBezTo>
                    <a:cubicBezTo>
                      <a:pt x="12" y="33"/>
                      <a:pt x="8" y="35"/>
                      <a:pt x="8" y="37"/>
                    </a:cubicBezTo>
                    <a:cubicBezTo>
                      <a:pt x="4" y="47"/>
                      <a:pt x="0" y="51"/>
                      <a:pt x="0" y="61"/>
                    </a:cubicBezTo>
                    <a:cubicBezTo>
                      <a:pt x="0" y="66"/>
                      <a:pt x="6" y="66"/>
                      <a:pt x="8" y="66"/>
                    </a:cubicBezTo>
                    <a:cubicBezTo>
                      <a:pt x="8" y="73"/>
                      <a:pt x="8" y="83"/>
                      <a:pt x="8" y="87"/>
                    </a:cubicBezTo>
                    <a:cubicBezTo>
                      <a:pt x="8" y="90"/>
                      <a:pt x="12" y="93"/>
                      <a:pt x="16" y="93"/>
                    </a:cubicBezTo>
                    <a:cubicBezTo>
                      <a:pt x="20" y="93"/>
                      <a:pt x="22" y="78"/>
                      <a:pt x="22" y="76"/>
                    </a:cubicBezTo>
                    <a:cubicBezTo>
                      <a:pt x="22" y="70"/>
                      <a:pt x="18" y="67"/>
                      <a:pt x="18" y="61"/>
                    </a:cubicBezTo>
                    <a:cubicBezTo>
                      <a:pt x="18" y="58"/>
                      <a:pt x="22" y="56"/>
                      <a:pt x="25" y="56"/>
                    </a:cubicBezTo>
                    <a:cubicBezTo>
                      <a:pt x="26" y="56"/>
                      <a:pt x="27" y="56"/>
                      <a:pt x="28" y="56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71"/>
                      <a:pt x="34" y="73"/>
                      <a:pt x="34" y="79"/>
                    </a:cubicBezTo>
                    <a:cubicBezTo>
                      <a:pt x="34" y="80"/>
                      <a:pt x="34" y="81"/>
                      <a:pt x="34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9" y="78"/>
                      <a:pt x="49" y="78"/>
                      <a:pt x="49" y="73"/>
                    </a:cubicBezTo>
                    <a:cubicBezTo>
                      <a:pt x="47" y="73"/>
                      <a:pt x="43" y="68"/>
                      <a:pt x="43" y="65"/>
                    </a:cubicBezTo>
                    <a:cubicBezTo>
                      <a:pt x="43" y="65"/>
                      <a:pt x="44" y="64"/>
                      <a:pt x="45" y="63"/>
                    </a:cubicBezTo>
                    <a:cubicBezTo>
                      <a:pt x="42" y="61"/>
                      <a:pt x="34" y="46"/>
                      <a:pt x="34" y="44"/>
                    </a:cubicBezTo>
                    <a:cubicBezTo>
                      <a:pt x="46" y="44"/>
                      <a:pt x="47" y="35"/>
                      <a:pt x="57" y="31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4" y="27"/>
                      <a:pt x="31" y="35"/>
                      <a:pt x="31" y="36"/>
                    </a:cubicBezTo>
                    <a:lnTo>
                      <a:pt x="31" y="3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5" name="Freeform 107">
                <a:extLst>
                  <a:ext uri="{FF2B5EF4-FFF2-40B4-BE49-F238E27FC236}">
                    <a16:creationId xmlns:a16="http://schemas.microsoft.com/office/drawing/2014/main" id="{96993411-744E-F391-A3AA-5766E8644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5213" y="2973388"/>
                <a:ext cx="171450" cy="49213"/>
              </a:xfrm>
              <a:custGeom>
                <a:avLst/>
                <a:gdLst/>
                <a:ahLst/>
                <a:cxnLst>
                  <a:cxn ang="0">
                    <a:pos x="123" y="36"/>
                  </a:cxn>
                  <a:cxn ang="0">
                    <a:pos x="114" y="33"/>
                  </a:cxn>
                  <a:cxn ang="0">
                    <a:pos x="114" y="37"/>
                  </a:cxn>
                  <a:cxn ang="0">
                    <a:pos x="67" y="31"/>
                  </a:cxn>
                  <a:cxn ang="0">
                    <a:pos x="56" y="25"/>
                  </a:cxn>
                  <a:cxn ang="0">
                    <a:pos x="32" y="22"/>
                  </a:cxn>
                  <a:cxn ang="0">
                    <a:pos x="14" y="20"/>
                  </a:cxn>
                  <a:cxn ang="0">
                    <a:pos x="0" y="10"/>
                  </a:cxn>
                  <a:cxn ang="0">
                    <a:pos x="11" y="1"/>
                  </a:cxn>
                  <a:cxn ang="0">
                    <a:pos x="14" y="3"/>
                  </a:cxn>
                  <a:cxn ang="0">
                    <a:pos x="22" y="0"/>
                  </a:cxn>
                  <a:cxn ang="0">
                    <a:pos x="55" y="14"/>
                  </a:cxn>
                  <a:cxn ang="0">
                    <a:pos x="68" y="7"/>
                  </a:cxn>
                  <a:cxn ang="0">
                    <a:pos x="88" y="15"/>
                  </a:cxn>
                  <a:cxn ang="0">
                    <a:pos x="101" y="14"/>
                  </a:cxn>
                  <a:cxn ang="0">
                    <a:pos x="105" y="14"/>
                  </a:cxn>
                  <a:cxn ang="0">
                    <a:pos x="89" y="17"/>
                  </a:cxn>
                  <a:cxn ang="0">
                    <a:pos x="107" y="22"/>
                  </a:cxn>
                  <a:cxn ang="0">
                    <a:pos x="111" y="26"/>
                  </a:cxn>
                  <a:cxn ang="0">
                    <a:pos x="121" y="27"/>
                  </a:cxn>
                  <a:cxn ang="0">
                    <a:pos x="128" y="31"/>
                  </a:cxn>
                  <a:cxn ang="0">
                    <a:pos x="123" y="36"/>
                  </a:cxn>
                </a:cxnLst>
                <a:rect l="0" t="0" r="r" b="b"/>
                <a:pathLst>
                  <a:path w="128" h="37">
                    <a:moveTo>
                      <a:pt x="123" y="36"/>
                    </a:moveTo>
                    <a:cubicBezTo>
                      <a:pt x="119" y="36"/>
                      <a:pt x="119" y="33"/>
                      <a:pt x="114" y="33"/>
                    </a:cubicBezTo>
                    <a:cubicBezTo>
                      <a:pt x="113" y="33"/>
                      <a:pt x="114" y="36"/>
                      <a:pt x="114" y="37"/>
                    </a:cubicBezTo>
                    <a:cubicBezTo>
                      <a:pt x="100" y="32"/>
                      <a:pt x="85" y="31"/>
                      <a:pt x="67" y="31"/>
                    </a:cubicBezTo>
                    <a:cubicBezTo>
                      <a:pt x="62" y="31"/>
                      <a:pt x="61" y="25"/>
                      <a:pt x="56" y="25"/>
                    </a:cubicBezTo>
                    <a:cubicBezTo>
                      <a:pt x="48" y="25"/>
                      <a:pt x="41" y="25"/>
                      <a:pt x="32" y="22"/>
                    </a:cubicBezTo>
                    <a:cubicBezTo>
                      <a:pt x="25" y="20"/>
                      <a:pt x="19" y="24"/>
                      <a:pt x="14" y="20"/>
                    </a:cubicBezTo>
                    <a:cubicBezTo>
                      <a:pt x="10" y="15"/>
                      <a:pt x="7" y="10"/>
                      <a:pt x="0" y="10"/>
                    </a:cubicBezTo>
                    <a:cubicBezTo>
                      <a:pt x="0" y="9"/>
                      <a:pt x="8" y="1"/>
                      <a:pt x="11" y="1"/>
                    </a:cubicBezTo>
                    <a:cubicBezTo>
                      <a:pt x="12" y="1"/>
                      <a:pt x="13" y="3"/>
                      <a:pt x="14" y="3"/>
                    </a:cubicBezTo>
                    <a:cubicBezTo>
                      <a:pt x="17" y="3"/>
                      <a:pt x="19" y="0"/>
                      <a:pt x="22" y="0"/>
                    </a:cubicBezTo>
                    <a:cubicBezTo>
                      <a:pt x="35" y="0"/>
                      <a:pt x="41" y="14"/>
                      <a:pt x="55" y="14"/>
                    </a:cubicBezTo>
                    <a:cubicBezTo>
                      <a:pt x="62" y="14"/>
                      <a:pt x="63" y="7"/>
                      <a:pt x="68" y="7"/>
                    </a:cubicBezTo>
                    <a:cubicBezTo>
                      <a:pt x="77" y="7"/>
                      <a:pt x="80" y="15"/>
                      <a:pt x="88" y="15"/>
                    </a:cubicBezTo>
                    <a:cubicBezTo>
                      <a:pt x="101" y="14"/>
                      <a:pt x="101" y="14"/>
                      <a:pt x="101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4" y="16"/>
                      <a:pt x="89" y="17"/>
                      <a:pt x="89" y="17"/>
                    </a:cubicBezTo>
                    <a:cubicBezTo>
                      <a:pt x="93" y="22"/>
                      <a:pt x="99" y="22"/>
                      <a:pt x="107" y="22"/>
                    </a:cubicBezTo>
                    <a:cubicBezTo>
                      <a:pt x="110" y="22"/>
                      <a:pt x="110" y="26"/>
                      <a:pt x="111" y="26"/>
                    </a:cubicBezTo>
                    <a:cubicBezTo>
                      <a:pt x="114" y="30"/>
                      <a:pt x="117" y="26"/>
                      <a:pt x="121" y="27"/>
                    </a:cubicBezTo>
                    <a:cubicBezTo>
                      <a:pt x="125" y="29"/>
                      <a:pt x="125" y="30"/>
                      <a:pt x="128" y="31"/>
                    </a:cubicBezTo>
                    <a:cubicBezTo>
                      <a:pt x="127" y="33"/>
                      <a:pt x="124" y="36"/>
                      <a:pt x="123" y="3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08">
                <a:extLst>
                  <a:ext uri="{FF2B5EF4-FFF2-40B4-BE49-F238E27FC236}">
                    <a16:creationId xmlns:a16="http://schemas.microsoft.com/office/drawing/2014/main" id="{47B65410-9C20-53EA-AB35-BC68F3220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6513" y="3013075"/>
                <a:ext cx="52388" cy="12700"/>
              </a:xfrm>
              <a:custGeom>
                <a:avLst/>
                <a:gdLst/>
                <a:ahLst/>
                <a:cxnLst>
                  <a:cxn ang="0">
                    <a:pos x="26" y="9"/>
                  </a:cxn>
                  <a:cxn ang="0">
                    <a:pos x="10" y="9"/>
                  </a:cxn>
                  <a:cxn ang="0">
                    <a:pos x="0" y="4"/>
                  </a:cxn>
                  <a:cxn ang="0">
                    <a:pos x="8" y="1"/>
                  </a:cxn>
                  <a:cxn ang="0">
                    <a:pos x="26" y="4"/>
                  </a:cxn>
                  <a:cxn ang="0">
                    <a:pos x="39" y="0"/>
                  </a:cxn>
                  <a:cxn ang="0">
                    <a:pos x="26" y="9"/>
                  </a:cxn>
                </a:cxnLst>
                <a:rect l="0" t="0" r="r" b="b"/>
                <a:pathLst>
                  <a:path w="39" h="9">
                    <a:moveTo>
                      <a:pt x="26" y="9"/>
                    </a:moveTo>
                    <a:cubicBezTo>
                      <a:pt x="20" y="9"/>
                      <a:pt x="13" y="9"/>
                      <a:pt x="10" y="9"/>
                    </a:cubicBezTo>
                    <a:cubicBezTo>
                      <a:pt x="7" y="9"/>
                      <a:pt x="0" y="9"/>
                      <a:pt x="0" y="4"/>
                    </a:cubicBezTo>
                    <a:cubicBezTo>
                      <a:pt x="0" y="1"/>
                      <a:pt x="5" y="1"/>
                      <a:pt x="8" y="1"/>
                    </a:cubicBezTo>
                    <a:cubicBezTo>
                      <a:pt x="16" y="1"/>
                      <a:pt x="19" y="4"/>
                      <a:pt x="26" y="4"/>
                    </a:cubicBezTo>
                    <a:cubicBezTo>
                      <a:pt x="32" y="4"/>
                      <a:pt x="35" y="2"/>
                      <a:pt x="39" y="0"/>
                    </a:cubicBezTo>
                    <a:cubicBezTo>
                      <a:pt x="35" y="6"/>
                      <a:pt x="32" y="7"/>
                      <a:pt x="26" y="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7" name="Freeform 109">
                <a:extLst>
                  <a:ext uri="{FF2B5EF4-FFF2-40B4-BE49-F238E27FC236}">
                    <a16:creationId xmlns:a16="http://schemas.microsoft.com/office/drawing/2014/main" id="{DD249E64-7E81-1D15-19D8-A930CF64C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35713" y="3016250"/>
                <a:ext cx="36513" cy="12700"/>
              </a:xfrm>
              <a:custGeom>
                <a:avLst/>
                <a:gdLst/>
                <a:ahLst/>
                <a:cxnLst>
                  <a:cxn ang="0">
                    <a:pos x="27" y="6"/>
                  </a:cxn>
                  <a:cxn ang="0">
                    <a:pos x="23" y="6"/>
                  </a:cxn>
                  <a:cxn ang="0">
                    <a:pos x="19" y="5"/>
                  </a:cxn>
                  <a:cxn ang="0">
                    <a:pos x="9" y="9"/>
                  </a:cxn>
                  <a:cxn ang="0">
                    <a:pos x="0" y="6"/>
                  </a:cxn>
                  <a:cxn ang="0">
                    <a:pos x="7" y="1"/>
                  </a:cxn>
                  <a:cxn ang="0">
                    <a:pos x="16" y="3"/>
                  </a:cxn>
                  <a:cxn ang="0">
                    <a:pos x="16" y="0"/>
                  </a:cxn>
                  <a:cxn ang="0">
                    <a:pos x="27" y="0"/>
                  </a:cxn>
                  <a:cxn ang="0">
                    <a:pos x="27" y="6"/>
                  </a:cxn>
                </a:cxnLst>
                <a:rect l="0" t="0" r="r" b="b"/>
                <a:pathLst>
                  <a:path w="27" h="9">
                    <a:moveTo>
                      <a:pt x="27" y="6"/>
                    </a:moveTo>
                    <a:cubicBezTo>
                      <a:pt x="23" y="6"/>
                      <a:pt x="23" y="6"/>
                      <a:pt x="23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5" y="6"/>
                      <a:pt x="13" y="9"/>
                      <a:pt x="9" y="9"/>
                    </a:cubicBezTo>
                    <a:cubicBezTo>
                      <a:pt x="5" y="9"/>
                      <a:pt x="0" y="8"/>
                      <a:pt x="0" y="6"/>
                    </a:cubicBezTo>
                    <a:cubicBezTo>
                      <a:pt x="0" y="1"/>
                      <a:pt x="3" y="1"/>
                      <a:pt x="7" y="1"/>
                    </a:cubicBezTo>
                    <a:cubicBezTo>
                      <a:pt x="11" y="1"/>
                      <a:pt x="13" y="2"/>
                      <a:pt x="16" y="3"/>
                    </a:cubicBezTo>
                    <a:cubicBezTo>
                      <a:pt x="16" y="2"/>
                      <a:pt x="16" y="1"/>
                      <a:pt x="16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3"/>
                      <a:pt x="26" y="5"/>
                      <a:pt x="27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8" name="Freeform 110">
                <a:extLst>
                  <a:ext uri="{FF2B5EF4-FFF2-40B4-BE49-F238E27FC236}">
                    <a16:creationId xmlns:a16="http://schemas.microsoft.com/office/drawing/2014/main" id="{A741ED78-3199-B2BA-4261-F19DC8578F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3813" y="3030538"/>
                <a:ext cx="26988" cy="19050"/>
              </a:xfrm>
              <a:custGeom>
                <a:avLst/>
                <a:gdLst/>
                <a:ahLst/>
                <a:cxnLst>
                  <a:cxn ang="0">
                    <a:pos x="15" y="14"/>
                  </a:cxn>
                  <a:cxn ang="0">
                    <a:pos x="12" y="9"/>
                  </a:cxn>
                  <a:cxn ang="0">
                    <a:pos x="0" y="4"/>
                  </a:cxn>
                  <a:cxn ang="0">
                    <a:pos x="9" y="1"/>
                  </a:cxn>
                  <a:cxn ang="0">
                    <a:pos x="13" y="1"/>
                  </a:cxn>
                  <a:cxn ang="0">
                    <a:pos x="20" y="11"/>
                  </a:cxn>
                  <a:cxn ang="0">
                    <a:pos x="16" y="14"/>
                  </a:cxn>
                  <a:cxn ang="0">
                    <a:pos x="15" y="14"/>
                  </a:cxn>
                </a:cxnLst>
                <a:rect l="0" t="0" r="r" b="b"/>
                <a:pathLst>
                  <a:path w="20" h="14">
                    <a:moveTo>
                      <a:pt x="15" y="14"/>
                    </a:moveTo>
                    <a:cubicBezTo>
                      <a:pt x="12" y="14"/>
                      <a:pt x="12" y="10"/>
                      <a:pt x="12" y="9"/>
                    </a:cubicBezTo>
                    <a:cubicBezTo>
                      <a:pt x="8" y="9"/>
                      <a:pt x="0" y="8"/>
                      <a:pt x="0" y="4"/>
                    </a:cubicBezTo>
                    <a:cubicBezTo>
                      <a:pt x="0" y="0"/>
                      <a:pt x="6" y="1"/>
                      <a:pt x="9" y="1"/>
                    </a:cubicBezTo>
                    <a:cubicBezTo>
                      <a:pt x="10" y="1"/>
                      <a:pt x="12" y="1"/>
                      <a:pt x="13" y="1"/>
                    </a:cubicBezTo>
                    <a:cubicBezTo>
                      <a:pt x="13" y="7"/>
                      <a:pt x="20" y="6"/>
                      <a:pt x="20" y="11"/>
                    </a:cubicBezTo>
                    <a:cubicBezTo>
                      <a:pt x="20" y="13"/>
                      <a:pt x="18" y="14"/>
                      <a:pt x="16" y="14"/>
                    </a:cubicBezTo>
                    <a:cubicBezTo>
                      <a:pt x="16" y="14"/>
                      <a:pt x="15" y="14"/>
                      <a:pt x="15" y="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Freeform 111">
                <a:extLst>
                  <a:ext uri="{FF2B5EF4-FFF2-40B4-BE49-F238E27FC236}">
                    <a16:creationId xmlns:a16="http://schemas.microsoft.com/office/drawing/2014/main" id="{EA8D1D91-6A12-7598-EEDD-2FF089F6A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3013" y="3014663"/>
                <a:ext cx="11113" cy="11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8" y="3"/>
                  </a:cxn>
                  <a:cxn ang="0">
                    <a:pos x="3" y="8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6" y="0"/>
                      <a:pt x="6" y="2"/>
                      <a:pt x="8" y="3"/>
                    </a:cubicBezTo>
                    <a:cubicBezTo>
                      <a:pt x="7" y="6"/>
                      <a:pt x="5" y="8"/>
                      <a:pt x="3" y="8"/>
                    </a:cubicBezTo>
                    <a:cubicBezTo>
                      <a:pt x="2" y="8"/>
                      <a:pt x="0" y="6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Freeform 112">
                <a:extLst>
                  <a:ext uri="{FF2B5EF4-FFF2-40B4-BE49-F238E27FC236}">
                    <a16:creationId xmlns:a16="http://schemas.microsoft.com/office/drawing/2014/main" id="{4927D2B1-436E-BF14-3309-41193B1AD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8425" y="3016250"/>
                <a:ext cx="58738" cy="34925"/>
              </a:xfrm>
              <a:custGeom>
                <a:avLst/>
                <a:gdLst/>
                <a:ahLst/>
                <a:cxnLst>
                  <a:cxn ang="0">
                    <a:pos x="19" y="13"/>
                  </a:cxn>
                  <a:cxn ang="0">
                    <a:pos x="17" y="19"/>
                  </a:cxn>
                  <a:cxn ang="0">
                    <a:pos x="3" y="26"/>
                  </a:cxn>
                  <a:cxn ang="0">
                    <a:pos x="0" y="22"/>
                  </a:cxn>
                  <a:cxn ang="0">
                    <a:pos x="15" y="10"/>
                  </a:cxn>
                  <a:cxn ang="0">
                    <a:pos x="17" y="6"/>
                  </a:cxn>
                  <a:cxn ang="0">
                    <a:pos x="45" y="3"/>
                  </a:cxn>
                  <a:cxn ang="0">
                    <a:pos x="19" y="13"/>
                  </a:cxn>
                </a:cxnLst>
                <a:rect l="0" t="0" r="r" b="b"/>
                <a:pathLst>
                  <a:path w="45" h="26">
                    <a:moveTo>
                      <a:pt x="19" y="13"/>
                    </a:moveTo>
                    <a:cubicBezTo>
                      <a:pt x="16" y="13"/>
                      <a:pt x="19" y="17"/>
                      <a:pt x="17" y="19"/>
                    </a:cubicBezTo>
                    <a:cubicBezTo>
                      <a:pt x="15" y="21"/>
                      <a:pt x="8" y="26"/>
                      <a:pt x="3" y="26"/>
                    </a:cubicBezTo>
                    <a:cubicBezTo>
                      <a:pt x="1" y="26"/>
                      <a:pt x="0" y="24"/>
                      <a:pt x="0" y="22"/>
                    </a:cubicBezTo>
                    <a:cubicBezTo>
                      <a:pt x="0" y="12"/>
                      <a:pt x="8" y="12"/>
                      <a:pt x="15" y="10"/>
                    </a:cubicBezTo>
                    <a:cubicBezTo>
                      <a:pt x="16" y="10"/>
                      <a:pt x="16" y="7"/>
                      <a:pt x="17" y="6"/>
                    </a:cubicBezTo>
                    <a:cubicBezTo>
                      <a:pt x="21" y="2"/>
                      <a:pt x="41" y="0"/>
                      <a:pt x="45" y="3"/>
                    </a:cubicBezTo>
                    <a:cubicBezTo>
                      <a:pt x="40" y="9"/>
                      <a:pt x="26" y="13"/>
                      <a:pt x="19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Freeform 113">
                <a:extLst>
                  <a:ext uri="{FF2B5EF4-FFF2-40B4-BE49-F238E27FC236}">
                    <a16:creationId xmlns:a16="http://schemas.microsoft.com/office/drawing/2014/main" id="{D5F136D2-B030-6DD0-F98B-045DEB4D8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9700" y="2922588"/>
                <a:ext cx="17463" cy="19050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8" y="14"/>
                  </a:cxn>
                  <a:cxn ang="0">
                    <a:pos x="0" y="5"/>
                  </a:cxn>
                  <a:cxn ang="0">
                    <a:pos x="13" y="8"/>
                  </a:cxn>
                </a:cxnLst>
                <a:rect l="0" t="0" r="r" b="b"/>
                <a:pathLst>
                  <a:path w="13" h="14">
                    <a:moveTo>
                      <a:pt x="13" y="8"/>
                    </a:moveTo>
                    <a:cubicBezTo>
                      <a:pt x="13" y="9"/>
                      <a:pt x="10" y="14"/>
                      <a:pt x="8" y="14"/>
                    </a:cubicBezTo>
                    <a:cubicBezTo>
                      <a:pt x="6" y="14"/>
                      <a:pt x="0" y="9"/>
                      <a:pt x="0" y="5"/>
                    </a:cubicBezTo>
                    <a:cubicBezTo>
                      <a:pt x="0" y="0"/>
                      <a:pt x="13" y="4"/>
                      <a:pt x="13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Freeform 114">
                <a:extLst>
                  <a:ext uri="{FF2B5EF4-FFF2-40B4-BE49-F238E27FC236}">
                    <a16:creationId xmlns:a16="http://schemas.microsoft.com/office/drawing/2014/main" id="{E8234737-6D6D-07FC-3327-12033640B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9863" y="2924175"/>
                <a:ext cx="47625" cy="14288"/>
              </a:xfrm>
              <a:custGeom>
                <a:avLst/>
                <a:gdLst/>
                <a:ahLst/>
                <a:cxnLst>
                  <a:cxn ang="0">
                    <a:pos x="31" y="2"/>
                  </a:cxn>
                  <a:cxn ang="0">
                    <a:pos x="36" y="10"/>
                  </a:cxn>
                  <a:cxn ang="0">
                    <a:pos x="34" y="10"/>
                  </a:cxn>
                  <a:cxn ang="0">
                    <a:pos x="18" y="6"/>
                  </a:cxn>
                  <a:cxn ang="0">
                    <a:pos x="8" y="6"/>
                  </a:cxn>
                  <a:cxn ang="0">
                    <a:pos x="0" y="4"/>
                  </a:cxn>
                  <a:cxn ang="0">
                    <a:pos x="3" y="0"/>
                  </a:cxn>
                  <a:cxn ang="0">
                    <a:pos x="23" y="0"/>
                  </a:cxn>
                  <a:cxn ang="0">
                    <a:pos x="30" y="2"/>
                  </a:cxn>
                  <a:cxn ang="0">
                    <a:pos x="31" y="2"/>
                  </a:cxn>
                </a:cxnLst>
                <a:rect l="0" t="0" r="r" b="b"/>
                <a:pathLst>
                  <a:path w="36" h="10">
                    <a:moveTo>
                      <a:pt x="31" y="2"/>
                    </a:moveTo>
                    <a:cubicBezTo>
                      <a:pt x="32" y="5"/>
                      <a:pt x="36" y="6"/>
                      <a:pt x="36" y="10"/>
                    </a:cubicBezTo>
                    <a:cubicBezTo>
                      <a:pt x="36" y="10"/>
                      <a:pt x="35" y="10"/>
                      <a:pt x="34" y="10"/>
                    </a:cubicBezTo>
                    <a:cubicBezTo>
                      <a:pt x="28" y="10"/>
                      <a:pt x="25" y="6"/>
                      <a:pt x="18" y="6"/>
                    </a:cubicBezTo>
                    <a:cubicBezTo>
                      <a:pt x="14" y="6"/>
                      <a:pt x="12" y="6"/>
                      <a:pt x="8" y="6"/>
                    </a:cubicBezTo>
                    <a:cubicBezTo>
                      <a:pt x="6" y="6"/>
                      <a:pt x="0" y="4"/>
                      <a:pt x="0" y="4"/>
                    </a:cubicBezTo>
                    <a:cubicBezTo>
                      <a:pt x="0" y="2"/>
                      <a:pt x="3" y="1"/>
                      <a:pt x="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3"/>
                      <a:pt x="27" y="2"/>
                      <a:pt x="30" y="2"/>
                    </a:cubicBezTo>
                    <a:lnTo>
                      <a:pt x="31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Freeform 115">
                <a:extLst>
                  <a:ext uri="{FF2B5EF4-FFF2-40B4-BE49-F238E27FC236}">
                    <a16:creationId xmlns:a16="http://schemas.microsoft.com/office/drawing/2014/main" id="{99C0FD1E-BCE5-27F7-31D2-F9A678A5A1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3513" y="2836863"/>
                <a:ext cx="19050" cy="46038"/>
              </a:xfrm>
              <a:custGeom>
                <a:avLst/>
                <a:gdLst/>
                <a:ahLst/>
                <a:cxnLst>
                  <a:cxn ang="0">
                    <a:pos x="4" y="28"/>
                  </a:cxn>
                  <a:cxn ang="0">
                    <a:pos x="4" y="25"/>
                  </a:cxn>
                  <a:cxn ang="0">
                    <a:pos x="14" y="24"/>
                  </a:cxn>
                  <a:cxn ang="0">
                    <a:pos x="11" y="17"/>
                  </a:cxn>
                  <a:cxn ang="0">
                    <a:pos x="15" y="12"/>
                  </a:cxn>
                  <a:cxn ang="0">
                    <a:pos x="4" y="0"/>
                  </a:cxn>
                  <a:cxn ang="0">
                    <a:pos x="0" y="9"/>
                  </a:cxn>
                  <a:cxn ang="0">
                    <a:pos x="3" y="21"/>
                  </a:cxn>
                  <a:cxn ang="0">
                    <a:pos x="3" y="27"/>
                  </a:cxn>
                  <a:cxn ang="0">
                    <a:pos x="9" y="35"/>
                  </a:cxn>
                  <a:cxn ang="0">
                    <a:pos x="4" y="28"/>
                  </a:cxn>
                </a:cxnLst>
                <a:rect l="0" t="0" r="r" b="b"/>
                <a:pathLst>
                  <a:path w="15" h="35">
                    <a:moveTo>
                      <a:pt x="4" y="28"/>
                    </a:moveTo>
                    <a:cubicBezTo>
                      <a:pt x="4" y="25"/>
                      <a:pt x="4" y="25"/>
                      <a:pt x="4" y="25"/>
                    </a:cubicBezTo>
                    <a:cubicBezTo>
                      <a:pt x="8" y="25"/>
                      <a:pt x="12" y="24"/>
                      <a:pt x="14" y="24"/>
                    </a:cubicBezTo>
                    <a:cubicBezTo>
                      <a:pt x="14" y="20"/>
                      <a:pt x="11" y="20"/>
                      <a:pt x="11" y="17"/>
                    </a:cubicBezTo>
                    <a:cubicBezTo>
                      <a:pt x="11" y="15"/>
                      <a:pt x="15" y="14"/>
                      <a:pt x="15" y="12"/>
                    </a:cubicBezTo>
                    <a:cubicBezTo>
                      <a:pt x="8" y="10"/>
                      <a:pt x="4" y="6"/>
                      <a:pt x="4" y="0"/>
                    </a:cubicBezTo>
                    <a:cubicBezTo>
                      <a:pt x="0" y="2"/>
                      <a:pt x="0" y="5"/>
                      <a:pt x="0" y="9"/>
                    </a:cubicBezTo>
                    <a:cubicBezTo>
                      <a:pt x="0" y="15"/>
                      <a:pt x="3" y="16"/>
                      <a:pt x="3" y="21"/>
                    </a:cubicBezTo>
                    <a:cubicBezTo>
                      <a:pt x="3" y="26"/>
                      <a:pt x="3" y="24"/>
                      <a:pt x="3" y="27"/>
                    </a:cubicBezTo>
                    <a:cubicBezTo>
                      <a:pt x="3" y="30"/>
                      <a:pt x="4" y="35"/>
                      <a:pt x="9" y="35"/>
                    </a:cubicBezTo>
                    <a:cubicBezTo>
                      <a:pt x="7" y="32"/>
                      <a:pt x="6" y="31"/>
                      <a:pt x="4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Freeform 119">
                <a:extLst>
                  <a:ext uri="{FF2B5EF4-FFF2-40B4-BE49-F238E27FC236}">
                    <a16:creationId xmlns:a16="http://schemas.microsoft.com/office/drawing/2014/main" id="{FCA84A85-F5A8-3A1D-D5E5-16EF48E2B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4613" y="2709863"/>
                <a:ext cx="76200" cy="71438"/>
              </a:xfrm>
              <a:custGeom>
                <a:avLst/>
                <a:gdLst/>
                <a:ahLst/>
                <a:cxnLst>
                  <a:cxn ang="0">
                    <a:pos x="48" y="38"/>
                  </a:cxn>
                  <a:cxn ang="0">
                    <a:pos x="46" y="35"/>
                  </a:cxn>
                  <a:cxn ang="0">
                    <a:pos x="42" y="40"/>
                  </a:cxn>
                  <a:cxn ang="0">
                    <a:pos x="47" y="48"/>
                  </a:cxn>
                  <a:cxn ang="0">
                    <a:pos x="42" y="53"/>
                  </a:cxn>
                  <a:cxn ang="0">
                    <a:pos x="40" y="50"/>
                  </a:cxn>
                  <a:cxn ang="0">
                    <a:pos x="36" y="51"/>
                  </a:cxn>
                  <a:cxn ang="0">
                    <a:pos x="26" y="37"/>
                  </a:cxn>
                  <a:cxn ang="0">
                    <a:pos x="28" y="32"/>
                  </a:cxn>
                  <a:cxn ang="0">
                    <a:pos x="27" y="29"/>
                  </a:cxn>
                  <a:cxn ang="0">
                    <a:pos x="21" y="28"/>
                  </a:cxn>
                  <a:cxn ang="0">
                    <a:pos x="21" y="32"/>
                  </a:cxn>
                  <a:cxn ang="0">
                    <a:pos x="17" y="30"/>
                  </a:cxn>
                  <a:cxn ang="0">
                    <a:pos x="16" y="32"/>
                  </a:cxn>
                  <a:cxn ang="0">
                    <a:pos x="12" y="28"/>
                  </a:cxn>
                  <a:cxn ang="0">
                    <a:pos x="4" y="45"/>
                  </a:cxn>
                  <a:cxn ang="0">
                    <a:pos x="4" y="36"/>
                  </a:cxn>
                  <a:cxn ang="0">
                    <a:pos x="2" y="32"/>
                  </a:cxn>
                  <a:cxn ang="0">
                    <a:pos x="5" y="22"/>
                  </a:cxn>
                  <a:cxn ang="0">
                    <a:pos x="19" y="14"/>
                  </a:cxn>
                  <a:cxn ang="0">
                    <a:pos x="26" y="20"/>
                  </a:cxn>
                  <a:cxn ang="0">
                    <a:pos x="28" y="20"/>
                  </a:cxn>
                  <a:cxn ang="0">
                    <a:pos x="32" y="15"/>
                  </a:cxn>
                  <a:cxn ang="0">
                    <a:pos x="41" y="9"/>
                  </a:cxn>
                  <a:cxn ang="0">
                    <a:pos x="42" y="0"/>
                  </a:cxn>
                  <a:cxn ang="0">
                    <a:pos x="48" y="4"/>
                  </a:cxn>
                  <a:cxn ang="0">
                    <a:pos x="58" y="33"/>
                  </a:cxn>
                  <a:cxn ang="0">
                    <a:pos x="53" y="46"/>
                  </a:cxn>
                  <a:cxn ang="0">
                    <a:pos x="48" y="36"/>
                  </a:cxn>
                  <a:cxn ang="0">
                    <a:pos x="48" y="38"/>
                  </a:cxn>
                </a:cxnLst>
                <a:rect l="0" t="0" r="r" b="b"/>
                <a:pathLst>
                  <a:path w="58" h="53">
                    <a:moveTo>
                      <a:pt x="48" y="38"/>
                    </a:moveTo>
                    <a:cubicBezTo>
                      <a:pt x="48" y="37"/>
                      <a:pt x="47" y="36"/>
                      <a:pt x="46" y="35"/>
                    </a:cubicBezTo>
                    <a:cubicBezTo>
                      <a:pt x="44" y="37"/>
                      <a:pt x="42" y="38"/>
                      <a:pt x="42" y="40"/>
                    </a:cubicBezTo>
                    <a:cubicBezTo>
                      <a:pt x="42" y="43"/>
                      <a:pt x="47" y="44"/>
                      <a:pt x="47" y="48"/>
                    </a:cubicBezTo>
                    <a:cubicBezTo>
                      <a:pt x="47" y="51"/>
                      <a:pt x="45" y="53"/>
                      <a:pt x="42" y="53"/>
                    </a:cubicBezTo>
                    <a:cubicBezTo>
                      <a:pt x="41" y="53"/>
                      <a:pt x="40" y="51"/>
                      <a:pt x="40" y="50"/>
                    </a:cubicBezTo>
                    <a:cubicBezTo>
                      <a:pt x="39" y="51"/>
                      <a:pt x="37" y="51"/>
                      <a:pt x="36" y="51"/>
                    </a:cubicBezTo>
                    <a:cubicBezTo>
                      <a:pt x="31" y="51"/>
                      <a:pt x="26" y="44"/>
                      <a:pt x="26" y="37"/>
                    </a:cubicBezTo>
                    <a:cubicBezTo>
                      <a:pt x="26" y="34"/>
                      <a:pt x="27" y="33"/>
                      <a:pt x="28" y="32"/>
                    </a:cubicBezTo>
                    <a:cubicBezTo>
                      <a:pt x="28" y="31"/>
                      <a:pt x="27" y="30"/>
                      <a:pt x="27" y="2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30"/>
                      <a:pt x="20" y="31"/>
                      <a:pt x="21" y="32"/>
                    </a:cubicBezTo>
                    <a:cubicBezTo>
                      <a:pt x="18" y="32"/>
                      <a:pt x="18" y="31"/>
                      <a:pt x="17" y="30"/>
                    </a:cubicBezTo>
                    <a:cubicBezTo>
                      <a:pt x="17" y="30"/>
                      <a:pt x="16" y="31"/>
                      <a:pt x="16" y="32"/>
                    </a:cubicBezTo>
                    <a:cubicBezTo>
                      <a:pt x="14" y="31"/>
                      <a:pt x="12" y="28"/>
                      <a:pt x="12" y="28"/>
                    </a:cubicBezTo>
                    <a:cubicBezTo>
                      <a:pt x="8" y="32"/>
                      <a:pt x="8" y="45"/>
                      <a:pt x="4" y="45"/>
                    </a:cubicBezTo>
                    <a:cubicBezTo>
                      <a:pt x="0" y="45"/>
                      <a:pt x="4" y="37"/>
                      <a:pt x="4" y="36"/>
                    </a:cubicBezTo>
                    <a:cubicBezTo>
                      <a:pt x="4" y="35"/>
                      <a:pt x="2" y="33"/>
                      <a:pt x="2" y="32"/>
                    </a:cubicBezTo>
                    <a:cubicBezTo>
                      <a:pt x="2" y="28"/>
                      <a:pt x="4" y="26"/>
                      <a:pt x="5" y="22"/>
                    </a:cubicBezTo>
                    <a:cubicBezTo>
                      <a:pt x="13" y="22"/>
                      <a:pt x="11" y="14"/>
                      <a:pt x="19" y="14"/>
                    </a:cubicBezTo>
                    <a:cubicBezTo>
                      <a:pt x="24" y="14"/>
                      <a:pt x="23" y="20"/>
                      <a:pt x="26" y="20"/>
                    </a:cubicBezTo>
                    <a:cubicBezTo>
                      <a:pt x="27" y="20"/>
                      <a:pt x="27" y="20"/>
                      <a:pt x="28" y="20"/>
                    </a:cubicBezTo>
                    <a:cubicBezTo>
                      <a:pt x="28" y="18"/>
                      <a:pt x="30" y="16"/>
                      <a:pt x="32" y="15"/>
                    </a:cubicBezTo>
                    <a:cubicBezTo>
                      <a:pt x="32" y="10"/>
                      <a:pt x="39" y="12"/>
                      <a:pt x="41" y="9"/>
                    </a:cubicBezTo>
                    <a:cubicBezTo>
                      <a:pt x="42" y="7"/>
                      <a:pt x="42" y="1"/>
                      <a:pt x="42" y="0"/>
                    </a:cubicBezTo>
                    <a:cubicBezTo>
                      <a:pt x="45" y="0"/>
                      <a:pt x="47" y="2"/>
                      <a:pt x="48" y="4"/>
                    </a:cubicBezTo>
                    <a:cubicBezTo>
                      <a:pt x="51" y="7"/>
                      <a:pt x="58" y="30"/>
                      <a:pt x="58" y="33"/>
                    </a:cubicBezTo>
                    <a:cubicBezTo>
                      <a:pt x="58" y="37"/>
                      <a:pt x="53" y="39"/>
                      <a:pt x="53" y="46"/>
                    </a:cubicBezTo>
                    <a:cubicBezTo>
                      <a:pt x="51" y="46"/>
                      <a:pt x="48" y="37"/>
                      <a:pt x="48" y="36"/>
                    </a:cubicBezTo>
                    <a:lnTo>
                      <a:pt x="48" y="3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5" name="Freeform 120">
                <a:extLst>
                  <a:ext uri="{FF2B5EF4-FFF2-40B4-BE49-F238E27FC236}">
                    <a16:creationId xmlns:a16="http://schemas.microsoft.com/office/drawing/2014/main" id="{516A8BE2-FBFD-A806-D318-86905DDF1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4763" y="2690813"/>
                <a:ext cx="36513" cy="39688"/>
              </a:xfrm>
              <a:custGeom>
                <a:avLst/>
                <a:gdLst/>
                <a:ahLst/>
                <a:cxnLst>
                  <a:cxn ang="0">
                    <a:pos x="3" y="29"/>
                  </a:cxn>
                  <a:cxn ang="0">
                    <a:pos x="0" y="29"/>
                  </a:cxn>
                  <a:cxn ang="0">
                    <a:pos x="22" y="5"/>
                  </a:cxn>
                  <a:cxn ang="0">
                    <a:pos x="25" y="0"/>
                  </a:cxn>
                  <a:cxn ang="0">
                    <a:pos x="28" y="6"/>
                  </a:cxn>
                  <a:cxn ang="0">
                    <a:pos x="24" y="9"/>
                  </a:cxn>
                  <a:cxn ang="0">
                    <a:pos x="17" y="13"/>
                  </a:cxn>
                  <a:cxn ang="0">
                    <a:pos x="3" y="29"/>
                  </a:cxn>
                </a:cxnLst>
                <a:rect l="0" t="0" r="r" b="b"/>
                <a:pathLst>
                  <a:path w="28" h="29">
                    <a:moveTo>
                      <a:pt x="3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4" y="18"/>
                      <a:pt x="18" y="13"/>
                      <a:pt x="22" y="5"/>
                    </a:cubicBezTo>
                    <a:cubicBezTo>
                      <a:pt x="23" y="3"/>
                      <a:pt x="23" y="1"/>
                      <a:pt x="25" y="0"/>
                    </a:cubicBezTo>
                    <a:cubicBezTo>
                      <a:pt x="24" y="4"/>
                      <a:pt x="26" y="5"/>
                      <a:pt x="28" y="6"/>
                    </a:cubicBezTo>
                    <a:cubicBezTo>
                      <a:pt x="26" y="8"/>
                      <a:pt x="26" y="9"/>
                      <a:pt x="24" y="9"/>
                    </a:cubicBezTo>
                    <a:cubicBezTo>
                      <a:pt x="23" y="12"/>
                      <a:pt x="20" y="13"/>
                      <a:pt x="17" y="13"/>
                    </a:cubicBezTo>
                    <a:cubicBezTo>
                      <a:pt x="15" y="22"/>
                      <a:pt x="8" y="26"/>
                      <a:pt x="3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" name="Freeform 121">
                <a:extLst>
                  <a:ext uri="{FF2B5EF4-FFF2-40B4-BE49-F238E27FC236}">
                    <a16:creationId xmlns:a16="http://schemas.microsoft.com/office/drawing/2014/main" id="{7D33270C-6D80-9580-B4B5-580A759C4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3338" y="2563813"/>
                <a:ext cx="71438" cy="101600"/>
              </a:xfrm>
              <a:custGeom>
                <a:avLst/>
                <a:gdLst/>
                <a:ahLst/>
                <a:cxnLst>
                  <a:cxn ang="0">
                    <a:pos x="4" y="31"/>
                  </a:cxn>
                  <a:cxn ang="0">
                    <a:pos x="6" y="20"/>
                  </a:cxn>
                  <a:cxn ang="0">
                    <a:pos x="5" y="7"/>
                  </a:cxn>
                  <a:cxn ang="0">
                    <a:pos x="9" y="0"/>
                  </a:cxn>
                  <a:cxn ang="0">
                    <a:pos x="16" y="7"/>
                  </a:cxn>
                  <a:cxn ang="0">
                    <a:pos x="21" y="3"/>
                  </a:cxn>
                  <a:cxn ang="0">
                    <a:pos x="22" y="5"/>
                  </a:cxn>
                  <a:cxn ang="0">
                    <a:pos x="23" y="8"/>
                  </a:cxn>
                  <a:cxn ang="0">
                    <a:pos x="28" y="25"/>
                  </a:cxn>
                  <a:cxn ang="0">
                    <a:pos x="20" y="42"/>
                  </a:cxn>
                  <a:cxn ang="0">
                    <a:pos x="30" y="59"/>
                  </a:cxn>
                  <a:cxn ang="0">
                    <a:pos x="30" y="58"/>
                  </a:cxn>
                  <a:cxn ang="0">
                    <a:pos x="34" y="55"/>
                  </a:cxn>
                  <a:cxn ang="0">
                    <a:pos x="43" y="64"/>
                  </a:cxn>
                  <a:cxn ang="0">
                    <a:pos x="46" y="61"/>
                  </a:cxn>
                  <a:cxn ang="0">
                    <a:pos x="49" y="62"/>
                  </a:cxn>
                  <a:cxn ang="0">
                    <a:pos x="46" y="66"/>
                  </a:cxn>
                  <a:cxn ang="0">
                    <a:pos x="49" y="66"/>
                  </a:cxn>
                  <a:cxn ang="0">
                    <a:pos x="54" y="71"/>
                  </a:cxn>
                  <a:cxn ang="0">
                    <a:pos x="54" y="74"/>
                  </a:cxn>
                  <a:cxn ang="0">
                    <a:pos x="53" y="76"/>
                  </a:cxn>
                  <a:cxn ang="0">
                    <a:pos x="51" y="73"/>
                  </a:cxn>
                  <a:cxn ang="0">
                    <a:pos x="36" y="61"/>
                  </a:cxn>
                  <a:cxn ang="0">
                    <a:pos x="37" y="69"/>
                  </a:cxn>
                  <a:cxn ang="0">
                    <a:pos x="25" y="60"/>
                  </a:cxn>
                  <a:cxn ang="0">
                    <a:pos x="19" y="62"/>
                  </a:cxn>
                  <a:cxn ang="0">
                    <a:pos x="13" y="57"/>
                  </a:cxn>
                  <a:cxn ang="0">
                    <a:pos x="15" y="53"/>
                  </a:cxn>
                  <a:cxn ang="0">
                    <a:pos x="15" y="49"/>
                  </a:cxn>
                  <a:cxn ang="0">
                    <a:pos x="13" y="49"/>
                  </a:cxn>
                  <a:cxn ang="0">
                    <a:pos x="10" y="51"/>
                  </a:cxn>
                  <a:cxn ang="0">
                    <a:pos x="1" y="44"/>
                  </a:cxn>
                  <a:cxn ang="0">
                    <a:pos x="4" y="31"/>
                  </a:cxn>
                </a:cxnLst>
                <a:rect l="0" t="0" r="r" b="b"/>
                <a:pathLst>
                  <a:path w="54" h="76">
                    <a:moveTo>
                      <a:pt x="4" y="31"/>
                    </a:moveTo>
                    <a:cubicBezTo>
                      <a:pt x="6" y="28"/>
                      <a:pt x="6" y="23"/>
                      <a:pt x="6" y="20"/>
                    </a:cubicBezTo>
                    <a:cubicBezTo>
                      <a:pt x="7" y="15"/>
                      <a:pt x="5" y="12"/>
                      <a:pt x="5" y="7"/>
                    </a:cubicBezTo>
                    <a:cubicBezTo>
                      <a:pt x="5" y="3"/>
                      <a:pt x="6" y="0"/>
                      <a:pt x="9" y="0"/>
                    </a:cubicBezTo>
                    <a:cubicBezTo>
                      <a:pt x="13" y="0"/>
                      <a:pt x="12" y="7"/>
                      <a:pt x="16" y="7"/>
                    </a:cubicBezTo>
                    <a:cubicBezTo>
                      <a:pt x="18" y="7"/>
                      <a:pt x="20" y="4"/>
                      <a:pt x="21" y="3"/>
                    </a:cubicBezTo>
                    <a:cubicBezTo>
                      <a:pt x="21" y="3"/>
                      <a:pt x="22" y="4"/>
                      <a:pt x="22" y="5"/>
                    </a:cubicBezTo>
                    <a:cubicBezTo>
                      <a:pt x="22" y="6"/>
                      <a:pt x="23" y="7"/>
                      <a:pt x="23" y="8"/>
                    </a:cubicBezTo>
                    <a:cubicBezTo>
                      <a:pt x="23" y="13"/>
                      <a:pt x="28" y="18"/>
                      <a:pt x="28" y="25"/>
                    </a:cubicBezTo>
                    <a:cubicBezTo>
                      <a:pt x="28" y="33"/>
                      <a:pt x="20" y="34"/>
                      <a:pt x="20" y="42"/>
                    </a:cubicBezTo>
                    <a:cubicBezTo>
                      <a:pt x="20" y="48"/>
                      <a:pt x="26" y="57"/>
                      <a:pt x="30" y="59"/>
                    </a:cubicBezTo>
                    <a:cubicBezTo>
                      <a:pt x="30" y="59"/>
                      <a:pt x="30" y="58"/>
                      <a:pt x="30" y="58"/>
                    </a:cubicBezTo>
                    <a:cubicBezTo>
                      <a:pt x="30" y="56"/>
                      <a:pt x="32" y="54"/>
                      <a:pt x="34" y="55"/>
                    </a:cubicBezTo>
                    <a:cubicBezTo>
                      <a:pt x="39" y="55"/>
                      <a:pt x="40" y="63"/>
                      <a:pt x="43" y="64"/>
                    </a:cubicBezTo>
                    <a:cubicBezTo>
                      <a:pt x="44" y="64"/>
                      <a:pt x="45" y="61"/>
                      <a:pt x="46" y="61"/>
                    </a:cubicBezTo>
                    <a:cubicBezTo>
                      <a:pt x="47" y="61"/>
                      <a:pt x="48" y="62"/>
                      <a:pt x="49" y="62"/>
                    </a:cubicBezTo>
                    <a:cubicBezTo>
                      <a:pt x="48" y="64"/>
                      <a:pt x="46" y="64"/>
                      <a:pt x="46" y="66"/>
                    </a:cubicBezTo>
                    <a:cubicBezTo>
                      <a:pt x="46" y="67"/>
                      <a:pt x="48" y="67"/>
                      <a:pt x="49" y="66"/>
                    </a:cubicBezTo>
                    <a:cubicBezTo>
                      <a:pt x="49" y="69"/>
                      <a:pt x="51" y="71"/>
                      <a:pt x="54" y="71"/>
                    </a:cubicBezTo>
                    <a:cubicBezTo>
                      <a:pt x="54" y="72"/>
                      <a:pt x="54" y="73"/>
                      <a:pt x="54" y="74"/>
                    </a:cubicBezTo>
                    <a:cubicBezTo>
                      <a:pt x="54" y="75"/>
                      <a:pt x="53" y="76"/>
                      <a:pt x="53" y="76"/>
                    </a:cubicBezTo>
                    <a:cubicBezTo>
                      <a:pt x="51" y="76"/>
                      <a:pt x="51" y="74"/>
                      <a:pt x="51" y="73"/>
                    </a:cubicBezTo>
                    <a:cubicBezTo>
                      <a:pt x="48" y="69"/>
                      <a:pt x="39" y="65"/>
                      <a:pt x="36" y="61"/>
                    </a:cubicBezTo>
                    <a:cubicBezTo>
                      <a:pt x="34" y="64"/>
                      <a:pt x="35" y="66"/>
                      <a:pt x="37" y="69"/>
                    </a:cubicBezTo>
                    <a:cubicBezTo>
                      <a:pt x="31" y="69"/>
                      <a:pt x="31" y="60"/>
                      <a:pt x="25" y="60"/>
                    </a:cubicBezTo>
                    <a:cubicBezTo>
                      <a:pt x="23" y="60"/>
                      <a:pt x="21" y="62"/>
                      <a:pt x="19" y="62"/>
                    </a:cubicBezTo>
                    <a:cubicBezTo>
                      <a:pt x="16" y="62"/>
                      <a:pt x="13" y="59"/>
                      <a:pt x="13" y="57"/>
                    </a:cubicBezTo>
                    <a:cubicBezTo>
                      <a:pt x="13" y="55"/>
                      <a:pt x="14" y="53"/>
                      <a:pt x="15" y="53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50"/>
                      <a:pt x="11" y="51"/>
                      <a:pt x="10" y="51"/>
                    </a:cubicBezTo>
                    <a:cubicBezTo>
                      <a:pt x="8" y="51"/>
                      <a:pt x="1" y="47"/>
                      <a:pt x="1" y="44"/>
                    </a:cubicBezTo>
                    <a:cubicBezTo>
                      <a:pt x="1" y="38"/>
                      <a:pt x="0" y="30"/>
                      <a:pt x="4" y="3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7" name="Freeform 122">
                <a:extLst>
                  <a:ext uri="{FF2B5EF4-FFF2-40B4-BE49-F238E27FC236}">
                    <a16:creationId xmlns:a16="http://schemas.microsoft.com/office/drawing/2014/main" id="{DB812042-0266-CB53-3705-3FFB66935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7950" y="2665413"/>
                <a:ext cx="23813" cy="41275"/>
              </a:xfrm>
              <a:custGeom>
                <a:avLst/>
                <a:gdLst/>
                <a:ahLst/>
                <a:cxnLst>
                  <a:cxn ang="0">
                    <a:pos x="16" y="20"/>
                  </a:cxn>
                  <a:cxn ang="0">
                    <a:pos x="10" y="20"/>
                  </a:cxn>
                  <a:cxn ang="0">
                    <a:pos x="14" y="28"/>
                  </a:cxn>
                  <a:cxn ang="0">
                    <a:pos x="14" y="30"/>
                  </a:cxn>
                  <a:cxn ang="0">
                    <a:pos x="10" y="30"/>
                  </a:cxn>
                  <a:cxn ang="0">
                    <a:pos x="8" y="25"/>
                  </a:cxn>
                  <a:cxn ang="0">
                    <a:pos x="8" y="23"/>
                  </a:cxn>
                  <a:cxn ang="0">
                    <a:pos x="2" y="17"/>
                  </a:cxn>
                  <a:cxn ang="0">
                    <a:pos x="2" y="15"/>
                  </a:cxn>
                  <a:cxn ang="0">
                    <a:pos x="8" y="15"/>
                  </a:cxn>
                  <a:cxn ang="0">
                    <a:pos x="10" y="13"/>
                  </a:cxn>
                  <a:cxn ang="0">
                    <a:pos x="0" y="2"/>
                  </a:cxn>
                  <a:cxn ang="0">
                    <a:pos x="4" y="0"/>
                  </a:cxn>
                  <a:cxn ang="0">
                    <a:pos x="13" y="2"/>
                  </a:cxn>
                  <a:cxn ang="0">
                    <a:pos x="13" y="6"/>
                  </a:cxn>
                  <a:cxn ang="0">
                    <a:pos x="15" y="6"/>
                  </a:cxn>
                  <a:cxn ang="0">
                    <a:pos x="15" y="12"/>
                  </a:cxn>
                  <a:cxn ang="0">
                    <a:pos x="18" y="15"/>
                  </a:cxn>
                  <a:cxn ang="0">
                    <a:pos x="16" y="20"/>
                  </a:cxn>
                </a:cxnLst>
                <a:rect l="0" t="0" r="r" b="b"/>
                <a:pathLst>
                  <a:path w="18" h="30">
                    <a:moveTo>
                      <a:pt x="16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3"/>
                      <a:pt x="12" y="27"/>
                      <a:pt x="14" y="28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30"/>
                      <a:pt x="11" y="30"/>
                      <a:pt x="10" y="30"/>
                    </a:cubicBezTo>
                    <a:cubicBezTo>
                      <a:pt x="7" y="30"/>
                      <a:pt x="7" y="27"/>
                      <a:pt x="8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5" y="23"/>
                      <a:pt x="3" y="19"/>
                      <a:pt x="2" y="17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4" y="15"/>
                      <a:pt x="7" y="15"/>
                      <a:pt x="8" y="15"/>
                    </a:cubicBezTo>
                    <a:cubicBezTo>
                      <a:pt x="8" y="15"/>
                      <a:pt x="10" y="14"/>
                      <a:pt x="10" y="13"/>
                    </a:cubicBezTo>
                    <a:cubicBezTo>
                      <a:pt x="10" y="8"/>
                      <a:pt x="1" y="5"/>
                      <a:pt x="0" y="2"/>
                    </a:cubicBezTo>
                    <a:cubicBezTo>
                      <a:pt x="1" y="1"/>
                      <a:pt x="3" y="0"/>
                      <a:pt x="4" y="0"/>
                    </a:cubicBezTo>
                    <a:cubicBezTo>
                      <a:pt x="7" y="0"/>
                      <a:pt x="9" y="2"/>
                      <a:pt x="13" y="2"/>
                    </a:cubicBezTo>
                    <a:cubicBezTo>
                      <a:pt x="13" y="3"/>
                      <a:pt x="13" y="5"/>
                      <a:pt x="13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5" y="8"/>
                      <a:pt x="15" y="12"/>
                      <a:pt x="15" y="12"/>
                    </a:cubicBezTo>
                    <a:cubicBezTo>
                      <a:pt x="15" y="12"/>
                      <a:pt x="18" y="15"/>
                      <a:pt x="18" y="15"/>
                    </a:cubicBezTo>
                    <a:cubicBezTo>
                      <a:pt x="18" y="18"/>
                      <a:pt x="17" y="19"/>
                      <a:pt x="16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8" name="Freeform 123">
                <a:extLst>
                  <a:ext uri="{FF2B5EF4-FFF2-40B4-BE49-F238E27FC236}">
                    <a16:creationId xmlns:a16="http://schemas.microsoft.com/office/drawing/2014/main" id="{3447C60A-C8D9-220C-C0EB-11E9E1F9C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3025" y="2676525"/>
                <a:ext cx="19050" cy="25400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14" y="7"/>
                  </a:cxn>
                  <a:cxn ang="0">
                    <a:pos x="1" y="19"/>
                  </a:cxn>
                  <a:cxn ang="0">
                    <a:pos x="0" y="2"/>
                  </a:cxn>
                  <a:cxn ang="0">
                    <a:pos x="2" y="0"/>
                  </a:cxn>
                  <a:cxn ang="0">
                    <a:pos x="5" y="2"/>
                  </a:cxn>
                  <a:cxn ang="0">
                    <a:pos x="3" y="1"/>
                  </a:cxn>
                </a:cxnLst>
                <a:rect l="0" t="0" r="r" b="b"/>
                <a:pathLst>
                  <a:path w="14" h="19">
                    <a:moveTo>
                      <a:pt x="3" y="1"/>
                    </a:moveTo>
                    <a:cubicBezTo>
                      <a:pt x="4" y="3"/>
                      <a:pt x="14" y="4"/>
                      <a:pt x="14" y="7"/>
                    </a:cubicBezTo>
                    <a:cubicBezTo>
                      <a:pt x="14" y="14"/>
                      <a:pt x="5" y="17"/>
                      <a:pt x="1" y="19"/>
                    </a:cubicBezTo>
                    <a:cubicBezTo>
                      <a:pt x="1" y="13"/>
                      <a:pt x="0" y="6"/>
                      <a:pt x="0" y="2"/>
                    </a:cubicBezTo>
                    <a:cubicBezTo>
                      <a:pt x="0" y="1"/>
                      <a:pt x="2" y="0"/>
                      <a:pt x="2" y="0"/>
                    </a:cubicBezTo>
                    <a:cubicBezTo>
                      <a:pt x="3" y="0"/>
                      <a:pt x="4" y="2"/>
                      <a:pt x="5" y="2"/>
                    </a:cubicBezTo>
                    <a:lnTo>
                      <a:pt x="3" y="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9" name="Freeform 124">
                <a:extLst>
                  <a:ext uri="{FF2B5EF4-FFF2-40B4-BE49-F238E27FC236}">
                    <a16:creationId xmlns:a16="http://schemas.microsoft.com/office/drawing/2014/main" id="{CFA79860-88A4-FA65-8E7F-83BBD08D6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2550" y="2692400"/>
                <a:ext cx="19050" cy="31750"/>
              </a:xfrm>
              <a:custGeom>
                <a:avLst/>
                <a:gdLst/>
                <a:ahLst/>
                <a:cxnLst>
                  <a:cxn ang="0">
                    <a:pos x="14" y="5"/>
                  </a:cxn>
                  <a:cxn ang="0">
                    <a:pos x="9" y="17"/>
                  </a:cxn>
                  <a:cxn ang="0">
                    <a:pos x="11" y="22"/>
                  </a:cxn>
                  <a:cxn ang="0">
                    <a:pos x="9" y="24"/>
                  </a:cxn>
                  <a:cxn ang="0">
                    <a:pos x="0" y="14"/>
                  </a:cxn>
                  <a:cxn ang="0">
                    <a:pos x="4" y="12"/>
                  </a:cxn>
                  <a:cxn ang="0">
                    <a:pos x="8" y="1"/>
                  </a:cxn>
                  <a:cxn ang="0">
                    <a:pos x="14" y="5"/>
                  </a:cxn>
                </a:cxnLst>
                <a:rect l="0" t="0" r="r" b="b"/>
                <a:pathLst>
                  <a:path w="14" h="24">
                    <a:moveTo>
                      <a:pt x="14" y="5"/>
                    </a:moveTo>
                    <a:cubicBezTo>
                      <a:pt x="14" y="10"/>
                      <a:pt x="10" y="13"/>
                      <a:pt x="9" y="17"/>
                    </a:cubicBezTo>
                    <a:cubicBezTo>
                      <a:pt x="9" y="21"/>
                      <a:pt x="11" y="20"/>
                      <a:pt x="11" y="22"/>
                    </a:cubicBezTo>
                    <a:cubicBezTo>
                      <a:pt x="11" y="23"/>
                      <a:pt x="10" y="24"/>
                      <a:pt x="9" y="24"/>
                    </a:cubicBezTo>
                    <a:cubicBezTo>
                      <a:pt x="7" y="24"/>
                      <a:pt x="0" y="17"/>
                      <a:pt x="0" y="14"/>
                    </a:cubicBezTo>
                    <a:cubicBezTo>
                      <a:pt x="0" y="13"/>
                      <a:pt x="3" y="12"/>
                      <a:pt x="4" y="12"/>
                    </a:cubicBezTo>
                    <a:cubicBezTo>
                      <a:pt x="4" y="11"/>
                      <a:pt x="6" y="1"/>
                      <a:pt x="8" y="1"/>
                    </a:cubicBezTo>
                    <a:cubicBezTo>
                      <a:pt x="12" y="0"/>
                      <a:pt x="14" y="3"/>
                      <a:pt x="14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0" name="Freeform 125">
                <a:extLst>
                  <a:ext uri="{FF2B5EF4-FFF2-40B4-BE49-F238E27FC236}">
                    <a16:creationId xmlns:a16="http://schemas.microsoft.com/office/drawing/2014/main" id="{DFB24403-4BD7-4448-74A3-245D0BF7C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0013" y="2693988"/>
                <a:ext cx="7938" cy="206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15"/>
                  </a:cxn>
                  <a:cxn ang="0">
                    <a:pos x="0" y="15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7" h="15">
                    <a:moveTo>
                      <a:pt x="7" y="0"/>
                    </a:moveTo>
                    <a:cubicBezTo>
                      <a:pt x="7" y="7"/>
                      <a:pt x="2" y="9"/>
                      <a:pt x="2" y="15"/>
                    </a:cubicBezTo>
                    <a:cubicBezTo>
                      <a:pt x="2" y="15"/>
                      <a:pt x="0" y="15"/>
                      <a:pt x="0" y="15"/>
                    </a:cubicBezTo>
                    <a:cubicBezTo>
                      <a:pt x="1" y="10"/>
                      <a:pt x="4" y="7"/>
                      <a:pt x="4" y="0"/>
                    </a:cubicBezTo>
                    <a:cubicBezTo>
                      <a:pt x="5" y="0"/>
                      <a:pt x="6" y="0"/>
                      <a:pt x="7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1" name="Freeform 126">
                <a:extLst>
                  <a:ext uri="{FF2B5EF4-FFF2-40B4-BE49-F238E27FC236}">
                    <a16:creationId xmlns:a16="http://schemas.microsoft.com/office/drawing/2014/main" id="{89213224-29A8-4243-DE7D-ADF105B89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4775" y="2706688"/>
                <a:ext cx="11113" cy="11113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3" y="0"/>
                  </a:cxn>
                  <a:cxn ang="0">
                    <a:pos x="8" y="0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cubicBezTo>
                      <a:pt x="8" y="4"/>
                      <a:pt x="6" y="8"/>
                      <a:pt x="2" y="8"/>
                    </a:cubicBezTo>
                    <a:cubicBezTo>
                      <a:pt x="1" y="8"/>
                      <a:pt x="0" y="6"/>
                      <a:pt x="0" y="6"/>
                    </a:cubicBezTo>
                    <a:cubicBezTo>
                      <a:pt x="0" y="3"/>
                      <a:pt x="2" y="2"/>
                      <a:pt x="3" y="0"/>
                    </a:cubicBezTo>
                    <a:cubicBezTo>
                      <a:pt x="5" y="1"/>
                      <a:pt x="7" y="1"/>
                      <a:pt x="8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2" name="Freeform 127">
                <a:extLst>
                  <a:ext uri="{FF2B5EF4-FFF2-40B4-BE49-F238E27FC236}">
                    <a16:creationId xmlns:a16="http://schemas.microsoft.com/office/drawing/2014/main" id="{011BD815-3DAA-6BAC-D82A-8E8AD5AB9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2075" y="2665413"/>
                <a:ext cx="12700" cy="17463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0" y="10"/>
                  </a:cxn>
                  <a:cxn ang="0">
                    <a:pos x="6" y="6"/>
                  </a:cxn>
                  <a:cxn ang="0">
                    <a:pos x="0" y="6"/>
                  </a:cxn>
                </a:cxnLst>
                <a:rect l="0" t="0" r="r" b="b"/>
                <a:pathLst>
                  <a:path w="10" h="12">
                    <a:moveTo>
                      <a:pt x="0" y="6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4"/>
                      <a:pt x="10" y="5"/>
                      <a:pt x="10" y="10"/>
                    </a:cubicBezTo>
                    <a:cubicBezTo>
                      <a:pt x="10" y="12"/>
                      <a:pt x="6" y="8"/>
                      <a:pt x="6" y="6"/>
                    </a:cubicBezTo>
                    <a:cubicBezTo>
                      <a:pt x="4" y="5"/>
                      <a:pt x="2" y="6"/>
                      <a:pt x="0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3" name="Freeform 128">
                <a:extLst>
                  <a:ext uri="{FF2B5EF4-FFF2-40B4-BE49-F238E27FC236}">
                    <a16:creationId xmlns:a16="http://schemas.microsoft.com/office/drawing/2014/main" id="{4BD12975-859D-2B9F-F882-E59DC4AE3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7625" y="2649538"/>
                <a:ext cx="19050" cy="20638"/>
              </a:xfrm>
              <a:custGeom>
                <a:avLst/>
                <a:gdLst/>
                <a:ahLst/>
                <a:cxnLst>
                  <a:cxn ang="0">
                    <a:pos x="11" y="15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4" y="7"/>
                  </a:cxn>
                  <a:cxn ang="0">
                    <a:pos x="11" y="15"/>
                  </a:cxn>
                </a:cxnLst>
                <a:rect l="0" t="0" r="r" b="b"/>
                <a:pathLst>
                  <a:path w="15" h="15">
                    <a:moveTo>
                      <a:pt x="11" y="15"/>
                    </a:moveTo>
                    <a:cubicBezTo>
                      <a:pt x="9" y="15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8" y="3"/>
                      <a:pt x="13" y="2"/>
                      <a:pt x="14" y="7"/>
                    </a:cubicBezTo>
                    <a:cubicBezTo>
                      <a:pt x="15" y="10"/>
                      <a:pt x="13" y="15"/>
                      <a:pt x="11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4" name="Freeform 129">
                <a:extLst>
                  <a:ext uri="{FF2B5EF4-FFF2-40B4-BE49-F238E27FC236}">
                    <a16:creationId xmlns:a16="http://schemas.microsoft.com/office/drawing/2014/main" id="{C9FD648B-8A95-DE71-5637-18F15D8CC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6675" y="2652713"/>
                <a:ext cx="6350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1"/>
                      <a:pt x="3" y="1"/>
                      <a:pt x="4" y="1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5" name="Freeform 130">
                <a:extLst>
                  <a:ext uri="{FF2B5EF4-FFF2-40B4-BE49-F238E27FC236}">
                    <a16:creationId xmlns:a16="http://schemas.microsoft.com/office/drawing/2014/main" id="{467B035A-F850-1586-E93B-8A8EE545E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2441575"/>
                <a:ext cx="36513" cy="50800"/>
              </a:xfrm>
              <a:custGeom>
                <a:avLst/>
                <a:gdLst/>
                <a:ahLst/>
                <a:cxnLst>
                  <a:cxn ang="0">
                    <a:pos x="8" y="39"/>
                  </a:cxn>
                  <a:cxn ang="0">
                    <a:pos x="1" y="26"/>
                  </a:cxn>
                  <a:cxn ang="0">
                    <a:pos x="16" y="0"/>
                  </a:cxn>
                  <a:cxn ang="0">
                    <a:pos x="8" y="39"/>
                  </a:cxn>
                </a:cxnLst>
                <a:rect l="0" t="0" r="r" b="b"/>
                <a:pathLst>
                  <a:path w="27" h="39">
                    <a:moveTo>
                      <a:pt x="8" y="39"/>
                    </a:moveTo>
                    <a:cubicBezTo>
                      <a:pt x="0" y="39"/>
                      <a:pt x="1" y="33"/>
                      <a:pt x="1" y="26"/>
                    </a:cubicBezTo>
                    <a:cubicBezTo>
                      <a:pt x="1" y="17"/>
                      <a:pt x="10" y="0"/>
                      <a:pt x="16" y="0"/>
                    </a:cubicBezTo>
                    <a:cubicBezTo>
                      <a:pt x="27" y="0"/>
                      <a:pt x="18" y="39"/>
                      <a:pt x="8" y="3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6" name="Freeform 131">
                <a:extLst>
                  <a:ext uri="{FF2B5EF4-FFF2-40B4-BE49-F238E27FC236}">
                    <a16:creationId xmlns:a16="http://schemas.microsoft.com/office/drawing/2014/main" id="{8B1702E2-0490-00E1-7755-B4A2308ED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4425" y="2532063"/>
                <a:ext cx="41275" cy="34925"/>
              </a:xfrm>
              <a:custGeom>
                <a:avLst/>
                <a:gdLst/>
                <a:ahLst/>
                <a:cxnLst>
                  <a:cxn ang="0">
                    <a:pos x="2" y="11"/>
                  </a:cxn>
                  <a:cxn ang="0">
                    <a:pos x="26" y="0"/>
                  </a:cxn>
                  <a:cxn ang="0">
                    <a:pos x="31" y="7"/>
                  </a:cxn>
                  <a:cxn ang="0">
                    <a:pos x="11" y="27"/>
                  </a:cxn>
                  <a:cxn ang="0">
                    <a:pos x="2" y="18"/>
                  </a:cxn>
                  <a:cxn ang="0">
                    <a:pos x="2" y="11"/>
                  </a:cxn>
                </a:cxnLst>
                <a:rect l="0" t="0" r="r" b="b"/>
                <a:pathLst>
                  <a:path w="31" h="27">
                    <a:moveTo>
                      <a:pt x="2" y="11"/>
                    </a:moveTo>
                    <a:cubicBezTo>
                      <a:pt x="5" y="11"/>
                      <a:pt x="20" y="0"/>
                      <a:pt x="26" y="0"/>
                    </a:cubicBezTo>
                    <a:cubicBezTo>
                      <a:pt x="28" y="0"/>
                      <a:pt x="31" y="4"/>
                      <a:pt x="31" y="7"/>
                    </a:cubicBezTo>
                    <a:cubicBezTo>
                      <a:pt x="31" y="13"/>
                      <a:pt x="18" y="27"/>
                      <a:pt x="11" y="27"/>
                    </a:cubicBezTo>
                    <a:cubicBezTo>
                      <a:pt x="5" y="27"/>
                      <a:pt x="2" y="24"/>
                      <a:pt x="2" y="18"/>
                    </a:cubicBezTo>
                    <a:cubicBezTo>
                      <a:pt x="2" y="15"/>
                      <a:pt x="0" y="11"/>
                      <a:pt x="2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7" name="Freeform 132">
                <a:extLst>
                  <a:ext uri="{FF2B5EF4-FFF2-40B4-BE49-F238E27FC236}">
                    <a16:creationId xmlns:a16="http://schemas.microsoft.com/office/drawing/2014/main" id="{1D542A8F-14DA-D53A-E47F-8F5B80507F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5038" y="2476500"/>
                <a:ext cx="195263" cy="374650"/>
              </a:xfrm>
              <a:custGeom>
                <a:avLst/>
                <a:gdLst/>
                <a:ahLst/>
                <a:cxnLst>
                  <a:cxn ang="0">
                    <a:pos x="12" y="172"/>
                  </a:cxn>
                  <a:cxn ang="0">
                    <a:pos x="21" y="152"/>
                  </a:cxn>
                  <a:cxn ang="0">
                    <a:pos x="25" y="147"/>
                  </a:cxn>
                  <a:cxn ang="0">
                    <a:pos x="15" y="119"/>
                  </a:cxn>
                  <a:cxn ang="0">
                    <a:pos x="8" y="109"/>
                  </a:cxn>
                  <a:cxn ang="0">
                    <a:pos x="8" y="105"/>
                  </a:cxn>
                  <a:cxn ang="0">
                    <a:pos x="8" y="106"/>
                  </a:cxn>
                  <a:cxn ang="0">
                    <a:pos x="12" y="96"/>
                  </a:cxn>
                  <a:cxn ang="0">
                    <a:pos x="9" y="77"/>
                  </a:cxn>
                  <a:cxn ang="0">
                    <a:pos x="0" y="65"/>
                  </a:cxn>
                  <a:cxn ang="0">
                    <a:pos x="8" y="47"/>
                  </a:cxn>
                  <a:cxn ang="0">
                    <a:pos x="19" y="43"/>
                  </a:cxn>
                  <a:cxn ang="0">
                    <a:pos x="45" y="19"/>
                  </a:cxn>
                  <a:cxn ang="0">
                    <a:pos x="47" y="19"/>
                  </a:cxn>
                  <a:cxn ang="0">
                    <a:pos x="50" y="24"/>
                  </a:cxn>
                  <a:cxn ang="0">
                    <a:pos x="52" y="20"/>
                  </a:cxn>
                  <a:cxn ang="0">
                    <a:pos x="52" y="9"/>
                  </a:cxn>
                  <a:cxn ang="0">
                    <a:pos x="64" y="6"/>
                  </a:cxn>
                  <a:cxn ang="0">
                    <a:pos x="78" y="6"/>
                  </a:cxn>
                  <a:cxn ang="0">
                    <a:pos x="96" y="0"/>
                  </a:cxn>
                  <a:cxn ang="0">
                    <a:pos x="115" y="5"/>
                  </a:cxn>
                  <a:cxn ang="0">
                    <a:pos x="130" y="22"/>
                  </a:cxn>
                  <a:cxn ang="0">
                    <a:pos x="100" y="58"/>
                  </a:cxn>
                  <a:cxn ang="0">
                    <a:pos x="104" y="64"/>
                  </a:cxn>
                  <a:cxn ang="0">
                    <a:pos x="129" y="93"/>
                  </a:cxn>
                  <a:cxn ang="0">
                    <a:pos x="147" y="134"/>
                  </a:cxn>
                  <a:cxn ang="0">
                    <a:pos x="142" y="156"/>
                  </a:cxn>
                  <a:cxn ang="0">
                    <a:pos x="115" y="170"/>
                  </a:cxn>
                  <a:cxn ang="0">
                    <a:pos x="105" y="180"/>
                  </a:cxn>
                  <a:cxn ang="0">
                    <a:pos x="104" y="176"/>
                  </a:cxn>
                  <a:cxn ang="0">
                    <a:pos x="104" y="181"/>
                  </a:cxn>
                  <a:cxn ang="0">
                    <a:pos x="93" y="192"/>
                  </a:cxn>
                  <a:cxn ang="0">
                    <a:pos x="90" y="183"/>
                  </a:cxn>
                  <a:cxn ang="0">
                    <a:pos x="91" y="177"/>
                  </a:cxn>
                  <a:cxn ang="0">
                    <a:pos x="88" y="170"/>
                  </a:cxn>
                  <a:cxn ang="0">
                    <a:pos x="73" y="161"/>
                  </a:cxn>
                  <a:cxn ang="0">
                    <a:pos x="63" y="149"/>
                  </a:cxn>
                  <a:cxn ang="0">
                    <a:pos x="43" y="141"/>
                  </a:cxn>
                  <a:cxn ang="0">
                    <a:pos x="41" y="135"/>
                  </a:cxn>
                  <a:cxn ang="0">
                    <a:pos x="30" y="129"/>
                  </a:cxn>
                  <a:cxn ang="0">
                    <a:pos x="27" y="134"/>
                  </a:cxn>
                  <a:cxn ang="0">
                    <a:pos x="29" y="142"/>
                  </a:cxn>
                  <a:cxn ang="0">
                    <a:pos x="16" y="171"/>
                  </a:cxn>
                  <a:cxn ang="0">
                    <a:pos x="31" y="192"/>
                  </a:cxn>
                  <a:cxn ang="0">
                    <a:pos x="30" y="192"/>
                  </a:cxn>
                  <a:cxn ang="0">
                    <a:pos x="35" y="206"/>
                  </a:cxn>
                  <a:cxn ang="0">
                    <a:pos x="73" y="243"/>
                  </a:cxn>
                  <a:cxn ang="0">
                    <a:pos x="71" y="251"/>
                  </a:cxn>
                  <a:cxn ang="0">
                    <a:pos x="80" y="267"/>
                  </a:cxn>
                  <a:cxn ang="0">
                    <a:pos x="84" y="280"/>
                  </a:cxn>
                  <a:cxn ang="0">
                    <a:pos x="78" y="280"/>
                  </a:cxn>
                  <a:cxn ang="0">
                    <a:pos x="75" y="282"/>
                  </a:cxn>
                  <a:cxn ang="0">
                    <a:pos x="68" y="278"/>
                  </a:cxn>
                  <a:cxn ang="0">
                    <a:pos x="37" y="246"/>
                  </a:cxn>
                  <a:cxn ang="0">
                    <a:pos x="27" y="214"/>
                  </a:cxn>
                  <a:cxn ang="0">
                    <a:pos x="14" y="192"/>
                  </a:cxn>
                  <a:cxn ang="0">
                    <a:pos x="8" y="192"/>
                  </a:cxn>
                  <a:cxn ang="0">
                    <a:pos x="8" y="189"/>
                  </a:cxn>
                  <a:cxn ang="0">
                    <a:pos x="10" y="172"/>
                  </a:cxn>
                  <a:cxn ang="0">
                    <a:pos x="11" y="172"/>
                  </a:cxn>
                  <a:cxn ang="0">
                    <a:pos x="12" y="172"/>
                  </a:cxn>
                </a:cxnLst>
                <a:rect l="0" t="0" r="r" b="b"/>
                <a:pathLst>
                  <a:path w="147" h="282">
                    <a:moveTo>
                      <a:pt x="12" y="172"/>
                    </a:moveTo>
                    <a:cubicBezTo>
                      <a:pt x="16" y="165"/>
                      <a:pt x="17" y="160"/>
                      <a:pt x="21" y="152"/>
                    </a:cubicBezTo>
                    <a:cubicBezTo>
                      <a:pt x="22" y="150"/>
                      <a:pt x="25" y="149"/>
                      <a:pt x="25" y="147"/>
                    </a:cubicBezTo>
                    <a:cubicBezTo>
                      <a:pt x="25" y="143"/>
                      <a:pt x="19" y="123"/>
                      <a:pt x="15" y="119"/>
                    </a:cubicBezTo>
                    <a:cubicBezTo>
                      <a:pt x="12" y="116"/>
                      <a:pt x="8" y="114"/>
                      <a:pt x="8" y="109"/>
                    </a:cubicBezTo>
                    <a:cubicBezTo>
                      <a:pt x="8" y="108"/>
                      <a:pt x="8" y="107"/>
                      <a:pt x="8" y="105"/>
                    </a:cubicBezTo>
                    <a:cubicBezTo>
                      <a:pt x="8" y="106"/>
                      <a:pt x="8" y="106"/>
                      <a:pt x="8" y="106"/>
                    </a:cubicBezTo>
                    <a:cubicBezTo>
                      <a:pt x="9" y="105"/>
                      <a:pt x="12" y="100"/>
                      <a:pt x="12" y="96"/>
                    </a:cubicBezTo>
                    <a:cubicBezTo>
                      <a:pt x="12" y="91"/>
                      <a:pt x="12" y="82"/>
                      <a:pt x="9" y="77"/>
                    </a:cubicBezTo>
                    <a:cubicBezTo>
                      <a:pt x="6" y="73"/>
                      <a:pt x="0" y="73"/>
                      <a:pt x="0" y="65"/>
                    </a:cubicBezTo>
                    <a:cubicBezTo>
                      <a:pt x="0" y="57"/>
                      <a:pt x="3" y="51"/>
                      <a:pt x="8" y="47"/>
                    </a:cubicBezTo>
                    <a:cubicBezTo>
                      <a:pt x="10" y="44"/>
                      <a:pt x="15" y="45"/>
                      <a:pt x="19" y="43"/>
                    </a:cubicBezTo>
                    <a:cubicBezTo>
                      <a:pt x="29" y="36"/>
                      <a:pt x="36" y="33"/>
                      <a:pt x="45" y="19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3"/>
                      <a:pt x="49" y="24"/>
                      <a:pt x="50" y="24"/>
                    </a:cubicBezTo>
                    <a:cubicBezTo>
                      <a:pt x="51" y="24"/>
                      <a:pt x="52" y="22"/>
                      <a:pt x="52" y="20"/>
                    </a:cubicBezTo>
                    <a:cubicBezTo>
                      <a:pt x="52" y="16"/>
                      <a:pt x="52" y="13"/>
                      <a:pt x="52" y="9"/>
                    </a:cubicBezTo>
                    <a:cubicBezTo>
                      <a:pt x="52" y="9"/>
                      <a:pt x="62" y="6"/>
                      <a:pt x="64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84" y="9"/>
                      <a:pt x="89" y="0"/>
                      <a:pt x="96" y="0"/>
                    </a:cubicBezTo>
                    <a:cubicBezTo>
                      <a:pt x="103" y="0"/>
                      <a:pt x="107" y="5"/>
                      <a:pt x="115" y="5"/>
                    </a:cubicBezTo>
                    <a:cubicBezTo>
                      <a:pt x="115" y="16"/>
                      <a:pt x="123" y="20"/>
                      <a:pt x="130" y="22"/>
                    </a:cubicBezTo>
                    <a:cubicBezTo>
                      <a:pt x="121" y="36"/>
                      <a:pt x="100" y="39"/>
                      <a:pt x="100" y="58"/>
                    </a:cubicBezTo>
                    <a:cubicBezTo>
                      <a:pt x="100" y="62"/>
                      <a:pt x="102" y="63"/>
                      <a:pt x="104" y="64"/>
                    </a:cubicBezTo>
                    <a:cubicBezTo>
                      <a:pt x="114" y="74"/>
                      <a:pt x="118" y="86"/>
                      <a:pt x="129" y="93"/>
                    </a:cubicBezTo>
                    <a:cubicBezTo>
                      <a:pt x="140" y="100"/>
                      <a:pt x="147" y="119"/>
                      <a:pt x="147" y="134"/>
                    </a:cubicBezTo>
                    <a:cubicBezTo>
                      <a:pt x="147" y="144"/>
                      <a:pt x="142" y="148"/>
                      <a:pt x="142" y="156"/>
                    </a:cubicBezTo>
                    <a:cubicBezTo>
                      <a:pt x="127" y="160"/>
                      <a:pt x="126" y="164"/>
                      <a:pt x="115" y="170"/>
                    </a:cubicBezTo>
                    <a:cubicBezTo>
                      <a:pt x="109" y="173"/>
                      <a:pt x="110" y="180"/>
                      <a:pt x="105" y="180"/>
                    </a:cubicBezTo>
                    <a:cubicBezTo>
                      <a:pt x="104" y="180"/>
                      <a:pt x="104" y="177"/>
                      <a:pt x="104" y="176"/>
                    </a:cubicBezTo>
                    <a:cubicBezTo>
                      <a:pt x="104" y="179"/>
                      <a:pt x="104" y="180"/>
                      <a:pt x="104" y="181"/>
                    </a:cubicBezTo>
                    <a:cubicBezTo>
                      <a:pt x="104" y="185"/>
                      <a:pt x="95" y="192"/>
                      <a:pt x="93" y="192"/>
                    </a:cubicBezTo>
                    <a:cubicBezTo>
                      <a:pt x="91" y="192"/>
                      <a:pt x="90" y="186"/>
                      <a:pt x="90" y="183"/>
                    </a:cubicBezTo>
                    <a:cubicBezTo>
                      <a:pt x="90" y="179"/>
                      <a:pt x="90" y="178"/>
                      <a:pt x="91" y="177"/>
                    </a:cubicBezTo>
                    <a:cubicBezTo>
                      <a:pt x="90" y="176"/>
                      <a:pt x="89" y="172"/>
                      <a:pt x="88" y="170"/>
                    </a:cubicBezTo>
                    <a:cubicBezTo>
                      <a:pt x="82" y="170"/>
                      <a:pt x="73" y="168"/>
                      <a:pt x="73" y="161"/>
                    </a:cubicBezTo>
                    <a:cubicBezTo>
                      <a:pt x="63" y="161"/>
                      <a:pt x="68" y="155"/>
                      <a:pt x="63" y="149"/>
                    </a:cubicBezTo>
                    <a:cubicBezTo>
                      <a:pt x="56" y="143"/>
                      <a:pt x="50" y="143"/>
                      <a:pt x="43" y="141"/>
                    </a:cubicBezTo>
                    <a:cubicBezTo>
                      <a:pt x="42" y="141"/>
                      <a:pt x="41" y="135"/>
                      <a:pt x="41" y="135"/>
                    </a:cubicBezTo>
                    <a:cubicBezTo>
                      <a:pt x="40" y="130"/>
                      <a:pt x="34" y="129"/>
                      <a:pt x="30" y="129"/>
                    </a:cubicBezTo>
                    <a:cubicBezTo>
                      <a:pt x="26" y="129"/>
                      <a:pt x="27" y="132"/>
                      <a:pt x="27" y="134"/>
                    </a:cubicBezTo>
                    <a:cubicBezTo>
                      <a:pt x="27" y="138"/>
                      <a:pt x="29" y="139"/>
                      <a:pt x="29" y="142"/>
                    </a:cubicBezTo>
                    <a:cubicBezTo>
                      <a:pt x="29" y="156"/>
                      <a:pt x="16" y="159"/>
                      <a:pt x="16" y="171"/>
                    </a:cubicBezTo>
                    <a:cubicBezTo>
                      <a:pt x="16" y="185"/>
                      <a:pt x="31" y="179"/>
                      <a:pt x="31" y="192"/>
                    </a:cubicBezTo>
                    <a:cubicBezTo>
                      <a:pt x="30" y="192"/>
                      <a:pt x="30" y="192"/>
                      <a:pt x="30" y="192"/>
                    </a:cubicBezTo>
                    <a:cubicBezTo>
                      <a:pt x="32" y="195"/>
                      <a:pt x="32" y="203"/>
                      <a:pt x="35" y="206"/>
                    </a:cubicBezTo>
                    <a:cubicBezTo>
                      <a:pt x="47" y="218"/>
                      <a:pt x="73" y="221"/>
                      <a:pt x="73" y="243"/>
                    </a:cubicBezTo>
                    <a:cubicBezTo>
                      <a:pt x="73" y="247"/>
                      <a:pt x="71" y="247"/>
                      <a:pt x="71" y="251"/>
                    </a:cubicBezTo>
                    <a:cubicBezTo>
                      <a:pt x="71" y="259"/>
                      <a:pt x="78" y="262"/>
                      <a:pt x="80" y="267"/>
                    </a:cubicBezTo>
                    <a:cubicBezTo>
                      <a:pt x="82" y="273"/>
                      <a:pt x="82" y="275"/>
                      <a:pt x="84" y="280"/>
                    </a:cubicBezTo>
                    <a:cubicBezTo>
                      <a:pt x="80" y="280"/>
                      <a:pt x="80" y="280"/>
                      <a:pt x="78" y="280"/>
                    </a:cubicBezTo>
                    <a:cubicBezTo>
                      <a:pt x="77" y="280"/>
                      <a:pt x="76" y="282"/>
                      <a:pt x="75" y="282"/>
                    </a:cubicBezTo>
                    <a:cubicBezTo>
                      <a:pt x="71" y="282"/>
                      <a:pt x="70" y="279"/>
                      <a:pt x="68" y="278"/>
                    </a:cubicBezTo>
                    <a:cubicBezTo>
                      <a:pt x="54" y="274"/>
                      <a:pt x="41" y="261"/>
                      <a:pt x="37" y="246"/>
                    </a:cubicBezTo>
                    <a:cubicBezTo>
                      <a:pt x="33" y="233"/>
                      <a:pt x="32" y="224"/>
                      <a:pt x="27" y="214"/>
                    </a:cubicBezTo>
                    <a:cubicBezTo>
                      <a:pt x="24" y="208"/>
                      <a:pt x="21" y="192"/>
                      <a:pt x="14" y="192"/>
                    </a:cubicBezTo>
                    <a:cubicBezTo>
                      <a:pt x="9" y="192"/>
                      <a:pt x="12" y="194"/>
                      <a:pt x="8" y="192"/>
                    </a:cubicBezTo>
                    <a:cubicBezTo>
                      <a:pt x="7" y="192"/>
                      <a:pt x="8" y="190"/>
                      <a:pt x="8" y="189"/>
                    </a:cubicBezTo>
                    <a:cubicBezTo>
                      <a:pt x="8" y="183"/>
                      <a:pt x="9" y="179"/>
                      <a:pt x="10" y="172"/>
                    </a:cubicBezTo>
                    <a:cubicBezTo>
                      <a:pt x="11" y="172"/>
                      <a:pt x="11" y="172"/>
                      <a:pt x="11" y="172"/>
                    </a:cubicBezTo>
                    <a:lnTo>
                      <a:pt x="12" y="1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8" name="Freeform 133">
                <a:extLst>
                  <a:ext uri="{FF2B5EF4-FFF2-40B4-BE49-F238E27FC236}">
                    <a16:creationId xmlns:a16="http://schemas.microsoft.com/office/drawing/2014/main" id="{E2F18396-5912-361D-2E5E-946DB27FF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2038" y="2898775"/>
                <a:ext cx="26988" cy="25400"/>
              </a:xfrm>
              <a:custGeom>
                <a:avLst/>
                <a:gdLst/>
                <a:ahLst/>
                <a:cxnLst>
                  <a:cxn ang="0">
                    <a:pos x="12" y="17"/>
                  </a:cxn>
                  <a:cxn ang="0">
                    <a:pos x="9" y="11"/>
                  </a:cxn>
                  <a:cxn ang="0">
                    <a:pos x="0" y="6"/>
                  </a:cxn>
                  <a:cxn ang="0">
                    <a:pos x="9" y="0"/>
                  </a:cxn>
                  <a:cxn ang="0">
                    <a:pos x="20" y="15"/>
                  </a:cxn>
                  <a:cxn ang="0">
                    <a:pos x="21" y="19"/>
                  </a:cxn>
                  <a:cxn ang="0">
                    <a:pos x="17" y="19"/>
                  </a:cxn>
                  <a:cxn ang="0">
                    <a:pos x="12" y="17"/>
                  </a:cxn>
                </a:cxnLst>
                <a:rect l="0" t="0" r="r" b="b"/>
                <a:pathLst>
                  <a:path w="21" h="19">
                    <a:moveTo>
                      <a:pt x="12" y="17"/>
                    </a:moveTo>
                    <a:cubicBezTo>
                      <a:pt x="11" y="17"/>
                      <a:pt x="9" y="12"/>
                      <a:pt x="9" y="11"/>
                    </a:cubicBezTo>
                    <a:cubicBezTo>
                      <a:pt x="7" y="7"/>
                      <a:pt x="0" y="9"/>
                      <a:pt x="0" y="6"/>
                    </a:cubicBezTo>
                    <a:cubicBezTo>
                      <a:pt x="0" y="3"/>
                      <a:pt x="6" y="0"/>
                      <a:pt x="9" y="0"/>
                    </a:cubicBezTo>
                    <a:cubicBezTo>
                      <a:pt x="11" y="7"/>
                      <a:pt x="14" y="15"/>
                      <a:pt x="20" y="15"/>
                    </a:cubicBezTo>
                    <a:cubicBezTo>
                      <a:pt x="20" y="16"/>
                      <a:pt x="20" y="18"/>
                      <a:pt x="21" y="19"/>
                    </a:cubicBezTo>
                    <a:cubicBezTo>
                      <a:pt x="20" y="19"/>
                      <a:pt x="18" y="19"/>
                      <a:pt x="17" y="19"/>
                    </a:cubicBezTo>
                    <a:cubicBezTo>
                      <a:pt x="15" y="19"/>
                      <a:pt x="14" y="17"/>
                      <a:pt x="12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99" name="Freeform 134">
                <a:extLst>
                  <a:ext uri="{FF2B5EF4-FFF2-40B4-BE49-F238E27FC236}">
                    <a16:creationId xmlns:a16="http://schemas.microsoft.com/office/drawing/2014/main" id="{AA1C8ACD-6FB3-776D-E436-6567D3AA47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3313" y="2917825"/>
                <a:ext cx="11113" cy="1111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5" y="0"/>
                  </a:cxn>
                  <a:cxn ang="0">
                    <a:pos x="9" y="3"/>
                  </a:cxn>
                  <a:cxn ang="0">
                    <a:pos x="4" y="8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9" h="8">
                    <a:moveTo>
                      <a:pt x="1" y="0"/>
                    </a:moveTo>
                    <a:cubicBezTo>
                      <a:pt x="2" y="0"/>
                      <a:pt x="4" y="0"/>
                      <a:pt x="5" y="0"/>
                    </a:cubicBezTo>
                    <a:cubicBezTo>
                      <a:pt x="6" y="0"/>
                      <a:pt x="8" y="2"/>
                      <a:pt x="9" y="3"/>
                    </a:cubicBezTo>
                    <a:cubicBezTo>
                      <a:pt x="9" y="5"/>
                      <a:pt x="7" y="8"/>
                      <a:pt x="4" y="8"/>
                    </a:cubicBezTo>
                    <a:cubicBezTo>
                      <a:pt x="1" y="8"/>
                      <a:pt x="1" y="5"/>
                      <a:pt x="1" y="3"/>
                    </a:cubicBezTo>
                    <a:cubicBezTo>
                      <a:pt x="1" y="2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0" name="Freeform 135">
                <a:extLst>
                  <a:ext uri="{FF2B5EF4-FFF2-40B4-BE49-F238E27FC236}">
                    <a16:creationId xmlns:a16="http://schemas.microsoft.com/office/drawing/2014/main" id="{797CD41E-19E5-7324-2A60-71EC6F962D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5675" y="2892425"/>
                <a:ext cx="9525" cy="158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8" y="1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3" y="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8" h="12">
                    <a:moveTo>
                      <a:pt x="1" y="0"/>
                    </a:moveTo>
                    <a:cubicBezTo>
                      <a:pt x="5" y="4"/>
                      <a:pt x="8" y="7"/>
                      <a:pt x="8" y="12"/>
                    </a:cubicBezTo>
                    <a:cubicBezTo>
                      <a:pt x="5" y="12"/>
                      <a:pt x="0" y="5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1"/>
                      <a:pt x="3" y="2"/>
                      <a:pt x="3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1" name="Freeform 136">
                <a:extLst>
                  <a:ext uri="{FF2B5EF4-FFF2-40B4-BE49-F238E27FC236}">
                    <a16:creationId xmlns:a16="http://schemas.microsoft.com/office/drawing/2014/main" id="{7C28CC21-482C-4142-B213-892D79A82C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3450" y="2855913"/>
                <a:ext cx="15875" cy="1587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8" y="1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12" h="11">
                    <a:moveTo>
                      <a:pt x="2" y="0"/>
                    </a:moveTo>
                    <a:cubicBezTo>
                      <a:pt x="5" y="2"/>
                      <a:pt x="12" y="11"/>
                      <a:pt x="8" y="11"/>
                    </a:cubicBezTo>
                    <a:cubicBezTo>
                      <a:pt x="6" y="11"/>
                      <a:pt x="1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2" name="Freeform 137">
                <a:extLst>
                  <a:ext uri="{FF2B5EF4-FFF2-40B4-BE49-F238E27FC236}">
                    <a16:creationId xmlns:a16="http://schemas.microsoft.com/office/drawing/2014/main" id="{056BCBB4-A50E-2141-987A-4B971CEFD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8438" y="2284413"/>
                <a:ext cx="41275" cy="49213"/>
              </a:xfrm>
              <a:custGeom>
                <a:avLst/>
                <a:gdLst/>
                <a:ahLst/>
                <a:cxnLst>
                  <a:cxn ang="0">
                    <a:pos x="12" y="22"/>
                  </a:cxn>
                  <a:cxn ang="0">
                    <a:pos x="14" y="16"/>
                  </a:cxn>
                  <a:cxn ang="0">
                    <a:pos x="10" y="10"/>
                  </a:cxn>
                  <a:cxn ang="0">
                    <a:pos x="10" y="14"/>
                  </a:cxn>
                  <a:cxn ang="0">
                    <a:pos x="5" y="16"/>
                  </a:cxn>
                  <a:cxn ang="0">
                    <a:pos x="0" y="11"/>
                  </a:cxn>
                  <a:cxn ang="0">
                    <a:pos x="14" y="0"/>
                  </a:cxn>
                  <a:cxn ang="0">
                    <a:pos x="26" y="3"/>
                  </a:cxn>
                  <a:cxn ang="0">
                    <a:pos x="26" y="8"/>
                  </a:cxn>
                  <a:cxn ang="0">
                    <a:pos x="30" y="11"/>
                  </a:cxn>
                  <a:cxn ang="0">
                    <a:pos x="30" y="16"/>
                  </a:cxn>
                  <a:cxn ang="0">
                    <a:pos x="26" y="16"/>
                  </a:cxn>
                  <a:cxn ang="0">
                    <a:pos x="15" y="37"/>
                  </a:cxn>
                  <a:cxn ang="0">
                    <a:pos x="14" y="33"/>
                  </a:cxn>
                  <a:cxn ang="0">
                    <a:pos x="14" y="36"/>
                  </a:cxn>
                  <a:cxn ang="0">
                    <a:pos x="7" y="29"/>
                  </a:cxn>
                  <a:cxn ang="0">
                    <a:pos x="12" y="22"/>
                  </a:cxn>
                </a:cxnLst>
                <a:rect l="0" t="0" r="r" b="b"/>
                <a:pathLst>
                  <a:path w="30" h="37">
                    <a:moveTo>
                      <a:pt x="12" y="22"/>
                    </a:moveTo>
                    <a:cubicBezTo>
                      <a:pt x="14" y="16"/>
                      <a:pt x="14" y="16"/>
                      <a:pt x="14" y="16"/>
                    </a:cubicBezTo>
                    <a:cubicBezTo>
                      <a:pt x="11" y="15"/>
                      <a:pt x="11" y="12"/>
                      <a:pt x="10" y="10"/>
                    </a:cubicBezTo>
                    <a:cubicBezTo>
                      <a:pt x="10" y="11"/>
                      <a:pt x="9" y="13"/>
                      <a:pt x="10" y="14"/>
                    </a:cubicBezTo>
                    <a:cubicBezTo>
                      <a:pt x="8" y="14"/>
                      <a:pt x="6" y="16"/>
                      <a:pt x="5" y="16"/>
                    </a:cubicBezTo>
                    <a:cubicBezTo>
                      <a:pt x="3" y="16"/>
                      <a:pt x="0" y="13"/>
                      <a:pt x="0" y="11"/>
                    </a:cubicBezTo>
                    <a:cubicBezTo>
                      <a:pt x="0" y="8"/>
                      <a:pt x="13" y="0"/>
                      <a:pt x="14" y="0"/>
                    </a:cubicBezTo>
                    <a:cubicBezTo>
                      <a:pt x="18" y="0"/>
                      <a:pt x="20" y="3"/>
                      <a:pt x="26" y="3"/>
                    </a:cubicBezTo>
                    <a:cubicBezTo>
                      <a:pt x="26" y="5"/>
                      <a:pt x="25" y="8"/>
                      <a:pt x="26" y="8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3"/>
                      <a:pt x="29" y="14"/>
                      <a:pt x="30" y="16"/>
                    </a:cubicBezTo>
                    <a:cubicBezTo>
                      <a:pt x="29" y="16"/>
                      <a:pt x="27" y="16"/>
                      <a:pt x="26" y="16"/>
                    </a:cubicBezTo>
                    <a:cubicBezTo>
                      <a:pt x="25" y="24"/>
                      <a:pt x="21" y="37"/>
                      <a:pt x="15" y="37"/>
                    </a:cubicBezTo>
                    <a:cubicBezTo>
                      <a:pt x="14" y="37"/>
                      <a:pt x="14" y="35"/>
                      <a:pt x="14" y="3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0" y="36"/>
                      <a:pt x="7" y="31"/>
                      <a:pt x="7" y="29"/>
                    </a:cubicBezTo>
                    <a:cubicBezTo>
                      <a:pt x="7" y="28"/>
                      <a:pt x="12" y="22"/>
                      <a:pt x="12" y="2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3" name="Freeform 138">
                <a:extLst>
                  <a:ext uri="{FF2B5EF4-FFF2-40B4-BE49-F238E27FC236}">
                    <a16:creationId xmlns:a16="http://schemas.microsoft.com/office/drawing/2014/main" id="{92230ED2-B7D2-F7DC-A233-278547B69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6063" y="2271713"/>
                <a:ext cx="42863" cy="30163"/>
              </a:xfrm>
              <a:custGeom>
                <a:avLst/>
                <a:gdLst/>
                <a:ahLst/>
                <a:cxnLst>
                  <a:cxn ang="0">
                    <a:pos x="23" y="15"/>
                  </a:cxn>
                  <a:cxn ang="0">
                    <a:pos x="17" y="12"/>
                  </a:cxn>
                  <a:cxn ang="0">
                    <a:pos x="6" y="23"/>
                  </a:cxn>
                  <a:cxn ang="0">
                    <a:pos x="3" y="17"/>
                  </a:cxn>
                  <a:cxn ang="0">
                    <a:pos x="0" y="12"/>
                  </a:cxn>
                  <a:cxn ang="0">
                    <a:pos x="8" y="5"/>
                  </a:cxn>
                  <a:cxn ang="0">
                    <a:pos x="23" y="0"/>
                  </a:cxn>
                  <a:cxn ang="0">
                    <a:pos x="23" y="15"/>
                  </a:cxn>
                </a:cxnLst>
                <a:rect l="0" t="0" r="r" b="b"/>
                <a:pathLst>
                  <a:path w="33" h="23">
                    <a:moveTo>
                      <a:pt x="23" y="15"/>
                    </a:moveTo>
                    <a:cubicBezTo>
                      <a:pt x="20" y="15"/>
                      <a:pt x="18" y="13"/>
                      <a:pt x="17" y="12"/>
                    </a:cubicBezTo>
                    <a:cubicBezTo>
                      <a:pt x="13" y="16"/>
                      <a:pt x="12" y="23"/>
                      <a:pt x="6" y="23"/>
                    </a:cubicBezTo>
                    <a:cubicBezTo>
                      <a:pt x="4" y="23"/>
                      <a:pt x="3" y="19"/>
                      <a:pt x="3" y="17"/>
                    </a:cubicBezTo>
                    <a:cubicBezTo>
                      <a:pt x="1" y="15"/>
                      <a:pt x="0" y="14"/>
                      <a:pt x="0" y="12"/>
                    </a:cubicBezTo>
                    <a:cubicBezTo>
                      <a:pt x="0" y="12"/>
                      <a:pt x="8" y="6"/>
                      <a:pt x="8" y="5"/>
                    </a:cubicBezTo>
                    <a:cubicBezTo>
                      <a:pt x="16" y="7"/>
                      <a:pt x="17" y="0"/>
                      <a:pt x="23" y="0"/>
                    </a:cubicBezTo>
                    <a:cubicBezTo>
                      <a:pt x="33" y="0"/>
                      <a:pt x="28" y="15"/>
                      <a:pt x="23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4" name="Freeform 139">
                <a:extLst>
                  <a:ext uri="{FF2B5EF4-FFF2-40B4-BE49-F238E27FC236}">
                    <a16:creationId xmlns:a16="http://schemas.microsoft.com/office/drawing/2014/main" id="{5FC49890-0749-5CE5-0883-51976CD11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136775"/>
                <a:ext cx="185738" cy="153988"/>
              </a:xfrm>
              <a:custGeom>
                <a:avLst/>
                <a:gdLst/>
                <a:ahLst/>
                <a:cxnLst>
                  <a:cxn ang="0">
                    <a:pos x="55" y="110"/>
                  </a:cxn>
                  <a:cxn ang="0">
                    <a:pos x="55" y="107"/>
                  </a:cxn>
                  <a:cxn ang="0">
                    <a:pos x="56" y="99"/>
                  </a:cxn>
                  <a:cxn ang="0">
                    <a:pos x="43" y="95"/>
                  </a:cxn>
                  <a:cxn ang="0">
                    <a:pos x="39" y="99"/>
                  </a:cxn>
                  <a:cxn ang="0">
                    <a:pos x="29" y="100"/>
                  </a:cxn>
                  <a:cxn ang="0">
                    <a:pos x="6" y="106"/>
                  </a:cxn>
                  <a:cxn ang="0">
                    <a:pos x="0" y="104"/>
                  </a:cxn>
                  <a:cxn ang="0">
                    <a:pos x="5" y="101"/>
                  </a:cxn>
                  <a:cxn ang="0">
                    <a:pos x="30" y="84"/>
                  </a:cxn>
                  <a:cxn ang="0">
                    <a:pos x="57" y="84"/>
                  </a:cxn>
                  <a:cxn ang="0">
                    <a:pos x="72" y="70"/>
                  </a:cxn>
                  <a:cxn ang="0">
                    <a:pos x="79" y="59"/>
                  </a:cxn>
                  <a:cxn ang="0">
                    <a:pos x="77" y="64"/>
                  </a:cxn>
                  <a:cxn ang="0">
                    <a:pos x="79" y="66"/>
                  </a:cxn>
                  <a:cxn ang="0">
                    <a:pos x="92" y="60"/>
                  </a:cxn>
                  <a:cxn ang="0">
                    <a:pos x="116" y="25"/>
                  </a:cxn>
                  <a:cxn ang="0">
                    <a:pos x="114" y="19"/>
                  </a:cxn>
                  <a:cxn ang="0">
                    <a:pos x="125" y="3"/>
                  </a:cxn>
                  <a:cxn ang="0">
                    <a:pos x="130" y="4"/>
                  </a:cxn>
                  <a:cxn ang="0">
                    <a:pos x="129" y="4"/>
                  </a:cxn>
                  <a:cxn ang="0">
                    <a:pos x="128" y="0"/>
                  </a:cxn>
                  <a:cxn ang="0">
                    <a:pos x="133" y="2"/>
                  </a:cxn>
                  <a:cxn ang="0">
                    <a:pos x="134" y="11"/>
                  </a:cxn>
                  <a:cxn ang="0">
                    <a:pos x="140" y="26"/>
                  </a:cxn>
                  <a:cxn ang="0">
                    <a:pos x="134" y="40"/>
                  </a:cxn>
                  <a:cxn ang="0">
                    <a:pos x="134" y="43"/>
                  </a:cxn>
                  <a:cxn ang="0">
                    <a:pos x="130" y="44"/>
                  </a:cxn>
                  <a:cxn ang="0">
                    <a:pos x="127" y="63"/>
                  </a:cxn>
                  <a:cxn ang="0">
                    <a:pos x="122" y="76"/>
                  </a:cxn>
                  <a:cxn ang="0">
                    <a:pos x="125" y="84"/>
                  </a:cxn>
                  <a:cxn ang="0">
                    <a:pos x="114" y="93"/>
                  </a:cxn>
                  <a:cxn ang="0">
                    <a:pos x="114" y="86"/>
                  </a:cxn>
                  <a:cxn ang="0">
                    <a:pos x="102" y="96"/>
                  </a:cxn>
                  <a:cxn ang="0">
                    <a:pos x="100" y="94"/>
                  </a:cxn>
                  <a:cxn ang="0">
                    <a:pos x="96" y="94"/>
                  </a:cxn>
                  <a:cxn ang="0">
                    <a:pos x="87" y="100"/>
                  </a:cxn>
                  <a:cxn ang="0">
                    <a:pos x="74" y="92"/>
                  </a:cxn>
                  <a:cxn ang="0">
                    <a:pos x="72" y="96"/>
                  </a:cxn>
                  <a:cxn ang="0">
                    <a:pos x="76" y="103"/>
                  </a:cxn>
                  <a:cxn ang="0">
                    <a:pos x="72" y="103"/>
                  </a:cxn>
                  <a:cxn ang="0">
                    <a:pos x="61" y="115"/>
                  </a:cxn>
                  <a:cxn ang="0">
                    <a:pos x="55" y="110"/>
                  </a:cxn>
                </a:cxnLst>
                <a:rect l="0" t="0" r="r" b="b"/>
                <a:pathLst>
                  <a:path w="140" h="115">
                    <a:moveTo>
                      <a:pt x="55" y="110"/>
                    </a:moveTo>
                    <a:cubicBezTo>
                      <a:pt x="53" y="110"/>
                      <a:pt x="55" y="108"/>
                      <a:pt x="55" y="107"/>
                    </a:cubicBezTo>
                    <a:cubicBezTo>
                      <a:pt x="55" y="104"/>
                      <a:pt x="56" y="101"/>
                      <a:pt x="56" y="99"/>
                    </a:cubicBezTo>
                    <a:cubicBezTo>
                      <a:pt x="51" y="98"/>
                      <a:pt x="48" y="95"/>
                      <a:pt x="43" y="95"/>
                    </a:cubicBezTo>
                    <a:cubicBezTo>
                      <a:pt x="40" y="95"/>
                      <a:pt x="40" y="98"/>
                      <a:pt x="39" y="99"/>
                    </a:cubicBezTo>
                    <a:cubicBezTo>
                      <a:pt x="35" y="100"/>
                      <a:pt x="32" y="98"/>
                      <a:pt x="29" y="100"/>
                    </a:cubicBezTo>
                    <a:cubicBezTo>
                      <a:pt x="23" y="103"/>
                      <a:pt x="15" y="106"/>
                      <a:pt x="6" y="106"/>
                    </a:cubicBezTo>
                    <a:cubicBezTo>
                      <a:pt x="3" y="106"/>
                      <a:pt x="0" y="106"/>
                      <a:pt x="0" y="104"/>
                    </a:cubicBezTo>
                    <a:cubicBezTo>
                      <a:pt x="0" y="103"/>
                      <a:pt x="4" y="102"/>
                      <a:pt x="5" y="101"/>
                    </a:cubicBezTo>
                    <a:cubicBezTo>
                      <a:pt x="15" y="95"/>
                      <a:pt x="19" y="84"/>
                      <a:pt x="30" y="84"/>
                    </a:cubicBezTo>
                    <a:cubicBezTo>
                      <a:pt x="43" y="84"/>
                      <a:pt x="47" y="84"/>
                      <a:pt x="57" y="84"/>
                    </a:cubicBezTo>
                    <a:cubicBezTo>
                      <a:pt x="65" y="84"/>
                      <a:pt x="68" y="70"/>
                      <a:pt x="72" y="70"/>
                    </a:cubicBezTo>
                    <a:cubicBezTo>
                      <a:pt x="72" y="70"/>
                      <a:pt x="78" y="60"/>
                      <a:pt x="79" y="59"/>
                    </a:cubicBezTo>
                    <a:cubicBezTo>
                      <a:pt x="78" y="61"/>
                      <a:pt x="77" y="62"/>
                      <a:pt x="77" y="64"/>
                    </a:cubicBezTo>
                    <a:cubicBezTo>
                      <a:pt x="77" y="65"/>
                      <a:pt x="78" y="66"/>
                      <a:pt x="79" y="66"/>
                    </a:cubicBezTo>
                    <a:cubicBezTo>
                      <a:pt x="86" y="66"/>
                      <a:pt x="87" y="62"/>
                      <a:pt x="92" y="60"/>
                    </a:cubicBezTo>
                    <a:cubicBezTo>
                      <a:pt x="101" y="57"/>
                      <a:pt x="116" y="39"/>
                      <a:pt x="116" y="25"/>
                    </a:cubicBezTo>
                    <a:cubicBezTo>
                      <a:pt x="116" y="22"/>
                      <a:pt x="114" y="22"/>
                      <a:pt x="114" y="19"/>
                    </a:cubicBezTo>
                    <a:cubicBezTo>
                      <a:pt x="114" y="14"/>
                      <a:pt x="119" y="3"/>
                      <a:pt x="125" y="3"/>
                    </a:cubicBezTo>
                    <a:cubicBezTo>
                      <a:pt x="125" y="3"/>
                      <a:pt x="125" y="9"/>
                      <a:pt x="130" y="4"/>
                    </a:cubicBezTo>
                    <a:cubicBezTo>
                      <a:pt x="130" y="4"/>
                      <a:pt x="129" y="4"/>
                      <a:pt x="129" y="4"/>
                    </a:cubicBezTo>
                    <a:cubicBezTo>
                      <a:pt x="128" y="4"/>
                      <a:pt x="127" y="0"/>
                      <a:pt x="128" y="0"/>
                    </a:cubicBezTo>
                    <a:cubicBezTo>
                      <a:pt x="131" y="0"/>
                      <a:pt x="133" y="1"/>
                      <a:pt x="133" y="2"/>
                    </a:cubicBezTo>
                    <a:cubicBezTo>
                      <a:pt x="135" y="5"/>
                      <a:pt x="134" y="8"/>
                      <a:pt x="134" y="11"/>
                    </a:cubicBezTo>
                    <a:cubicBezTo>
                      <a:pt x="134" y="17"/>
                      <a:pt x="140" y="20"/>
                      <a:pt x="140" y="26"/>
                    </a:cubicBezTo>
                    <a:cubicBezTo>
                      <a:pt x="140" y="33"/>
                      <a:pt x="134" y="34"/>
                      <a:pt x="134" y="40"/>
                    </a:cubicBezTo>
                    <a:cubicBezTo>
                      <a:pt x="134" y="41"/>
                      <a:pt x="134" y="42"/>
                      <a:pt x="134" y="43"/>
                    </a:cubicBezTo>
                    <a:cubicBezTo>
                      <a:pt x="133" y="44"/>
                      <a:pt x="132" y="43"/>
                      <a:pt x="130" y="44"/>
                    </a:cubicBezTo>
                    <a:cubicBezTo>
                      <a:pt x="126" y="45"/>
                      <a:pt x="127" y="59"/>
                      <a:pt x="127" y="63"/>
                    </a:cubicBezTo>
                    <a:cubicBezTo>
                      <a:pt x="127" y="67"/>
                      <a:pt x="122" y="70"/>
                      <a:pt x="122" y="76"/>
                    </a:cubicBezTo>
                    <a:cubicBezTo>
                      <a:pt x="122" y="80"/>
                      <a:pt x="124" y="81"/>
                      <a:pt x="125" y="84"/>
                    </a:cubicBezTo>
                    <a:cubicBezTo>
                      <a:pt x="119" y="87"/>
                      <a:pt x="119" y="91"/>
                      <a:pt x="114" y="93"/>
                    </a:cubicBezTo>
                    <a:cubicBezTo>
                      <a:pt x="112" y="89"/>
                      <a:pt x="114" y="89"/>
                      <a:pt x="114" y="86"/>
                    </a:cubicBezTo>
                    <a:cubicBezTo>
                      <a:pt x="108" y="90"/>
                      <a:pt x="104" y="90"/>
                      <a:pt x="102" y="96"/>
                    </a:cubicBezTo>
                    <a:cubicBezTo>
                      <a:pt x="102" y="96"/>
                      <a:pt x="100" y="95"/>
                      <a:pt x="100" y="94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3" y="97"/>
                      <a:pt x="91" y="100"/>
                      <a:pt x="87" y="100"/>
                    </a:cubicBezTo>
                    <a:cubicBezTo>
                      <a:pt x="78" y="100"/>
                      <a:pt x="78" y="92"/>
                      <a:pt x="74" y="92"/>
                    </a:cubicBezTo>
                    <a:cubicBezTo>
                      <a:pt x="73" y="92"/>
                      <a:pt x="72" y="94"/>
                      <a:pt x="72" y="96"/>
                    </a:cubicBezTo>
                    <a:cubicBezTo>
                      <a:pt x="72" y="97"/>
                      <a:pt x="76" y="103"/>
                      <a:pt x="76" y="103"/>
                    </a:cubicBezTo>
                    <a:cubicBezTo>
                      <a:pt x="75" y="103"/>
                      <a:pt x="73" y="103"/>
                      <a:pt x="72" y="103"/>
                    </a:cubicBezTo>
                    <a:cubicBezTo>
                      <a:pt x="68" y="103"/>
                      <a:pt x="63" y="110"/>
                      <a:pt x="61" y="115"/>
                    </a:cubicBezTo>
                    <a:cubicBezTo>
                      <a:pt x="57" y="114"/>
                      <a:pt x="58" y="110"/>
                      <a:pt x="55" y="1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5" name="Freeform 140">
                <a:extLst>
                  <a:ext uri="{FF2B5EF4-FFF2-40B4-BE49-F238E27FC236}">
                    <a16:creationId xmlns:a16="http://schemas.microsoft.com/office/drawing/2014/main" id="{78410862-B356-775B-B529-4023EB1EB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1475" y="2054225"/>
                <a:ext cx="96838" cy="80963"/>
              </a:xfrm>
              <a:custGeom>
                <a:avLst/>
                <a:gdLst/>
                <a:ahLst/>
                <a:cxnLst>
                  <a:cxn ang="0">
                    <a:pos x="11" y="33"/>
                  </a:cxn>
                  <a:cxn ang="0">
                    <a:pos x="15" y="33"/>
                  </a:cxn>
                  <a:cxn ang="0">
                    <a:pos x="26" y="10"/>
                  </a:cxn>
                  <a:cxn ang="0">
                    <a:pos x="23" y="6"/>
                  </a:cxn>
                  <a:cxn ang="0">
                    <a:pos x="26" y="0"/>
                  </a:cxn>
                  <a:cxn ang="0">
                    <a:pos x="60" y="22"/>
                  </a:cxn>
                  <a:cxn ang="0">
                    <a:pos x="70" y="21"/>
                  </a:cxn>
                  <a:cxn ang="0">
                    <a:pos x="67" y="26"/>
                  </a:cxn>
                  <a:cxn ang="0">
                    <a:pos x="72" y="32"/>
                  </a:cxn>
                  <a:cxn ang="0">
                    <a:pos x="59" y="36"/>
                  </a:cxn>
                  <a:cxn ang="0">
                    <a:pos x="43" y="51"/>
                  </a:cxn>
                  <a:cxn ang="0">
                    <a:pos x="24" y="41"/>
                  </a:cxn>
                  <a:cxn ang="0">
                    <a:pos x="21" y="45"/>
                  </a:cxn>
                  <a:cxn ang="0">
                    <a:pos x="8" y="48"/>
                  </a:cxn>
                  <a:cxn ang="0">
                    <a:pos x="16" y="54"/>
                  </a:cxn>
                  <a:cxn ang="0">
                    <a:pos x="5" y="61"/>
                  </a:cxn>
                  <a:cxn ang="0">
                    <a:pos x="3" y="61"/>
                  </a:cxn>
                  <a:cxn ang="0">
                    <a:pos x="3" y="51"/>
                  </a:cxn>
                  <a:cxn ang="0">
                    <a:pos x="0" y="46"/>
                  </a:cxn>
                  <a:cxn ang="0">
                    <a:pos x="8" y="35"/>
                  </a:cxn>
                  <a:cxn ang="0">
                    <a:pos x="8" y="32"/>
                  </a:cxn>
                  <a:cxn ang="0">
                    <a:pos x="12" y="34"/>
                  </a:cxn>
                  <a:cxn ang="0">
                    <a:pos x="11" y="33"/>
                  </a:cxn>
                </a:cxnLst>
                <a:rect l="0" t="0" r="r" b="b"/>
                <a:pathLst>
                  <a:path w="72" h="61">
                    <a:moveTo>
                      <a:pt x="11" y="33"/>
                    </a:moveTo>
                    <a:cubicBezTo>
                      <a:pt x="12" y="33"/>
                      <a:pt x="14" y="33"/>
                      <a:pt x="15" y="33"/>
                    </a:cubicBezTo>
                    <a:cubicBezTo>
                      <a:pt x="23" y="33"/>
                      <a:pt x="26" y="16"/>
                      <a:pt x="26" y="10"/>
                    </a:cubicBezTo>
                    <a:cubicBezTo>
                      <a:pt x="26" y="8"/>
                      <a:pt x="23" y="7"/>
                      <a:pt x="23" y="6"/>
                    </a:cubicBezTo>
                    <a:cubicBezTo>
                      <a:pt x="23" y="2"/>
                      <a:pt x="25" y="1"/>
                      <a:pt x="26" y="0"/>
                    </a:cubicBezTo>
                    <a:cubicBezTo>
                      <a:pt x="38" y="8"/>
                      <a:pt x="43" y="22"/>
                      <a:pt x="60" y="22"/>
                    </a:cubicBezTo>
                    <a:cubicBezTo>
                      <a:pt x="64" y="22"/>
                      <a:pt x="67" y="19"/>
                      <a:pt x="70" y="21"/>
                    </a:cubicBezTo>
                    <a:cubicBezTo>
                      <a:pt x="69" y="23"/>
                      <a:pt x="67" y="24"/>
                      <a:pt x="67" y="26"/>
                    </a:cubicBezTo>
                    <a:cubicBezTo>
                      <a:pt x="67" y="29"/>
                      <a:pt x="71" y="32"/>
                      <a:pt x="72" y="32"/>
                    </a:cubicBezTo>
                    <a:cubicBezTo>
                      <a:pt x="68" y="35"/>
                      <a:pt x="65" y="36"/>
                      <a:pt x="59" y="36"/>
                    </a:cubicBezTo>
                    <a:cubicBezTo>
                      <a:pt x="49" y="36"/>
                      <a:pt x="46" y="46"/>
                      <a:pt x="43" y="51"/>
                    </a:cubicBezTo>
                    <a:cubicBezTo>
                      <a:pt x="36" y="47"/>
                      <a:pt x="31" y="46"/>
                      <a:pt x="24" y="41"/>
                    </a:cubicBezTo>
                    <a:cubicBezTo>
                      <a:pt x="23" y="42"/>
                      <a:pt x="21" y="43"/>
                      <a:pt x="21" y="45"/>
                    </a:cubicBezTo>
                    <a:cubicBezTo>
                      <a:pt x="15" y="45"/>
                      <a:pt x="8" y="40"/>
                      <a:pt x="8" y="48"/>
                    </a:cubicBezTo>
                    <a:cubicBezTo>
                      <a:pt x="8" y="52"/>
                      <a:pt x="14" y="52"/>
                      <a:pt x="16" y="54"/>
                    </a:cubicBezTo>
                    <a:cubicBezTo>
                      <a:pt x="12" y="59"/>
                      <a:pt x="9" y="57"/>
                      <a:pt x="5" y="61"/>
                    </a:cubicBezTo>
                    <a:cubicBezTo>
                      <a:pt x="3" y="61"/>
                      <a:pt x="3" y="61"/>
                      <a:pt x="3" y="61"/>
                    </a:cubicBezTo>
                    <a:cubicBezTo>
                      <a:pt x="3" y="58"/>
                      <a:pt x="3" y="51"/>
                      <a:pt x="3" y="51"/>
                    </a:cubicBezTo>
                    <a:cubicBezTo>
                      <a:pt x="3" y="49"/>
                      <a:pt x="0" y="48"/>
                      <a:pt x="0" y="46"/>
                    </a:cubicBezTo>
                    <a:cubicBezTo>
                      <a:pt x="0" y="41"/>
                      <a:pt x="8" y="38"/>
                      <a:pt x="8" y="35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9" y="32"/>
                      <a:pt x="10" y="33"/>
                      <a:pt x="12" y="34"/>
                    </a:cubicBezTo>
                    <a:lnTo>
                      <a:pt x="11" y="3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6" name="Freeform 141">
                <a:extLst>
                  <a:ext uri="{FF2B5EF4-FFF2-40B4-BE49-F238E27FC236}">
                    <a16:creationId xmlns:a16="http://schemas.microsoft.com/office/drawing/2014/main" id="{73CE8095-F8D8-77ED-5D88-11E6A8340F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6725" y="2073275"/>
                <a:ext cx="15875" cy="14288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2" y="2"/>
                  </a:cxn>
                  <a:cxn ang="0">
                    <a:pos x="1" y="11"/>
                  </a:cxn>
                  <a:cxn ang="0">
                    <a:pos x="1" y="7"/>
                  </a:cxn>
                  <a:cxn ang="0">
                    <a:pos x="11" y="0"/>
                  </a:cxn>
                  <a:cxn ang="0">
                    <a:pos x="10" y="0"/>
                  </a:cxn>
                </a:cxnLst>
                <a:rect l="0" t="0" r="r" b="b"/>
                <a:pathLst>
                  <a:path w="12" h="11">
                    <a:moveTo>
                      <a:pt x="10" y="0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10" y="4"/>
                      <a:pt x="5" y="11"/>
                      <a:pt x="1" y="11"/>
                    </a:cubicBezTo>
                    <a:cubicBezTo>
                      <a:pt x="0" y="11"/>
                      <a:pt x="0" y="8"/>
                      <a:pt x="1" y="7"/>
                    </a:cubicBezTo>
                    <a:cubicBezTo>
                      <a:pt x="3" y="4"/>
                      <a:pt x="8" y="0"/>
                      <a:pt x="11" y="0"/>
                    </a:cubicBezTo>
                    <a:lnTo>
                      <a:pt x="1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7" name="Freeform 142">
                <a:extLst>
                  <a:ext uri="{FF2B5EF4-FFF2-40B4-BE49-F238E27FC236}">
                    <a16:creationId xmlns:a16="http://schemas.microsoft.com/office/drawing/2014/main" id="{FD877FD0-7E80-CA1A-2CF8-E4DB0B32F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8475" y="2052638"/>
                <a:ext cx="22225" cy="15875"/>
              </a:xfrm>
              <a:custGeom>
                <a:avLst/>
                <a:gdLst/>
                <a:ahLst/>
                <a:cxnLst>
                  <a:cxn ang="0">
                    <a:pos x="17" y="3"/>
                  </a:cxn>
                  <a:cxn ang="0">
                    <a:pos x="1" y="12"/>
                  </a:cxn>
                  <a:cxn ang="0">
                    <a:pos x="1" y="10"/>
                  </a:cxn>
                  <a:cxn ang="0">
                    <a:pos x="10" y="0"/>
                  </a:cxn>
                  <a:cxn ang="0">
                    <a:pos x="17" y="0"/>
                  </a:cxn>
                  <a:cxn ang="0">
                    <a:pos x="17" y="3"/>
                  </a:cxn>
                </a:cxnLst>
                <a:rect l="0" t="0" r="r" b="b"/>
                <a:pathLst>
                  <a:path w="17" h="12">
                    <a:moveTo>
                      <a:pt x="17" y="3"/>
                    </a:moveTo>
                    <a:cubicBezTo>
                      <a:pt x="7" y="3"/>
                      <a:pt x="7" y="12"/>
                      <a:pt x="1" y="12"/>
                    </a:cubicBezTo>
                    <a:cubicBezTo>
                      <a:pt x="0" y="12"/>
                      <a:pt x="1" y="10"/>
                      <a:pt x="1" y="10"/>
                    </a:cubicBezTo>
                    <a:cubicBezTo>
                      <a:pt x="1" y="10"/>
                      <a:pt x="5" y="0"/>
                      <a:pt x="10" y="0"/>
                    </a:cubicBezTo>
                    <a:cubicBezTo>
                      <a:pt x="13" y="0"/>
                      <a:pt x="15" y="0"/>
                      <a:pt x="17" y="0"/>
                    </a:cubicBezTo>
                    <a:lnTo>
                      <a:pt x="17" y="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" name="Freeform 143">
                <a:extLst>
                  <a:ext uri="{FF2B5EF4-FFF2-40B4-BE49-F238E27FC236}">
                    <a16:creationId xmlns:a16="http://schemas.microsoft.com/office/drawing/2014/main" id="{8C81CF33-B5E8-7C95-13AD-0403F8997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8163" y="2035175"/>
                <a:ext cx="12700" cy="11113"/>
              </a:xfrm>
              <a:custGeom>
                <a:avLst/>
                <a:gdLst/>
                <a:ahLst/>
                <a:cxnLst>
                  <a:cxn ang="0">
                    <a:pos x="1" y="6"/>
                  </a:cxn>
                  <a:cxn ang="0">
                    <a:pos x="2" y="3"/>
                  </a:cxn>
                  <a:cxn ang="0">
                    <a:pos x="9" y="0"/>
                  </a:cxn>
                  <a:cxn ang="0">
                    <a:pos x="1" y="9"/>
                  </a:cxn>
                  <a:cxn ang="0">
                    <a:pos x="1" y="6"/>
                  </a:cxn>
                </a:cxnLst>
                <a:rect l="0" t="0" r="r" b="b"/>
                <a:pathLst>
                  <a:path w="9" h="9">
                    <a:moveTo>
                      <a:pt x="1" y="6"/>
                    </a:moveTo>
                    <a:cubicBezTo>
                      <a:pt x="3" y="6"/>
                      <a:pt x="1" y="4"/>
                      <a:pt x="2" y="3"/>
                    </a:cubicBezTo>
                    <a:cubicBezTo>
                      <a:pt x="3" y="0"/>
                      <a:pt x="8" y="0"/>
                      <a:pt x="9" y="0"/>
                    </a:cubicBezTo>
                    <a:cubicBezTo>
                      <a:pt x="8" y="3"/>
                      <a:pt x="5" y="9"/>
                      <a:pt x="1" y="9"/>
                    </a:cubicBezTo>
                    <a:cubicBezTo>
                      <a:pt x="0" y="9"/>
                      <a:pt x="0" y="6"/>
                      <a:pt x="1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" name="Freeform 144">
                <a:extLst>
                  <a:ext uri="{FF2B5EF4-FFF2-40B4-BE49-F238E27FC236}">
                    <a16:creationId xmlns:a16="http://schemas.microsoft.com/office/drawing/2014/main" id="{E1ED0F4D-E053-93F6-BA00-B3BAA4BEF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3225" y="1855788"/>
                <a:ext cx="47625" cy="184150"/>
              </a:xfrm>
              <a:custGeom>
                <a:avLst/>
                <a:gdLst/>
                <a:ahLst/>
                <a:cxnLst>
                  <a:cxn ang="0">
                    <a:pos x="26" y="84"/>
                  </a:cxn>
                  <a:cxn ang="0">
                    <a:pos x="13" y="109"/>
                  </a:cxn>
                  <a:cxn ang="0">
                    <a:pos x="26" y="132"/>
                  </a:cxn>
                  <a:cxn ang="0">
                    <a:pos x="25" y="132"/>
                  </a:cxn>
                  <a:cxn ang="0">
                    <a:pos x="20" y="128"/>
                  </a:cxn>
                  <a:cxn ang="0">
                    <a:pos x="16" y="128"/>
                  </a:cxn>
                  <a:cxn ang="0">
                    <a:pos x="5" y="138"/>
                  </a:cxn>
                  <a:cxn ang="0">
                    <a:pos x="5" y="125"/>
                  </a:cxn>
                  <a:cxn ang="0">
                    <a:pos x="7" y="105"/>
                  </a:cxn>
                  <a:cxn ang="0">
                    <a:pos x="4" y="93"/>
                  </a:cxn>
                  <a:cxn ang="0">
                    <a:pos x="7" y="79"/>
                  </a:cxn>
                  <a:cxn ang="0">
                    <a:pos x="7" y="53"/>
                  </a:cxn>
                  <a:cxn ang="0">
                    <a:pos x="0" y="37"/>
                  </a:cxn>
                  <a:cxn ang="0">
                    <a:pos x="9" y="15"/>
                  </a:cxn>
                  <a:cxn ang="0">
                    <a:pos x="11" y="9"/>
                  </a:cxn>
                  <a:cxn ang="0">
                    <a:pos x="11" y="0"/>
                  </a:cxn>
                  <a:cxn ang="0">
                    <a:pos x="14" y="0"/>
                  </a:cxn>
                  <a:cxn ang="0">
                    <a:pos x="19" y="20"/>
                  </a:cxn>
                  <a:cxn ang="0">
                    <a:pos x="21" y="37"/>
                  </a:cxn>
                  <a:cxn ang="0">
                    <a:pos x="21" y="47"/>
                  </a:cxn>
                  <a:cxn ang="0">
                    <a:pos x="24" y="59"/>
                  </a:cxn>
                  <a:cxn ang="0">
                    <a:pos x="36" y="90"/>
                  </a:cxn>
                  <a:cxn ang="0">
                    <a:pos x="26" y="84"/>
                  </a:cxn>
                </a:cxnLst>
                <a:rect l="0" t="0" r="r" b="b"/>
                <a:pathLst>
                  <a:path w="36" h="138">
                    <a:moveTo>
                      <a:pt x="26" y="84"/>
                    </a:moveTo>
                    <a:cubicBezTo>
                      <a:pt x="15" y="84"/>
                      <a:pt x="13" y="98"/>
                      <a:pt x="13" y="109"/>
                    </a:cubicBezTo>
                    <a:cubicBezTo>
                      <a:pt x="13" y="120"/>
                      <a:pt x="22" y="124"/>
                      <a:pt x="26" y="132"/>
                    </a:cubicBezTo>
                    <a:cubicBezTo>
                      <a:pt x="26" y="132"/>
                      <a:pt x="25" y="132"/>
                      <a:pt x="25" y="132"/>
                    </a:cubicBezTo>
                    <a:cubicBezTo>
                      <a:pt x="23" y="133"/>
                      <a:pt x="21" y="130"/>
                      <a:pt x="20" y="128"/>
                    </a:cubicBezTo>
                    <a:cubicBezTo>
                      <a:pt x="19" y="128"/>
                      <a:pt x="17" y="128"/>
                      <a:pt x="16" y="128"/>
                    </a:cubicBezTo>
                    <a:cubicBezTo>
                      <a:pt x="11" y="128"/>
                      <a:pt x="11" y="138"/>
                      <a:pt x="5" y="138"/>
                    </a:cubicBezTo>
                    <a:cubicBezTo>
                      <a:pt x="4" y="138"/>
                      <a:pt x="5" y="127"/>
                      <a:pt x="5" y="125"/>
                    </a:cubicBezTo>
                    <a:cubicBezTo>
                      <a:pt x="5" y="117"/>
                      <a:pt x="7" y="112"/>
                      <a:pt x="7" y="105"/>
                    </a:cubicBezTo>
                    <a:cubicBezTo>
                      <a:pt x="7" y="99"/>
                      <a:pt x="4" y="98"/>
                      <a:pt x="4" y="93"/>
                    </a:cubicBezTo>
                    <a:cubicBezTo>
                      <a:pt x="4" y="86"/>
                      <a:pt x="7" y="84"/>
                      <a:pt x="7" y="79"/>
                    </a:cubicBezTo>
                    <a:cubicBezTo>
                      <a:pt x="7" y="68"/>
                      <a:pt x="7" y="64"/>
                      <a:pt x="7" y="53"/>
                    </a:cubicBezTo>
                    <a:cubicBezTo>
                      <a:pt x="7" y="46"/>
                      <a:pt x="0" y="44"/>
                      <a:pt x="0" y="37"/>
                    </a:cubicBezTo>
                    <a:cubicBezTo>
                      <a:pt x="0" y="28"/>
                      <a:pt x="3" y="16"/>
                      <a:pt x="9" y="15"/>
                    </a:cubicBezTo>
                    <a:cubicBezTo>
                      <a:pt x="9" y="12"/>
                      <a:pt x="11" y="11"/>
                      <a:pt x="11" y="9"/>
                    </a:cubicBezTo>
                    <a:cubicBezTo>
                      <a:pt x="11" y="4"/>
                      <a:pt x="11" y="3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4" y="8"/>
                      <a:pt x="18" y="14"/>
                      <a:pt x="19" y="20"/>
                    </a:cubicBezTo>
                    <a:cubicBezTo>
                      <a:pt x="21" y="26"/>
                      <a:pt x="18" y="30"/>
                      <a:pt x="21" y="37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52"/>
                      <a:pt x="23" y="57"/>
                      <a:pt x="24" y="59"/>
                    </a:cubicBezTo>
                    <a:cubicBezTo>
                      <a:pt x="27" y="70"/>
                      <a:pt x="33" y="79"/>
                      <a:pt x="36" y="90"/>
                    </a:cubicBezTo>
                    <a:cubicBezTo>
                      <a:pt x="34" y="86"/>
                      <a:pt x="30" y="84"/>
                      <a:pt x="26" y="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0" name="Freeform 145">
                <a:extLst>
                  <a:ext uri="{FF2B5EF4-FFF2-40B4-BE49-F238E27FC236}">
                    <a16:creationId xmlns:a16="http://schemas.microsoft.com/office/drawing/2014/main" id="{CB40460F-85C0-65DF-0E18-632F83D48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1925" y="1219200"/>
                <a:ext cx="292100" cy="214313"/>
              </a:xfrm>
              <a:custGeom>
                <a:avLst/>
                <a:gdLst/>
                <a:ahLst/>
                <a:cxnLst>
                  <a:cxn ang="0">
                    <a:pos x="76" y="161"/>
                  </a:cxn>
                  <a:cxn ang="0">
                    <a:pos x="50" y="131"/>
                  </a:cxn>
                  <a:cxn ang="0">
                    <a:pos x="103" y="67"/>
                  </a:cxn>
                  <a:cxn ang="0">
                    <a:pos x="125" y="55"/>
                  </a:cxn>
                  <a:cxn ang="0">
                    <a:pos x="134" y="45"/>
                  </a:cxn>
                  <a:cxn ang="0">
                    <a:pos x="175" y="34"/>
                  </a:cxn>
                  <a:cxn ang="0">
                    <a:pos x="220" y="11"/>
                  </a:cxn>
                  <a:cxn ang="0">
                    <a:pos x="203" y="0"/>
                  </a:cxn>
                  <a:cxn ang="0">
                    <a:pos x="136" y="25"/>
                  </a:cxn>
                  <a:cxn ang="0">
                    <a:pos x="123" y="19"/>
                  </a:cxn>
                  <a:cxn ang="0">
                    <a:pos x="109" y="25"/>
                  </a:cxn>
                  <a:cxn ang="0">
                    <a:pos x="69" y="46"/>
                  </a:cxn>
                  <a:cxn ang="0">
                    <a:pos x="52" y="49"/>
                  </a:cxn>
                  <a:cxn ang="0">
                    <a:pos x="47" y="53"/>
                  </a:cxn>
                  <a:cxn ang="0">
                    <a:pos x="50" y="61"/>
                  </a:cxn>
                  <a:cxn ang="0">
                    <a:pos x="27" y="88"/>
                  </a:cxn>
                  <a:cxn ang="0">
                    <a:pos x="34" y="98"/>
                  </a:cxn>
                  <a:cxn ang="0">
                    <a:pos x="13" y="110"/>
                  </a:cxn>
                  <a:cxn ang="0">
                    <a:pos x="13" y="117"/>
                  </a:cxn>
                  <a:cxn ang="0">
                    <a:pos x="0" y="134"/>
                  </a:cxn>
                  <a:cxn ang="0">
                    <a:pos x="8" y="143"/>
                  </a:cxn>
                  <a:cxn ang="0">
                    <a:pos x="21" y="143"/>
                  </a:cxn>
                  <a:cxn ang="0">
                    <a:pos x="27" y="158"/>
                  </a:cxn>
                  <a:cxn ang="0">
                    <a:pos x="39" y="158"/>
                  </a:cxn>
                  <a:cxn ang="0">
                    <a:pos x="42" y="161"/>
                  </a:cxn>
                  <a:cxn ang="0">
                    <a:pos x="76" y="161"/>
                  </a:cxn>
                  <a:cxn ang="0">
                    <a:pos x="72" y="156"/>
                  </a:cxn>
                  <a:cxn ang="0">
                    <a:pos x="76" y="161"/>
                  </a:cxn>
                </a:cxnLst>
                <a:rect l="0" t="0" r="r" b="b"/>
                <a:pathLst>
                  <a:path w="220" h="161">
                    <a:moveTo>
                      <a:pt x="76" y="161"/>
                    </a:moveTo>
                    <a:cubicBezTo>
                      <a:pt x="66" y="151"/>
                      <a:pt x="50" y="147"/>
                      <a:pt x="50" y="131"/>
                    </a:cubicBezTo>
                    <a:cubicBezTo>
                      <a:pt x="50" y="102"/>
                      <a:pt x="81" y="73"/>
                      <a:pt x="103" y="67"/>
                    </a:cubicBezTo>
                    <a:cubicBezTo>
                      <a:pt x="111" y="64"/>
                      <a:pt x="113" y="55"/>
                      <a:pt x="125" y="55"/>
                    </a:cubicBezTo>
                    <a:cubicBezTo>
                      <a:pt x="130" y="55"/>
                      <a:pt x="132" y="46"/>
                      <a:pt x="134" y="45"/>
                    </a:cubicBezTo>
                    <a:cubicBezTo>
                      <a:pt x="149" y="38"/>
                      <a:pt x="160" y="41"/>
                      <a:pt x="175" y="34"/>
                    </a:cubicBezTo>
                    <a:cubicBezTo>
                      <a:pt x="186" y="28"/>
                      <a:pt x="220" y="26"/>
                      <a:pt x="220" y="11"/>
                    </a:cubicBezTo>
                    <a:cubicBezTo>
                      <a:pt x="220" y="6"/>
                      <a:pt x="208" y="0"/>
                      <a:pt x="203" y="0"/>
                    </a:cubicBezTo>
                    <a:cubicBezTo>
                      <a:pt x="181" y="0"/>
                      <a:pt x="160" y="25"/>
                      <a:pt x="136" y="25"/>
                    </a:cubicBezTo>
                    <a:cubicBezTo>
                      <a:pt x="131" y="25"/>
                      <a:pt x="128" y="19"/>
                      <a:pt x="123" y="19"/>
                    </a:cubicBezTo>
                    <a:cubicBezTo>
                      <a:pt x="115" y="19"/>
                      <a:pt x="115" y="25"/>
                      <a:pt x="109" y="25"/>
                    </a:cubicBezTo>
                    <a:cubicBezTo>
                      <a:pt x="93" y="25"/>
                      <a:pt x="80" y="46"/>
                      <a:pt x="69" y="46"/>
                    </a:cubicBezTo>
                    <a:cubicBezTo>
                      <a:pt x="63" y="46"/>
                      <a:pt x="58" y="49"/>
                      <a:pt x="52" y="49"/>
                    </a:cubicBezTo>
                    <a:cubicBezTo>
                      <a:pt x="49" y="49"/>
                      <a:pt x="47" y="52"/>
                      <a:pt x="47" y="53"/>
                    </a:cubicBezTo>
                    <a:cubicBezTo>
                      <a:pt x="47" y="56"/>
                      <a:pt x="50" y="58"/>
                      <a:pt x="50" y="61"/>
                    </a:cubicBezTo>
                    <a:cubicBezTo>
                      <a:pt x="50" y="74"/>
                      <a:pt x="27" y="80"/>
                      <a:pt x="27" y="88"/>
                    </a:cubicBezTo>
                    <a:cubicBezTo>
                      <a:pt x="27" y="91"/>
                      <a:pt x="34" y="92"/>
                      <a:pt x="34" y="98"/>
                    </a:cubicBezTo>
                    <a:cubicBezTo>
                      <a:pt x="27" y="99"/>
                      <a:pt x="13" y="102"/>
                      <a:pt x="13" y="110"/>
                    </a:cubicBezTo>
                    <a:cubicBezTo>
                      <a:pt x="13" y="115"/>
                      <a:pt x="13" y="117"/>
                      <a:pt x="13" y="117"/>
                    </a:cubicBezTo>
                    <a:cubicBezTo>
                      <a:pt x="13" y="124"/>
                      <a:pt x="0" y="124"/>
                      <a:pt x="0" y="134"/>
                    </a:cubicBezTo>
                    <a:cubicBezTo>
                      <a:pt x="0" y="139"/>
                      <a:pt x="8" y="143"/>
                      <a:pt x="8" y="143"/>
                    </a:cubicBezTo>
                    <a:cubicBezTo>
                      <a:pt x="8" y="143"/>
                      <a:pt x="20" y="143"/>
                      <a:pt x="21" y="143"/>
                    </a:cubicBezTo>
                    <a:cubicBezTo>
                      <a:pt x="28" y="145"/>
                      <a:pt x="24" y="152"/>
                      <a:pt x="27" y="158"/>
                    </a:cubicBezTo>
                    <a:cubicBezTo>
                      <a:pt x="28" y="161"/>
                      <a:pt x="35" y="158"/>
                      <a:pt x="39" y="158"/>
                    </a:cubicBezTo>
                    <a:cubicBezTo>
                      <a:pt x="40" y="158"/>
                      <a:pt x="41" y="161"/>
                      <a:pt x="42" y="161"/>
                    </a:cubicBezTo>
                    <a:cubicBezTo>
                      <a:pt x="76" y="161"/>
                      <a:pt x="76" y="161"/>
                      <a:pt x="76" y="161"/>
                    </a:cubicBezTo>
                    <a:cubicBezTo>
                      <a:pt x="75" y="159"/>
                      <a:pt x="73" y="157"/>
                      <a:pt x="72" y="156"/>
                    </a:cubicBezTo>
                    <a:lnTo>
                      <a:pt x="76" y="16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1" name="Freeform 146">
                <a:extLst>
                  <a:ext uri="{FF2B5EF4-FFF2-40B4-BE49-F238E27FC236}">
                    <a16:creationId xmlns:a16="http://schemas.microsoft.com/office/drawing/2014/main" id="{4B5FEA1C-FDF6-390C-A329-7526AF592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3288" y="1196975"/>
                <a:ext cx="2847975" cy="1058863"/>
              </a:xfrm>
              <a:custGeom>
                <a:avLst/>
                <a:gdLst/>
                <a:ahLst/>
                <a:cxnLst>
                  <a:cxn ang="0">
                    <a:pos x="1515" y="585"/>
                  </a:cxn>
                  <a:cxn ang="0">
                    <a:pos x="1460" y="485"/>
                  </a:cxn>
                  <a:cxn ang="0">
                    <a:pos x="1665" y="408"/>
                  </a:cxn>
                  <a:cxn ang="0">
                    <a:pos x="1804" y="346"/>
                  </a:cxn>
                  <a:cxn ang="0">
                    <a:pos x="1709" y="465"/>
                  </a:cxn>
                  <a:cxn ang="0">
                    <a:pos x="1793" y="452"/>
                  </a:cxn>
                  <a:cxn ang="0">
                    <a:pos x="1989" y="313"/>
                  </a:cxn>
                  <a:cxn ang="0">
                    <a:pos x="2112" y="287"/>
                  </a:cxn>
                  <a:cxn ang="0">
                    <a:pos x="1892" y="194"/>
                  </a:cxn>
                  <a:cxn ang="0">
                    <a:pos x="1660" y="159"/>
                  </a:cxn>
                  <a:cxn ang="0">
                    <a:pos x="1435" y="157"/>
                  </a:cxn>
                  <a:cxn ang="0">
                    <a:pos x="1314" y="97"/>
                  </a:cxn>
                  <a:cxn ang="0">
                    <a:pos x="1102" y="104"/>
                  </a:cxn>
                  <a:cxn ang="0">
                    <a:pos x="1016" y="27"/>
                  </a:cxn>
                  <a:cxn ang="0">
                    <a:pos x="758" y="117"/>
                  </a:cxn>
                  <a:cxn ang="0">
                    <a:pos x="668" y="148"/>
                  </a:cxn>
                  <a:cxn ang="0">
                    <a:pos x="644" y="121"/>
                  </a:cxn>
                  <a:cxn ang="0">
                    <a:pos x="511" y="207"/>
                  </a:cxn>
                  <a:cxn ang="0">
                    <a:pos x="322" y="247"/>
                  </a:cxn>
                  <a:cxn ang="0">
                    <a:pos x="214" y="296"/>
                  </a:cxn>
                  <a:cxn ang="0">
                    <a:pos x="229" y="227"/>
                  </a:cxn>
                  <a:cxn ang="0">
                    <a:pos x="127" y="236"/>
                  </a:cxn>
                  <a:cxn ang="0">
                    <a:pos x="136" y="312"/>
                  </a:cxn>
                  <a:cxn ang="0">
                    <a:pos x="117" y="395"/>
                  </a:cxn>
                  <a:cxn ang="0">
                    <a:pos x="50" y="446"/>
                  </a:cxn>
                  <a:cxn ang="0">
                    <a:pos x="16" y="495"/>
                  </a:cxn>
                  <a:cxn ang="0">
                    <a:pos x="54" y="558"/>
                  </a:cxn>
                  <a:cxn ang="0">
                    <a:pos x="88" y="597"/>
                  </a:cxn>
                  <a:cxn ang="0">
                    <a:pos x="112" y="644"/>
                  </a:cxn>
                  <a:cxn ang="0">
                    <a:pos x="208" y="647"/>
                  </a:cxn>
                  <a:cxn ang="0">
                    <a:pos x="225" y="626"/>
                  </a:cxn>
                  <a:cxn ang="0">
                    <a:pos x="284" y="701"/>
                  </a:cxn>
                  <a:cxn ang="0">
                    <a:pos x="350" y="732"/>
                  </a:cxn>
                  <a:cxn ang="0">
                    <a:pos x="366" y="742"/>
                  </a:cxn>
                  <a:cxn ang="0">
                    <a:pos x="349" y="634"/>
                  </a:cxn>
                  <a:cxn ang="0">
                    <a:pos x="412" y="645"/>
                  </a:cxn>
                  <a:cxn ang="0">
                    <a:pos x="427" y="700"/>
                  </a:cxn>
                  <a:cxn ang="0">
                    <a:pos x="428" y="746"/>
                  </a:cxn>
                  <a:cxn ang="0">
                    <a:pos x="447" y="755"/>
                  </a:cxn>
                  <a:cxn ang="0">
                    <a:pos x="522" y="777"/>
                  </a:cxn>
                  <a:cxn ang="0">
                    <a:pos x="559" y="781"/>
                  </a:cxn>
                  <a:cxn ang="0">
                    <a:pos x="608" y="770"/>
                  </a:cxn>
                  <a:cxn ang="0">
                    <a:pos x="654" y="772"/>
                  </a:cxn>
                  <a:cxn ang="0">
                    <a:pos x="677" y="748"/>
                  </a:cxn>
                  <a:cxn ang="0">
                    <a:pos x="829" y="593"/>
                  </a:cxn>
                  <a:cxn ang="0">
                    <a:pos x="994" y="534"/>
                  </a:cxn>
                  <a:cxn ang="0">
                    <a:pos x="1224" y="569"/>
                  </a:cxn>
                  <a:cxn ang="0">
                    <a:pos x="1411" y="607"/>
                  </a:cxn>
                  <a:cxn ang="0">
                    <a:pos x="1400" y="655"/>
                  </a:cxn>
                </a:cxnLst>
                <a:rect l="0" t="0" r="r" b="b"/>
                <a:pathLst>
                  <a:path w="2139" h="795">
                    <a:moveTo>
                      <a:pt x="1398" y="684"/>
                    </a:moveTo>
                    <a:cubicBezTo>
                      <a:pt x="1398" y="684"/>
                      <a:pt x="1415" y="688"/>
                      <a:pt x="1429" y="688"/>
                    </a:cubicBezTo>
                    <a:cubicBezTo>
                      <a:pt x="1454" y="688"/>
                      <a:pt x="1478" y="635"/>
                      <a:pt x="1495" y="618"/>
                    </a:cubicBezTo>
                    <a:cubicBezTo>
                      <a:pt x="1502" y="610"/>
                      <a:pt x="1512" y="596"/>
                      <a:pt x="1515" y="585"/>
                    </a:cubicBezTo>
                    <a:cubicBezTo>
                      <a:pt x="1518" y="572"/>
                      <a:pt x="1513" y="564"/>
                      <a:pt x="1520" y="551"/>
                    </a:cubicBezTo>
                    <a:cubicBezTo>
                      <a:pt x="1522" y="547"/>
                      <a:pt x="1527" y="537"/>
                      <a:pt x="1527" y="527"/>
                    </a:cubicBezTo>
                    <a:cubicBezTo>
                      <a:pt x="1527" y="515"/>
                      <a:pt x="1508" y="492"/>
                      <a:pt x="1499" y="499"/>
                    </a:cubicBezTo>
                    <a:cubicBezTo>
                      <a:pt x="1473" y="518"/>
                      <a:pt x="1460" y="488"/>
                      <a:pt x="1460" y="485"/>
                    </a:cubicBezTo>
                    <a:cubicBezTo>
                      <a:pt x="1460" y="473"/>
                      <a:pt x="1483" y="459"/>
                      <a:pt x="1493" y="450"/>
                    </a:cubicBezTo>
                    <a:cubicBezTo>
                      <a:pt x="1506" y="436"/>
                      <a:pt x="1524" y="413"/>
                      <a:pt x="1543" y="408"/>
                    </a:cubicBezTo>
                    <a:cubicBezTo>
                      <a:pt x="1560" y="404"/>
                      <a:pt x="1613" y="399"/>
                      <a:pt x="1627" y="399"/>
                    </a:cubicBezTo>
                    <a:cubicBezTo>
                      <a:pt x="1645" y="399"/>
                      <a:pt x="1654" y="408"/>
                      <a:pt x="1665" y="408"/>
                    </a:cubicBezTo>
                    <a:cubicBezTo>
                      <a:pt x="1671" y="408"/>
                      <a:pt x="1675" y="408"/>
                      <a:pt x="1689" y="408"/>
                    </a:cubicBezTo>
                    <a:cubicBezTo>
                      <a:pt x="1696" y="379"/>
                      <a:pt x="1709" y="362"/>
                      <a:pt x="1740" y="362"/>
                    </a:cubicBezTo>
                    <a:cubicBezTo>
                      <a:pt x="1748" y="362"/>
                      <a:pt x="1751" y="360"/>
                      <a:pt x="1766" y="362"/>
                    </a:cubicBezTo>
                    <a:cubicBezTo>
                      <a:pt x="1759" y="368"/>
                      <a:pt x="1756" y="406"/>
                      <a:pt x="1804" y="346"/>
                    </a:cubicBezTo>
                    <a:cubicBezTo>
                      <a:pt x="1809" y="346"/>
                      <a:pt x="1832" y="355"/>
                      <a:pt x="1797" y="377"/>
                    </a:cubicBezTo>
                    <a:cubicBezTo>
                      <a:pt x="1785" y="385"/>
                      <a:pt x="1774" y="381"/>
                      <a:pt x="1766" y="393"/>
                    </a:cubicBezTo>
                    <a:cubicBezTo>
                      <a:pt x="1757" y="406"/>
                      <a:pt x="1749" y="423"/>
                      <a:pt x="1735" y="430"/>
                    </a:cubicBezTo>
                    <a:cubicBezTo>
                      <a:pt x="1724" y="436"/>
                      <a:pt x="1709" y="447"/>
                      <a:pt x="1709" y="465"/>
                    </a:cubicBezTo>
                    <a:cubicBezTo>
                      <a:pt x="1709" y="482"/>
                      <a:pt x="1714" y="535"/>
                      <a:pt x="1726" y="545"/>
                    </a:cubicBezTo>
                    <a:cubicBezTo>
                      <a:pt x="1735" y="532"/>
                      <a:pt x="1741" y="507"/>
                      <a:pt x="1760" y="503"/>
                    </a:cubicBezTo>
                    <a:cubicBezTo>
                      <a:pt x="1757" y="491"/>
                      <a:pt x="1777" y="488"/>
                      <a:pt x="1777" y="479"/>
                    </a:cubicBezTo>
                    <a:cubicBezTo>
                      <a:pt x="1777" y="464"/>
                      <a:pt x="1793" y="460"/>
                      <a:pt x="1793" y="452"/>
                    </a:cubicBezTo>
                    <a:cubicBezTo>
                      <a:pt x="1793" y="447"/>
                      <a:pt x="1788" y="442"/>
                      <a:pt x="1793" y="432"/>
                    </a:cubicBezTo>
                    <a:cubicBezTo>
                      <a:pt x="1828" y="356"/>
                      <a:pt x="1861" y="397"/>
                      <a:pt x="1874" y="397"/>
                    </a:cubicBezTo>
                    <a:cubicBezTo>
                      <a:pt x="1914" y="397"/>
                      <a:pt x="1941" y="347"/>
                      <a:pt x="1976" y="346"/>
                    </a:cubicBezTo>
                    <a:cubicBezTo>
                      <a:pt x="2041" y="345"/>
                      <a:pt x="1989" y="320"/>
                      <a:pt x="1989" y="313"/>
                    </a:cubicBezTo>
                    <a:cubicBezTo>
                      <a:pt x="1989" y="294"/>
                      <a:pt x="2015" y="297"/>
                      <a:pt x="2020" y="287"/>
                    </a:cubicBezTo>
                    <a:cubicBezTo>
                      <a:pt x="2022" y="282"/>
                      <a:pt x="2018" y="271"/>
                      <a:pt x="2026" y="271"/>
                    </a:cubicBezTo>
                    <a:cubicBezTo>
                      <a:pt x="2054" y="271"/>
                      <a:pt x="2077" y="309"/>
                      <a:pt x="2097" y="309"/>
                    </a:cubicBezTo>
                    <a:cubicBezTo>
                      <a:pt x="2106" y="309"/>
                      <a:pt x="2108" y="293"/>
                      <a:pt x="2112" y="287"/>
                    </a:cubicBezTo>
                    <a:cubicBezTo>
                      <a:pt x="2120" y="278"/>
                      <a:pt x="2127" y="279"/>
                      <a:pt x="2139" y="275"/>
                    </a:cubicBezTo>
                    <a:cubicBezTo>
                      <a:pt x="2123" y="254"/>
                      <a:pt x="2071" y="242"/>
                      <a:pt x="2046" y="227"/>
                    </a:cubicBezTo>
                    <a:cubicBezTo>
                      <a:pt x="2011" y="207"/>
                      <a:pt x="1965" y="185"/>
                      <a:pt x="1914" y="185"/>
                    </a:cubicBezTo>
                    <a:cubicBezTo>
                      <a:pt x="1900" y="185"/>
                      <a:pt x="1890" y="188"/>
                      <a:pt x="1892" y="194"/>
                    </a:cubicBezTo>
                    <a:cubicBezTo>
                      <a:pt x="1906" y="237"/>
                      <a:pt x="1872" y="194"/>
                      <a:pt x="1863" y="194"/>
                    </a:cubicBezTo>
                    <a:cubicBezTo>
                      <a:pt x="1762" y="192"/>
                      <a:pt x="1762" y="192"/>
                      <a:pt x="1762" y="192"/>
                    </a:cubicBezTo>
                    <a:cubicBezTo>
                      <a:pt x="1756" y="169"/>
                      <a:pt x="1741" y="161"/>
                      <a:pt x="1711" y="161"/>
                    </a:cubicBezTo>
                    <a:cubicBezTo>
                      <a:pt x="1695" y="161"/>
                      <a:pt x="1670" y="167"/>
                      <a:pt x="1660" y="159"/>
                    </a:cubicBezTo>
                    <a:cubicBezTo>
                      <a:pt x="1652" y="151"/>
                      <a:pt x="1651" y="141"/>
                      <a:pt x="1638" y="137"/>
                    </a:cubicBezTo>
                    <a:cubicBezTo>
                      <a:pt x="1611" y="128"/>
                      <a:pt x="1582" y="121"/>
                      <a:pt x="1548" y="121"/>
                    </a:cubicBezTo>
                    <a:cubicBezTo>
                      <a:pt x="1513" y="121"/>
                      <a:pt x="1509" y="140"/>
                      <a:pt x="1506" y="157"/>
                    </a:cubicBezTo>
                    <a:cubicBezTo>
                      <a:pt x="1473" y="157"/>
                      <a:pt x="1457" y="157"/>
                      <a:pt x="1435" y="157"/>
                    </a:cubicBezTo>
                    <a:cubicBezTo>
                      <a:pt x="1423" y="157"/>
                      <a:pt x="1421" y="147"/>
                      <a:pt x="1407" y="146"/>
                    </a:cubicBezTo>
                    <a:cubicBezTo>
                      <a:pt x="1405" y="152"/>
                      <a:pt x="1403" y="166"/>
                      <a:pt x="1396" y="166"/>
                    </a:cubicBezTo>
                    <a:cubicBezTo>
                      <a:pt x="1377" y="166"/>
                      <a:pt x="1369" y="143"/>
                      <a:pt x="1369" y="130"/>
                    </a:cubicBezTo>
                    <a:cubicBezTo>
                      <a:pt x="1369" y="127"/>
                      <a:pt x="1405" y="105"/>
                      <a:pt x="1314" y="97"/>
                    </a:cubicBezTo>
                    <a:cubicBezTo>
                      <a:pt x="1303" y="96"/>
                      <a:pt x="1296" y="101"/>
                      <a:pt x="1296" y="115"/>
                    </a:cubicBezTo>
                    <a:cubicBezTo>
                      <a:pt x="1248" y="115"/>
                      <a:pt x="1248" y="115"/>
                      <a:pt x="1248" y="115"/>
                    </a:cubicBezTo>
                    <a:cubicBezTo>
                      <a:pt x="1233" y="111"/>
                      <a:pt x="1157" y="102"/>
                      <a:pt x="1147" y="86"/>
                    </a:cubicBezTo>
                    <a:cubicBezTo>
                      <a:pt x="1089" y="133"/>
                      <a:pt x="1102" y="104"/>
                      <a:pt x="1102" y="104"/>
                    </a:cubicBezTo>
                    <a:cubicBezTo>
                      <a:pt x="1116" y="87"/>
                      <a:pt x="1249" y="51"/>
                      <a:pt x="1140" y="24"/>
                    </a:cubicBezTo>
                    <a:cubicBezTo>
                      <a:pt x="1094" y="24"/>
                      <a:pt x="1094" y="24"/>
                      <a:pt x="1094" y="24"/>
                    </a:cubicBezTo>
                    <a:cubicBezTo>
                      <a:pt x="1089" y="12"/>
                      <a:pt x="1079" y="0"/>
                      <a:pt x="1060" y="0"/>
                    </a:cubicBezTo>
                    <a:cubicBezTo>
                      <a:pt x="1038" y="0"/>
                      <a:pt x="1028" y="17"/>
                      <a:pt x="1016" y="27"/>
                    </a:cubicBezTo>
                    <a:cubicBezTo>
                      <a:pt x="1008" y="33"/>
                      <a:pt x="951" y="56"/>
                      <a:pt x="956" y="35"/>
                    </a:cubicBezTo>
                    <a:cubicBezTo>
                      <a:pt x="941" y="40"/>
                      <a:pt x="879" y="44"/>
                      <a:pt x="847" y="73"/>
                    </a:cubicBezTo>
                    <a:cubicBezTo>
                      <a:pt x="840" y="79"/>
                      <a:pt x="838" y="97"/>
                      <a:pt x="828" y="97"/>
                    </a:cubicBezTo>
                    <a:cubicBezTo>
                      <a:pt x="813" y="97"/>
                      <a:pt x="758" y="92"/>
                      <a:pt x="758" y="117"/>
                    </a:cubicBezTo>
                    <a:cubicBezTo>
                      <a:pt x="758" y="122"/>
                      <a:pt x="763" y="128"/>
                      <a:pt x="765" y="135"/>
                    </a:cubicBezTo>
                    <a:cubicBezTo>
                      <a:pt x="755" y="141"/>
                      <a:pt x="752" y="135"/>
                      <a:pt x="721" y="135"/>
                    </a:cubicBezTo>
                    <a:cubicBezTo>
                      <a:pt x="695" y="170"/>
                      <a:pt x="697" y="129"/>
                      <a:pt x="691" y="121"/>
                    </a:cubicBezTo>
                    <a:cubicBezTo>
                      <a:pt x="689" y="136"/>
                      <a:pt x="679" y="142"/>
                      <a:pt x="668" y="148"/>
                    </a:cubicBezTo>
                    <a:cubicBezTo>
                      <a:pt x="671" y="160"/>
                      <a:pt x="690" y="173"/>
                      <a:pt x="677" y="188"/>
                    </a:cubicBezTo>
                    <a:cubicBezTo>
                      <a:pt x="667" y="198"/>
                      <a:pt x="695" y="230"/>
                      <a:pt x="680" y="230"/>
                    </a:cubicBezTo>
                    <a:cubicBezTo>
                      <a:pt x="662" y="230"/>
                      <a:pt x="657" y="164"/>
                      <a:pt x="657" y="150"/>
                    </a:cubicBezTo>
                    <a:cubicBezTo>
                      <a:pt x="657" y="135"/>
                      <a:pt x="681" y="129"/>
                      <a:pt x="644" y="121"/>
                    </a:cubicBezTo>
                    <a:cubicBezTo>
                      <a:pt x="625" y="118"/>
                      <a:pt x="589" y="149"/>
                      <a:pt x="589" y="166"/>
                    </a:cubicBezTo>
                    <a:cubicBezTo>
                      <a:pt x="589" y="186"/>
                      <a:pt x="598" y="199"/>
                      <a:pt x="608" y="210"/>
                    </a:cubicBezTo>
                    <a:cubicBezTo>
                      <a:pt x="633" y="248"/>
                      <a:pt x="574" y="205"/>
                      <a:pt x="552" y="200"/>
                    </a:cubicBezTo>
                    <a:cubicBezTo>
                      <a:pt x="492" y="184"/>
                      <a:pt x="512" y="204"/>
                      <a:pt x="511" y="207"/>
                    </a:cubicBezTo>
                    <a:cubicBezTo>
                      <a:pt x="509" y="241"/>
                      <a:pt x="495" y="214"/>
                      <a:pt x="487" y="214"/>
                    </a:cubicBezTo>
                    <a:cubicBezTo>
                      <a:pt x="473" y="214"/>
                      <a:pt x="445" y="233"/>
                      <a:pt x="425" y="223"/>
                    </a:cubicBezTo>
                    <a:cubicBezTo>
                      <a:pt x="415" y="197"/>
                      <a:pt x="349" y="256"/>
                      <a:pt x="333" y="256"/>
                    </a:cubicBezTo>
                    <a:cubicBezTo>
                      <a:pt x="327" y="256"/>
                      <a:pt x="320" y="252"/>
                      <a:pt x="322" y="247"/>
                    </a:cubicBezTo>
                    <a:cubicBezTo>
                      <a:pt x="329" y="229"/>
                      <a:pt x="319" y="191"/>
                      <a:pt x="300" y="249"/>
                    </a:cubicBezTo>
                    <a:cubicBezTo>
                      <a:pt x="298" y="253"/>
                      <a:pt x="306" y="255"/>
                      <a:pt x="306" y="263"/>
                    </a:cubicBezTo>
                    <a:cubicBezTo>
                      <a:pt x="306" y="278"/>
                      <a:pt x="283" y="267"/>
                      <a:pt x="271" y="271"/>
                    </a:cubicBezTo>
                    <a:cubicBezTo>
                      <a:pt x="259" y="275"/>
                      <a:pt x="265" y="318"/>
                      <a:pt x="214" y="296"/>
                    </a:cubicBezTo>
                    <a:cubicBezTo>
                      <a:pt x="214" y="313"/>
                      <a:pt x="214" y="313"/>
                      <a:pt x="214" y="313"/>
                    </a:cubicBezTo>
                    <a:cubicBezTo>
                      <a:pt x="189" y="311"/>
                      <a:pt x="192" y="284"/>
                      <a:pt x="183" y="271"/>
                    </a:cubicBezTo>
                    <a:cubicBezTo>
                      <a:pt x="202" y="271"/>
                      <a:pt x="212" y="271"/>
                      <a:pt x="230" y="276"/>
                    </a:cubicBezTo>
                    <a:cubicBezTo>
                      <a:pt x="255" y="282"/>
                      <a:pt x="304" y="251"/>
                      <a:pt x="229" y="227"/>
                    </a:cubicBezTo>
                    <a:cubicBezTo>
                      <a:pt x="208" y="220"/>
                      <a:pt x="160" y="196"/>
                      <a:pt x="145" y="196"/>
                    </a:cubicBezTo>
                    <a:cubicBezTo>
                      <a:pt x="144" y="196"/>
                      <a:pt x="144" y="195"/>
                      <a:pt x="133" y="196"/>
                    </a:cubicBezTo>
                    <a:cubicBezTo>
                      <a:pt x="127" y="200"/>
                      <a:pt x="111" y="208"/>
                      <a:pt x="111" y="219"/>
                    </a:cubicBezTo>
                    <a:cubicBezTo>
                      <a:pt x="111" y="227"/>
                      <a:pt x="127" y="226"/>
                      <a:pt x="127" y="236"/>
                    </a:cubicBezTo>
                    <a:cubicBezTo>
                      <a:pt x="127" y="244"/>
                      <a:pt x="119" y="247"/>
                      <a:pt x="119" y="255"/>
                    </a:cubicBezTo>
                    <a:cubicBezTo>
                      <a:pt x="119" y="263"/>
                      <a:pt x="128" y="268"/>
                      <a:pt x="128" y="277"/>
                    </a:cubicBezTo>
                    <a:cubicBezTo>
                      <a:pt x="128" y="282"/>
                      <a:pt x="123" y="285"/>
                      <a:pt x="123" y="290"/>
                    </a:cubicBezTo>
                    <a:cubicBezTo>
                      <a:pt x="123" y="300"/>
                      <a:pt x="136" y="302"/>
                      <a:pt x="136" y="312"/>
                    </a:cubicBezTo>
                    <a:cubicBezTo>
                      <a:pt x="136" y="315"/>
                      <a:pt x="132" y="317"/>
                      <a:pt x="131" y="318"/>
                    </a:cubicBezTo>
                    <a:cubicBezTo>
                      <a:pt x="135" y="325"/>
                      <a:pt x="145" y="327"/>
                      <a:pt x="145" y="336"/>
                    </a:cubicBezTo>
                    <a:cubicBezTo>
                      <a:pt x="145" y="351"/>
                      <a:pt x="115" y="367"/>
                      <a:pt x="106" y="379"/>
                    </a:cubicBezTo>
                    <a:cubicBezTo>
                      <a:pt x="109" y="384"/>
                      <a:pt x="114" y="387"/>
                      <a:pt x="117" y="395"/>
                    </a:cubicBezTo>
                    <a:cubicBezTo>
                      <a:pt x="111" y="398"/>
                      <a:pt x="98" y="405"/>
                      <a:pt x="92" y="405"/>
                    </a:cubicBezTo>
                    <a:cubicBezTo>
                      <a:pt x="85" y="405"/>
                      <a:pt x="80" y="402"/>
                      <a:pt x="70" y="402"/>
                    </a:cubicBezTo>
                    <a:cubicBezTo>
                      <a:pt x="61" y="402"/>
                      <a:pt x="38" y="410"/>
                      <a:pt x="45" y="417"/>
                    </a:cubicBezTo>
                    <a:cubicBezTo>
                      <a:pt x="67" y="438"/>
                      <a:pt x="56" y="446"/>
                      <a:pt x="50" y="446"/>
                    </a:cubicBezTo>
                    <a:cubicBezTo>
                      <a:pt x="42" y="446"/>
                      <a:pt x="40" y="435"/>
                      <a:pt x="33" y="435"/>
                    </a:cubicBezTo>
                    <a:cubicBezTo>
                      <a:pt x="25" y="435"/>
                      <a:pt x="15" y="455"/>
                      <a:pt x="15" y="465"/>
                    </a:cubicBezTo>
                    <a:cubicBezTo>
                      <a:pt x="15" y="483"/>
                      <a:pt x="1" y="480"/>
                      <a:pt x="0" y="496"/>
                    </a:cubicBezTo>
                    <a:cubicBezTo>
                      <a:pt x="6" y="495"/>
                      <a:pt x="11" y="495"/>
                      <a:pt x="16" y="495"/>
                    </a:cubicBezTo>
                    <a:cubicBezTo>
                      <a:pt x="24" y="495"/>
                      <a:pt x="30" y="494"/>
                      <a:pt x="39" y="494"/>
                    </a:cubicBezTo>
                    <a:cubicBezTo>
                      <a:pt x="48" y="494"/>
                      <a:pt x="52" y="510"/>
                      <a:pt x="52" y="520"/>
                    </a:cubicBezTo>
                    <a:cubicBezTo>
                      <a:pt x="52" y="526"/>
                      <a:pt x="46" y="529"/>
                      <a:pt x="46" y="535"/>
                    </a:cubicBezTo>
                    <a:cubicBezTo>
                      <a:pt x="46" y="544"/>
                      <a:pt x="54" y="550"/>
                      <a:pt x="54" y="558"/>
                    </a:cubicBezTo>
                    <a:cubicBezTo>
                      <a:pt x="54" y="563"/>
                      <a:pt x="46" y="565"/>
                      <a:pt x="44" y="568"/>
                    </a:cubicBezTo>
                    <a:cubicBezTo>
                      <a:pt x="39" y="576"/>
                      <a:pt x="37" y="583"/>
                      <a:pt x="37" y="593"/>
                    </a:cubicBezTo>
                    <a:cubicBezTo>
                      <a:pt x="37" y="606"/>
                      <a:pt x="46" y="603"/>
                      <a:pt x="56" y="603"/>
                    </a:cubicBezTo>
                    <a:cubicBezTo>
                      <a:pt x="70" y="603"/>
                      <a:pt x="77" y="597"/>
                      <a:pt x="88" y="597"/>
                    </a:cubicBezTo>
                    <a:cubicBezTo>
                      <a:pt x="99" y="597"/>
                      <a:pt x="97" y="620"/>
                      <a:pt x="108" y="620"/>
                    </a:cubicBezTo>
                    <a:cubicBezTo>
                      <a:pt x="108" y="638"/>
                      <a:pt x="108" y="638"/>
                      <a:pt x="108" y="638"/>
                    </a:cubicBezTo>
                    <a:cubicBezTo>
                      <a:pt x="108" y="640"/>
                      <a:pt x="109" y="641"/>
                      <a:pt x="110" y="641"/>
                    </a:cubicBezTo>
                    <a:cubicBezTo>
                      <a:pt x="112" y="644"/>
                      <a:pt x="112" y="644"/>
                      <a:pt x="112" y="644"/>
                    </a:cubicBezTo>
                    <a:cubicBezTo>
                      <a:pt x="114" y="644"/>
                      <a:pt x="120" y="642"/>
                      <a:pt x="123" y="641"/>
                    </a:cubicBezTo>
                    <a:cubicBezTo>
                      <a:pt x="132" y="639"/>
                      <a:pt x="133" y="627"/>
                      <a:pt x="143" y="627"/>
                    </a:cubicBezTo>
                    <a:cubicBezTo>
                      <a:pt x="151" y="627"/>
                      <a:pt x="171" y="660"/>
                      <a:pt x="177" y="660"/>
                    </a:cubicBezTo>
                    <a:cubicBezTo>
                      <a:pt x="184" y="660"/>
                      <a:pt x="205" y="651"/>
                      <a:pt x="208" y="647"/>
                    </a:cubicBezTo>
                    <a:cubicBezTo>
                      <a:pt x="207" y="647"/>
                      <a:pt x="196" y="645"/>
                      <a:pt x="196" y="645"/>
                    </a:cubicBezTo>
                    <a:cubicBezTo>
                      <a:pt x="194" y="645"/>
                      <a:pt x="189" y="644"/>
                      <a:pt x="189" y="638"/>
                    </a:cubicBezTo>
                    <a:cubicBezTo>
                      <a:pt x="189" y="635"/>
                      <a:pt x="221" y="623"/>
                      <a:pt x="233" y="619"/>
                    </a:cubicBezTo>
                    <a:cubicBezTo>
                      <a:pt x="233" y="619"/>
                      <a:pt x="227" y="625"/>
                      <a:pt x="225" y="626"/>
                    </a:cubicBezTo>
                    <a:cubicBezTo>
                      <a:pt x="226" y="629"/>
                      <a:pt x="237" y="641"/>
                      <a:pt x="211" y="647"/>
                    </a:cubicBezTo>
                    <a:cubicBezTo>
                      <a:pt x="223" y="673"/>
                      <a:pt x="273" y="669"/>
                      <a:pt x="273" y="704"/>
                    </a:cubicBezTo>
                    <a:cubicBezTo>
                      <a:pt x="275" y="703"/>
                      <a:pt x="275" y="703"/>
                      <a:pt x="275" y="703"/>
                    </a:cubicBezTo>
                    <a:cubicBezTo>
                      <a:pt x="278" y="702"/>
                      <a:pt x="280" y="701"/>
                      <a:pt x="284" y="701"/>
                    </a:cubicBezTo>
                    <a:cubicBezTo>
                      <a:pt x="298" y="701"/>
                      <a:pt x="297" y="710"/>
                      <a:pt x="302" y="719"/>
                    </a:cubicBezTo>
                    <a:cubicBezTo>
                      <a:pt x="303" y="721"/>
                      <a:pt x="312" y="726"/>
                      <a:pt x="312" y="726"/>
                    </a:cubicBezTo>
                    <a:cubicBezTo>
                      <a:pt x="320" y="729"/>
                      <a:pt x="322" y="742"/>
                      <a:pt x="335" y="742"/>
                    </a:cubicBezTo>
                    <a:cubicBezTo>
                      <a:pt x="344" y="742"/>
                      <a:pt x="344" y="734"/>
                      <a:pt x="350" y="732"/>
                    </a:cubicBezTo>
                    <a:cubicBezTo>
                      <a:pt x="354" y="731"/>
                      <a:pt x="353" y="731"/>
                      <a:pt x="357" y="731"/>
                    </a:cubicBezTo>
                    <a:cubicBezTo>
                      <a:pt x="358" y="733"/>
                      <a:pt x="358" y="737"/>
                      <a:pt x="360" y="739"/>
                    </a:cubicBezTo>
                    <a:cubicBezTo>
                      <a:pt x="359" y="739"/>
                      <a:pt x="360" y="740"/>
                      <a:pt x="360" y="741"/>
                    </a:cubicBezTo>
                    <a:cubicBezTo>
                      <a:pt x="366" y="742"/>
                      <a:pt x="366" y="742"/>
                      <a:pt x="366" y="742"/>
                    </a:cubicBezTo>
                    <a:cubicBezTo>
                      <a:pt x="371" y="735"/>
                      <a:pt x="371" y="724"/>
                      <a:pt x="378" y="721"/>
                    </a:cubicBezTo>
                    <a:cubicBezTo>
                      <a:pt x="366" y="714"/>
                      <a:pt x="348" y="688"/>
                      <a:pt x="348" y="673"/>
                    </a:cubicBezTo>
                    <a:cubicBezTo>
                      <a:pt x="348" y="668"/>
                      <a:pt x="338" y="662"/>
                      <a:pt x="338" y="655"/>
                    </a:cubicBezTo>
                    <a:cubicBezTo>
                      <a:pt x="338" y="653"/>
                      <a:pt x="347" y="637"/>
                      <a:pt x="349" y="634"/>
                    </a:cubicBezTo>
                    <a:cubicBezTo>
                      <a:pt x="351" y="635"/>
                      <a:pt x="365" y="628"/>
                      <a:pt x="366" y="627"/>
                    </a:cubicBezTo>
                    <a:cubicBezTo>
                      <a:pt x="377" y="623"/>
                      <a:pt x="384" y="620"/>
                      <a:pt x="399" y="620"/>
                    </a:cubicBezTo>
                    <a:cubicBezTo>
                      <a:pt x="423" y="620"/>
                      <a:pt x="427" y="631"/>
                      <a:pt x="436" y="645"/>
                    </a:cubicBezTo>
                    <a:cubicBezTo>
                      <a:pt x="429" y="650"/>
                      <a:pt x="420" y="645"/>
                      <a:pt x="412" y="645"/>
                    </a:cubicBezTo>
                    <a:cubicBezTo>
                      <a:pt x="400" y="645"/>
                      <a:pt x="383" y="656"/>
                      <a:pt x="381" y="656"/>
                    </a:cubicBezTo>
                    <a:cubicBezTo>
                      <a:pt x="382" y="665"/>
                      <a:pt x="389" y="664"/>
                      <a:pt x="391" y="669"/>
                    </a:cubicBezTo>
                    <a:cubicBezTo>
                      <a:pt x="400" y="684"/>
                      <a:pt x="412" y="690"/>
                      <a:pt x="412" y="707"/>
                    </a:cubicBezTo>
                    <a:cubicBezTo>
                      <a:pt x="415" y="705"/>
                      <a:pt x="424" y="701"/>
                      <a:pt x="427" y="700"/>
                    </a:cubicBezTo>
                    <a:cubicBezTo>
                      <a:pt x="427" y="707"/>
                      <a:pt x="434" y="710"/>
                      <a:pt x="434" y="717"/>
                    </a:cubicBezTo>
                    <a:cubicBezTo>
                      <a:pt x="421" y="717"/>
                      <a:pt x="421" y="717"/>
                      <a:pt x="421" y="717"/>
                    </a:cubicBezTo>
                    <a:cubicBezTo>
                      <a:pt x="417" y="717"/>
                      <a:pt x="413" y="721"/>
                      <a:pt x="412" y="728"/>
                    </a:cubicBezTo>
                    <a:cubicBezTo>
                      <a:pt x="421" y="729"/>
                      <a:pt x="428" y="738"/>
                      <a:pt x="428" y="746"/>
                    </a:cubicBezTo>
                    <a:cubicBezTo>
                      <a:pt x="428" y="751"/>
                      <a:pt x="424" y="753"/>
                      <a:pt x="424" y="757"/>
                    </a:cubicBezTo>
                    <a:cubicBezTo>
                      <a:pt x="424" y="761"/>
                      <a:pt x="428" y="765"/>
                      <a:pt x="429" y="766"/>
                    </a:cubicBezTo>
                    <a:cubicBezTo>
                      <a:pt x="429" y="762"/>
                      <a:pt x="434" y="762"/>
                      <a:pt x="438" y="761"/>
                    </a:cubicBezTo>
                    <a:cubicBezTo>
                      <a:pt x="443" y="759"/>
                      <a:pt x="442" y="757"/>
                      <a:pt x="447" y="755"/>
                    </a:cubicBezTo>
                    <a:cubicBezTo>
                      <a:pt x="455" y="752"/>
                      <a:pt x="460" y="754"/>
                      <a:pt x="466" y="749"/>
                    </a:cubicBezTo>
                    <a:cubicBezTo>
                      <a:pt x="476" y="755"/>
                      <a:pt x="482" y="755"/>
                      <a:pt x="491" y="758"/>
                    </a:cubicBezTo>
                    <a:cubicBezTo>
                      <a:pt x="502" y="762"/>
                      <a:pt x="505" y="772"/>
                      <a:pt x="518" y="772"/>
                    </a:cubicBezTo>
                    <a:cubicBezTo>
                      <a:pt x="518" y="774"/>
                      <a:pt x="521" y="775"/>
                      <a:pt x="522" y="777"/>
                    </a:cubicBezTo>
                    <a:cubicBezTo>
                      <a:pt x="523" y="781"/>
                      <a:pt x="522" y="787"/>
                      <a:pt x="524" y="793"/>
                    </a:cubicBezTo>
                    <a:cubicBezTo>
                      <a:pt x="529" y="787"/>
                      <a:pt x="533" y="795"/>
                      <a:pt x="537" y="795"/>
                    </a:cubicBezTo>
                    <a:cubicBezTo>
                      <a:pt x="542" y="795"/>
                      <a:pt x="544" y="791"/>
                      <a:pt x="547" y="788"/>
                    </a:cubicBezTo>
                    <a:cubicBezTo>
                      <a:pt x="551" y="784"/>
                      <a:pt x="556" y="784"/>
                      <a:pt x="559" y="781"/>
                    </a:cubicBezTo>
                    <a:cubicBezTo>
                      <a:pt x="567" y="773"/>
                      <a:pt x="568" y="762"/>
                      <a:pt x="579" y="762"/>
                    </a:cubicBezTo>
                    <a:cubicBezTo>
                      <a:pt x="583" y="762"/>
                      <a:pt x="582" y="764"/>
                      <a:pt x="586" y="764"/>
                    </a:cubicBezTo>
                    <a:cubicBezTo>
                      <a:pt x="587" y="769"/>
                      <a:pt x="597" y="765"/>
                      <a:pt x="600" y="765"/>
                    </a:cubicBezTo>
                    <a:cubicBezTo>
                      <a:pt x="604" y="765"/>
                      <a:pt x="605" y="770"/>
                      <a:pt x="608" y="770"/>
                    </a:cubicBezTo>
                    <a:cubicBezTo>
                      <a:pt x="617" y="770"/>
                      <a:pt x="624" y="765"/>
                      <a:pt x="627" y="759"/>
                    </a:cubicBezTo>
                    <a:cubicBezTo>
                      <a:pt x="628" y="760"/>
                      <a:pt x="629" y="759"/>
                      <a:pt x="630" y="759"/>
                    </a:cubicBezTo>
                    <a:cubicBezTo>
                      <a:pt x="634" y="759"/>
                      <a:pt x="636" y="749"/>
                      <a:pt x="645" y="749"/>
                    </a:cubicBezTo>
                    <a:cubicBezTo>
                      <a:pt x="654" y="749"/>
                      <a:pt x="644" y="772"/>
                      <a:pt x="654" y="772"/>
                    </a:cubicBezTo>
                    <a:cubicBezTo>
                      <a:pt x="664" y="772"/>
                      <a:pt x="668" y="764"/>
                      <a:pt x="677" y="764"/>
                    </a:cubicBezTo>
                    <a:cubicBezTo>
                      <a:pt x="682" y="764"/>
                      <a:pt x="686" y="764"/>
                      <a:pt x="692" y="765"/>
                    </a:cubicBezTo>
                    <a:cubicBezTo>
                      <a:pt x="692" y="763"/>
                      <a:pt x="692" y="763"/>
                      <a:pt x="692" y="763"/>
                    </a:cubicBezTo>
                    <a:cubicBezTo>
                      <a:pt x="690" y="753"/>
                      <a:pt x="688" y="750"/>
                      <a:pt x="677" y="748"/>
                    </a:cubicBezTo>
                    <a:cubicBezTo>
                      <a:pt x="678" y="739"/>
                      <a:pt x="687" y="719"/>
                      <a:pt x="694" y="719"/>
                    </a:cubicBezTo>
                    <a:cubicBezTo>
                      <a:pt x="735" y="719"/>
                      <a:pt x="763" y="698"/>
                      <a:pt x="763" y="649"/>
                    </a:cubicBezTo>
                    <a:cubicBezTo>
                      <a:pt x="785" y="645"/>
                      <a:pt x="787" y="618"/>
                      <a:pt x="800" y="620"/>
                    </a:cubicBezTo>
                    <a:cubicBezTo>
                      <a:pt x="836" y="624"/>
                      <a:pt x="822" y="600"/>
                      <a:pt x="829" y="593"/>
                    </a:cubicBezTo>
                    <a:cubicBezTo>
                      <a:pt x="847" y="578"/>
                      <a:pt x="873" y="578"/>
                      <a:pt x="895" y="565"/>
                    </a:cubicBezTo>
                    <a:cubicBezTo>
                      <a:pt x="898" y="563"/>
                      <a:pt x="906" y="554"/>
                      <a:pt x="913" y="554"/>
                    </a:cubicBezTo>
                    <a:cubicBezTo>
                      <a:pt x="924" y="554"/>
                      <a:pt x="943" y="567"/>
                      <a:pt x="961" y="567"/>
                    </a:cubicBezTo>
                    <a:cubicBezTo>
                      <a:pt x="986" y="567"/>
                      <a:pt x="981" y="534"/>
                      <a:pt x="994" y="534"/>
                    </a:cubicBezTo>
                    <a:cubicBezTo>
                      <a:pt x="1002" y="534"/>
                      <a:pt x="1029" y="538"/>
                      <a:pt x="1032" y="545"/>
                    </a:cubicBezTo>
                    <a:cubicBezTo>
                      <a:pt x="1042" y="573"/>
                      <a:pt x="1060" y="558"/>
                      <a:pt x="1072" y="558"/>
                    </a:cubicBezTo>
                    <a:cubicBezTo>
                      <a:pt x="1099" y="558"/>
                      <a:pt x="1107" y="580"/>
                      <a:pt x="1135" y="580"/>
                    </a:cubicBezTo>
                    <a:cubicBezTo>
                      <a:pt x="1160" y="580"/>
                      <a:pt x="1192" y="557"/>
                      <a:pt x="1224" y="569"/>
                    </a:cubicBezTo>
                    <a:cubicBezTo>
                      <a:pt x="1266" y="586"/>
                      <a:pt x="1245" y="512"/>
                      <a:pt x="1301" y="512"/>
                    </a:cubicBezTo>
                    <a:cubicBezTo>
                      <a:pt x="1340" y="512"/>
                      <a:pt x="1339" y="543"/>
                      <a:pt x="1354" y="567"/>
                    </a:cubicBezTo>
                    <a:cubicBezTo>
                      <a:pt x="1360" y="576"/>
                      <a:pt x="1379" y="577"/>
                      <a:pt x="1387" y="585"/>
                    </a:cubicBezTo>
                    <a:cubicBezTo>
                      <a:pt x="1393" y="590"/>
                      <a:pt x="1398" y="607"/>
                      <a:pt x="1411" y="607"/>
                    </a:cubicBezTo>
                    <a:cubicBezTo>
                      <a:pt x="1426" y="607"/>
                      <a:pt x="1428" y="593"/>
                      <a:pt x="1446" y="593"/>
                    </a:cubicBezTo>
                    <a:cubicBezTo>
                      <a:pt x="1446" y="604"/>
                      <a:pt x="1446" y="604"/>
                      <a:pt x="1446" y="604"/>
                    </a:cubicBezTo>
                    <a:cubicBezTo>
                      <a:pt x="1437" y="614"/>
                      <a:pt x="1433" y="638"/>
                      <a:pt x="1422" y="644"/>
                    </a:cubicBezTo>
                    <a:cubicBezTo>
                      <a:pt x="1412" y="650"/>
                      <a:pt x="1394" y="651"/>
                      <a:pt x="1400" y="655"/>
                    </a:cubicBezTo>
                    <a:cubicBezTo>
                      <a:pt x="1415" y="665"/>
                      <a:pt x="1398" y="684"/>
                      <a:pt x="1398" y="68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2" name="Freeform 147">
                <a:extLst>
                  <a:ext uri="{FF2B5EF4-FFF2-40B4-BE49-F238E27FC236}">
                    <a16:creationId xmlns:a16="http://schemas.microsoft.com/office/drawing/2014/main" id="{AF6E7314-0266-2F3C-4CA6-AB6E5827D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4988" y="1879600"/>
                <a:ext cx="1023938" cy="646113"/>
              </a:xfrm>
              <a:custGeom>
                <a:avLst/>
                <a:gdLst/>
                <a:ahLst/>
                <a:cxnLst>
                  <a:cxn ang="0">
                    <a:pos x="585" y="307"/>
                  </a:cxn>
                  <a:cxn ang="0">
                    <a:pos x="573" y="287"/>
                  </a:cxn>
                  <a:cxn ang="0">
                    <a:pos x="614" y="256"/>
                  </a:cxn>
                  <a:cxn ang="0">
                    <a:pos x="588" y="246"/>
                  </a:cxn>
                  <a:cxn ang="0">
                    <a:pos x="570" y="255"/>
                  </a:cxn>
                  <a:cxn ang="0">
                    <a:pos x="552" y="236"/>
                  </a:cxn>
                  <a:cxn ang="0">
                    <a:pos x="590" y="209"/>
                  </a:cxn>
                  <a:cxn ang="0">
                    <a:pos x="606" y="212"/>
                  </a:cxn>
                  <a:cxn ang="0">
                    <a:pos x="634" y="216"/>
                  </a:cxn>
                  <a:cxn ang="0">
                    <a:pos x="648" y="231"/>
                  </a:cxn>
                  <a:cxn ang="0">
                    <a:pos x="648" y="248"/>
                  </a:cxn>
                  <a:cxn ang="0">
                    <a:pos x="666" y="254"/>
                  </a:cxn>
                  <a:cxn ang="0">
                    <a:pos x="659" y="264"/>
                  </a:cxn>
                  <a:cxn ang="0">
                    <a:pos x="665" y="275"/>
                  </a:cxn>
                  <a:cxn ang="0">
                    <a:pos x="664" y="290"/>
                  </a:cxn>
                  <a:cxn ang="0">
                    <a:pos x="668" y="295"/>
                  </a:cxn>
                  <a:cxn ang="0">
                    <a:pos x="690" y="286"/>
                  </a:cxn>
                  <a:cxn ang="0">
                    <a:pos x="683" y="232"/>
                  </a:cxn>
                  <a:cxn ang="0">
                    <a:pos x="688" y="210"/>
                  </a:cxn>
                  <a:cxn ang="0">
                    <a:pos x="721" y="172"/>
                  </a:cxn>
                  <a:cxn ang="0">
                    <a:pos x="745" y="132"/>
                  </a:cxn>
                  <a:cxn ang="0">
                    <a:pos x="769" y="81"/>
                  </a:cxn>
                  <a:cxn ang="0">
                    <a:pos x="710" y="73"/>
                  </a:cxn>
                  <a:cxn ang="0">
                    <a:pos x="624" y="0"/>
                  </a:cxn>
                  <a:cxn ang="0">
                    <a:pos x="458" y="68"/>
                  </a:cxn>
                  <a:cxn ang="0">
                    <a:pos x="355" y="33"/>
                  </a:cxn>
                  <a:cxn ang="0">
                    <a:pos x="284" y="55"/>
                  </a:cxn>
                  <a:cxn ang="0">
                    <a:pos x="218" y="53"/>
                  </a:cxn>
                  <a:cxn ang="0">
                    <a:pos x="123" y="108"/>
                  </a:cxn>
                  <a:cxn ang="0">
                    <a:pos x="17" y="207"/>
                  </a:cxn>
                  <a:cxn ang="0">
                    <a:pos x="15" y="251"/>
                  </a:cxn>
                  <a:cxn ang="0">
                    <a:pos x="25" y="261"/>
                  </a:cxn>
                  <a:cxn ang="0">
                    <a:pos x="50" y="280"/>
                  </a:cxn>
                  <a:cxn ang="0">
                    <a:pos x="83" y="284"/>
                  </a:cxn>
                  <a:cxn ang="0">
                    <a:pos x="73" y="317"/>
                  </a:cxn>
                  <a:cxn ang="0">
                    <a:pos x="63" y="326"/>
                  </a:cxn>
                  <a:cxn ang="0">
                    <a:pos x="73" y="343"/>
                  </a:cxn>
                  <a:cxn ang="0">
                    <a:pos x="110" y="357"/>
                  </a:cxn>
                  <a:cxn ang="0">
                    <a:pos x="132" y="373"/>
                  </a:cxn>
                  <a:cxn ang="0">
                    <a:pos x="160" y="384"/>
                  </a:cxn>
                  <a:cxn ang="0">
                    <a:pos x="186" y="382"/>
                  </a:cxn>
                  <a:cxn ang="0">
                    <a:pos x="210" y="381"/>
                  </a:cxn>
                  <a:cxn ang="0">
                    <a:pos x="255" y="372"/>
                  </a:cxn>
                  <a:cxn ang="0">
                    <a:pos x="275" y="366"/>
                  </a:cxn>
                  <a:cxn ang="0">
                    <a:pos x="282" y="362"/>
                  </a:cxn>
                  <a:cxn ang="0">
                    <a:pos x="316" y="400"/>
                  </a:cxn>
                  <a:cxn ang="0">
                    <a:pos x="306" y="439"/>
                  </a:cxn>
                  <a:cxn ang="0">
                    <a:pos x="324" y="450"/>
                  </a:cxn>
                  <a:cxn ang="0">
                    <a:pos x="346" y="467"/>
                  </a:cxn>
                  <a:cxn ang="0">
                    <a:pos x="351" y="472"/>
                  </a:cxn>
                  <a:cxn ang="0">
                    <a:pos x="353" y="457"/>
                  </a:cxn>
                  <a:cxn ang="0">
                    <a:pos x="379" y="454"/>
                  </a:cxn>
                  <a:cxn ang="0">
                    <a:pos x="416" y="453"/>
                  </a:cxn>
                  <a:cxn ang="0">
                    <a:pos x="431" y="470"/>
                  </a:cxn>
                  <a:cxn ang="0">
                    <a:pos x="454" y="486"/>
                  </a:cxn>
                  <a:cxn ang="0">
                    <a:pos x="476" y="470"/>
                  </a:cxn>
                  <a:cxn ang="0">
                    <a:pos x="503" y="455"/>
                  </a:cxn>
                  <a:cxn ang="0">
                    <a:pos x="552" y="439"/>
                  </a:cxn>
                  <a:cxn ang="0">
                    <a:pos x="576" y="406"/>
                  </a:cxn>
                  <a:cxn ang="0">
                    <a:pos x="604" y="355"/>
                  </a:cxn>
                  <a:cxn ang="0">
                    <a:pos x="586" y="307"/>
                  </a:cxn>
                </a:cxnLst>
                <a:rect l="0" t="0" r="r" b="b"/>
                <a:pathLst>
                  <a:path w="769" h="486">
                    <a:moveTo>
                      <a:pt x="586" y="307"/>
                    </a:moveTo>
                    <a:cubicBezTo>
                      <a:pt x="585" y="307"/>
                      <a:pt x="585" y="307"/>
                      <a:pt x="585" y="307"/>
                    </a:cubicBezTo>
                    <a:cubicBezTo>
                      <a:pt x="585" y="307"/>
                      <a:pt x="585" y="300"/>
                      <a:pt x="585" y="298"/>
                    </a:cubicBezTo>
                    <a:cubicBezTo>
                      <a:pt x="582" y="298"/>
                      <a:pt x="573" y="294"/>
                      <a:pt x="573" y="287"/>
                    </a:cubicBezTo>
                    <a:cubicBezTo>
                      <a:pt x="573" y="282"/>
                      <a:pt x="581" y="282"/>
                      <a:pt x="582" y="276"/>
                    </a:cubicBezTo>
                    <a:cubicBezTo>
                      <a:pt x="586" y="264"/>
                      <a:pt x="605" y="264"/>
                      <a:pt x="614" y="256"/>
                    </a:cubicBezTo>
                    <a:cubicBezTo>
                      <a:pt x="611" y="251"/>
                      <a:pt x="604" y="256"/>
                      <a:pt x="598" y="252"/>
                    </a:cubicBezTo>
                    <a:cubicBezTo>
                      <a:pt x="595" y="250"/>
                      <a:pt x="593" y="246"/>
                      <a:pt x="588" y="246"/>
                    </a:cubicBezTo>
                    <a:cubicBezTo>
                      <a:pt x="585" y="246"/>
                      <a:pt x="585" y="256"/>
                      <a:pt x="582" y="256"/>
                    </a:cubicBezTo>
                    <a:cubicBezTo>
                      <a:pt x="578" y="256"/>
                      <a:pt x="574" y="257"/>
                      <a:pt x="570" y="255"/>
                    </a:cubicBezTo>
                    <a:cubicBezTo>
                      <a:pt x="565" y="252"/>
                      <a:pt x="567" y="247"/>
                      <a:pt x="562" y="243"/>
                    </a:cubicBezTo>
                    <a:cubicBezTo>
                      <a:pt x="560" y="242"/>
                      <a:pt x="552" y="240"/>
                      <a:pt x="552" y="236"/>
                    </a:cubicBezTo>
                    <a:cubicBezTo>
                      <a:pt x="552" y="227"/>
                      <a:pt x="565" y="230"/>
                      <a:pt x="571" y="225"/>
                    </a:cubicBezTo>
                    <a:cubicBezTo>
                      <a:pt x="577" y="221"/>
                      <a:pt x="587" y="215"/>
                      <a:pt x="590" y="209"/>
                    </a:cubicBezTo>
                    <a:cubicBezTo>
                      <a:pt x="591" y="208"/>
                      <a:pt x="593" y="203"/>
                      <a:pt x="597" y="203"/>
                    </a:cubicBezTo>
                    <a:cubicBezTo>
                      <a:pt x="601" y="203"/>
                      <a:pt x="606" y="209"/>
                      <a:pt x="606" y="212"/>
                    </a:cubicBezTo>
                    <a:cubicBezTo>
                      <a:pt x="606" y="219"/>
                      <a:pt x="597" y="222"/>
                      <a:pt x="597" y="230"/>
                    </a:cubicBezTo>
                    <a:cubicBezTo>
                      <a:pt x="610" y="230"/>
                      <a:pt x="620" y="216"/>
                      <a:pt x="634" y="216"/>
                    </a:cubicBezTo>
                    <a:cubicBezTo>
                      <a:pt x="639" y="216"/>
                      <a:pt x="641" y="221"/>
                      <a:pt x="648" y="221"/>
                    </a:cubicBezTo>
                    <a:cubicBezTo>
                      <a:pt x="646" y="226"/>
                      <a:pt x="648" y="226"/>
                      <a:pt x="648" y="231"/>
                    </a:cubicBezTo>
                    <a:cubicBezTo>
                      <a:pt x="648" y="235"/>
                      <a:pt x="643" y="235"/>
                      <a:pt x="643" y="240"/>
                    </a:cubicBezTo>
                    <a:cubicBezTo>
                      <a:pt x="643" y="242"/>
                      <a:pt x="645" y="248"/>
                      <a:pt x="648" y="248"/>
                    </a:cubicBezTo>
                    <a:cubicBezTo>
                      <a:pt x="649" y="248"/>
                      <a:pt x="651" y="245"/>
                      <a:pt x="654" y="245"/>
                    </a:cubicBezTo>
                    <a:cubicBezTo>
                      <a:pt x="659" y="245"/>
                      <a:pt x="666" y="249"/>
                      <a:pt x="666" y="254"/>
                    </a:cubicBezTo>
                    <a:cubicBezTo>
                      <a:pt x="666" y="257"/>
                      <a:pt x="662" y="260"/>
                      <a:pt x="659" y="260"/>
                    </a:cubicBezTo>
                    <a:cubicBezTo>
                      <a:pt x="659" y="264"/>
                      <a:pt x="659" y="264"/>
                      <a:pt x="659" y="264"/>
                    </a:cubicBezTo>
                    <a:cubicBezTo>
                      <a:pt x="660" y="265"/>
                      <a:pt x="660" y="267"/>
                      <a:pt x="663" y="268"/>
                    </a:cubicBezTo>
                    <a:cubicBezTo>
                      <a:pt x="663" y="270"/>
                      <a:pt x="665" y="272"/>
                      <a:pt x="665" y="275"/>
                    </a:cubicBezTo>
                    <a:cubicBezTo>
                      <a:pt x="665" y="276"/>
                      <a:pt x="661" y="282"/>
                      <a:pt x="661" y="285"/>
                    </a:cubicBezTo>
                    <a:cubicBezTo>
                      <a:pt x="661" y="287"/>
                      <a:pt x="661" y="289"/>
                      <a:pt x="664" y="290"/>
                    </a:cubicBezTo>
                    <a:cubicBezTo>
                      <a:pt x="663" y="292"/>
                      <a:pt x="661" y="293"/>
                      <a:pt x="661" y="295"/>
                    </a:cubicBezTo>
                    <a:cubicBezTo>
                      <a:pt x="668" y="295"/>
                      <a:pt x="668" y="295"/>
                      <a:pt x="668" y="295"/>
                    </a:cubicBezTo>
                    <a:cubicBezTo>
                      <a:pt x="670" y="293"/>
                      <a:pt x="671" y="293"/>
                      <a:pt x="676" y="291"/>
                    </a:cubicBezTo>
                    <a:cubicBezTo>
                      <a:pt x="676" y="287"/>
                      <a:pt x="687" y="287"/>
                      <a:pt x="690" y="286"/>
                    </a:cubicBezTo>
                    <a:cubicBezTo>
                      <a:pt x="696" y="284"/>
                      <a:pt x="699" y="279"/>
                      <a:pt x="699" y="269"/>
                    </a:cubicBezTo>
                    <a:cubicBezTo>
                      <a:pt x="699" y="252"/>
                      <a:pt x="692" y="242"/>
                      <a:pt x="683" y="232"/>
                    </a:cubicBezTo>
                    <a:cubicBezTo>
                      <a:pt x="679" y="228"/>
                      <a:pt x="674" y="224"/>
                      <a:pt x="675" y="217"/>
                    </a:cubicBezTo>
                    <a:cubicBezTo>
                      <a:pt x="680" y="217"/>
                      <a:pt x="685" y="214"/>
                      <a:pt x="688" y="210"/>
                    </a:cubicBezTo>
                    <a:cubicBezTo>
                      <a:pt x="691" y="207"/>
                      <a:pt x="699" y="203"/>
                      <a:pt x="701" y="199"/>
                    </a:cubicBezTo>
                    <a:cubicBezTo>
                      <a:pt x="707" y="187"/>
                      <a:pt x="710" y="180"/>
                      <a:pt x="721" y="172"/>
                    </a:cubicBezTo>
                    <a:cubicBezTo>
                      <a:pt x="721" y="172"/>
                      <a:pt x="738" y="153"/>
                      <a:pt x="723" y="143"/>
                    </a:cubicBezTo>
                    <a:cubicBezTo>
                      <a:pt x="717" y="139"/>
                      <a:pt x="735" y="138"/>
                      <a:pt x="745" y="132"/>
                    </a:cubicBezTo>
                    <a:cubicBezTo>
                      <a:pt x="756" y="126"/>
                      <a:pt x="760" y="102"/>
                      <a:pt x="769" y="92"/>
                    </a:cubicBezTo>
                    <a:cubicBezTo>
                      <a:pt x="769" y="81"/>
                      <a:pt x="769" y="81"/>
                      <a:pt x="769" y="81"/>
                    </a:cubicBezTo>
                    <a:cubicBezTo>
                      <a:pt x="751" y="81"/>
                      <a:pt x="749" y="95"/>
                      <a:pt x="734" y="95"/>
                    </a:cubicBezTo>
                    <a:cubicBezTo>
                      <a:pt x="721" y="95"/>
                      <a:pt x="716" y="78"/>
                      <a:pt x="710" y="73"/>
                    </a:cubicBezTo>
                    <a:cubicBezTo>
                      <a:pt x="702" y="65"/>
                      <a:pt x="683" y="64"/>
                      <a:pt x="677" y="55"/>
                    </a:cubicBezTo>
                    <a:cubicBezTo>
                      <a:pt x="662" y="31"/>
                      <a:pt x="663" y="0"/>
                      <a:pt x="624" y="0"/>
                    </a:cubicBezTo>
                    <a:cubicBezTo>
                      <a:pt x="568" y="0"/>
                      <a:pt x="589" y="74"/>
                      <a:pt x="547" y="57"/>
                    </a:cubicBezTo>
                    <a:cubicBezTo>
                      <a:pt x="515" y="45"/>
                      <a:pt x="483" y="68"/>
                      <a:pt x="458" y="68"/>
                    </a:cubicBezTo>
                    <a:cubicBezTo>
                      <a:pt x="430" y="68"/>
                      <a:pt x="422" y="46"/>
                      <a:pt x="395" y="46"/>
                    </a:cubicBezTo>
                    <a:cubicBezTo>
                      <a:pt x="383" y="46"/>
                      <a:pt x="365" y="61"/>
                      <a:pt x="355" y="33"/>
                    </a:cubicBezTo>
                    <a:cubicBezTo>
                      <a:pt x="352" y="26"/>
                      <a:pt x="325" y="22"/>
                      <a:pt x="317" y="22"/>
                    </a:cubicBezTo>
                    <a:cubicBezTo>
                      <a:pt x="304" y="22"/>
                      <a:pt x="309" y="55"/>
                      <a:pt x="284" y="55"/>
                    </a:cubicBezTo>
                    <a:cubicBezTo>
                      <a:pt x="266" y="55"/>
                      <a:pt x="247" y="42"/>
                      <a:pt x="236" y="42"/>
                    </a:cubicBezTo>
                    <a:cubicBezTo>
                      <a:pt x="229" y="42"/>
                      <a:pt x="221" y="51"/>
                      <a:pt x="218" y="53"/>
                    </a:cubicBezTo>
                    <a:cubicBezTo>
                      <a:pt x="196" y="66"/>
                      <a:pt x="170" y="66"/>
                      <a:pt x="152" y="81"/>
                    </a:cubicBezTo>
                    <a:cubicBezTo>
                      <a:pt x="145" y="88"/>
                      <a:pt x="159" y="112"/>
                      <a:pt x="123" y="108"/>
                    </a:cubicBezTo>
                    <a:cubicBezTo>
                      <a:pt x="110" y="106"/>
                      <a:pt x="108" y="133"/>
                      <a:pt x="86" y="137"/>
                    </a:cubicBezTo>
                    <a:cubicBezTo>
                      <a:pt x="86" y="186"/>
                      <a:pt x="58" y="207"/>
                      <a:pt x="17" y="207"/>
                    </a:cubicBezTo>
                    <a:cubicBezTo>
                      <a:pt x="10" y="207"/>
                      <a:pt x="1" y="227"/>
                      <a:pt x="0" y="236"/>
                    </a:cubicBezTo>
                    <a:cubicBezTo>
                      <a:pt x="11" y="238"/>
                      <a:pt x="13" y="241"/>
                      <a:pt x="15" y="251"/>
                    </a:cubicBezTo>
                    <a:cubicBezTo>
                      <a:pt x="15" y="253"/>
                      <a:pt x="15" y="253"/>
                      <a:pt x="15" y="253"/>
                    </a:cubicBezTo>
                    <a:cubicBezTo>
                      <a:pt x="15" y="261"/>
                      <a:pt x="19" y="259"/>
                      <a:pt x="25" y="261"/>
                    </a:cubicBezTo>
                    <a:cubicBezTo>
                      <a:pt x="30" y="262"/>
                      <a:pt x="28" y="268"/>
                      <a:pt x="31" y="271"/>
                    </a:cubicBezTo>
                    <a:cubicBezTo>
                      <a:pt x="37" y="277"/>
                      <a:pt x="42" y="277"/>
                      <a:pt x="50" y="280"/>
                    </a:cubicBezTo>
                    <a:cubicBezTo>
                      <a:pt x="58" y="279"/>
                      <a:pt x="61" y="272"/>
                      <a:pt x="69" y="272"/>
                    </a:cubicBezTo>
                    <a:cubicBezTo>
                      <a:pt x="73" y="272"/>
                      <a:pt x="83" y="280"/>
                      <a:pt x="83" y="284"/>
                    </a:cubicBezTo>
                    <a:cubicBezTo>
                      <a:pt x="83" y="296"/>
                      <a:pt x="66" y="294"/>
                      <a:pt x="66" y="306"/>
                    </a:cubicBezTo>
                    <a:cubicBezTo>
                      <a:pt x="66" y="311"/>
                      <a:pt x="73" y="312"/>
                      <a:pt x="73" y="317"/>
                    </a:cubicBezTo>
                    <a:cubicBezTo>
                      <a:pt x="73" y="323"/>
                      <a:pt x="68" y="322"/>
                      <a:pt x="63" y="322"/>
                    </a:cubicBezTo>
                    <a:cubicBezTo>
                      <a:pt x="63" y="326"/>
                      <a:pt x="63" y="326"/>
                      <a:pt x="63" y="326"/>
                    </a:cubicBezTo>
                    <a:cubicBezTo>
                      <a:pt x="64" y="331"/>
                      <a:pt x="64" y="335"/>
                      <a:pt x="65" y="340"/>
                    </a:cubicBezTo>
                    <a:cubicBezTo>
                      <a:pt x="66" y="343"/>
                      <a:pt x="71" y="342"/>
                      <a:pt x="73" y="343"/>
                    </a:cubicBezTo>
                    <a:cubicBezTo>
                      <a:pt x="80" y="345"/>
                      <a:pt x="83" y="351"/>
                      <a:pt x="91" y="353"/>
                    </a:cubicBezTo>
                    <a:cubicBezTo>
                      <a:pt x="100" y="355"/>
                      <a:pt x="105" y="352"/>
                      <a:pt x="110" y="357"/>
                    </a:cubicBezTo>
                    <a:cubicBezTo>
                      <a:pt x="116" y="363"/>
                      <a:pt x="120" y="361"/>
                      <a:pt x="127" y="364"/>
                    </a:cubicBezTo>
                    <a:cubicBezTo>
                      <a:pt x="130" y="366"/>
                      <a:pt x="130" y="369"/>
                      <a:pt x="132" y="373"/>
                    </a:cubicBezTo>
                    <a:cubicBezTo>
                      <a:pt x="133" y="376"/>
                      <a:pt x="137" y="372"/>
                      <a:pt x="139" y="373"/>
                    </a:cubicBezTo>
                    <a:cubicBezTo>
                      <a:pt x="146" y="378"/>
                      <a:pt x="150" y="384"/>
                      <a:pt x="160" y="384"/>
                    </a:cubicBezTo>
                    <a:cubicBezTo>
                      <a:pt x="166" y="384"/>
                      <a:pt x="172" y="384"/>
                      <a:pt x="178" y="384"/>
                    </a:cubicBezTo>
                    <a:cubicBezTo>
                      <a:pt x="182" y="384"/>
                      <a:pt x="184" y="382"/>
                      <a:pt x="186" y="382"/>
                    </a:cubicBezTo>
                    <a:cubicBezTo>
                      <a:pt x="189" y="382"/>
                      <a:pt x="190" y="389"/>
                      <a:pt x="191" y="392"/>
                    </a:cubicBezTo>
                    <a:cubicBezTo>
                      <a:pt x="197" y="389"/>
                      <a:pt x="199" y="381"/>
                      <a:pt x="210" y="381"/>
                    </a:cubicBezTo>
                    <a:cubicBezTo>
                      <a:pt x="219" y="381"/>
                      <a:pt x="224" y="386"/>
                      <a:pt x="231" y="386"/>
                    </a:cubicBezTo>
                    <a:cubicBezTo>
                      <a:pt x="238" y="386"/>
                      <a:pt x="252" y="374"/>
                      <a:pt x="255" y="372"/>
                    </a:cubicBezTo>
                    <a:cubicBezTo>
                      <a:pt x="258" y="370"/>
                      <a:pt x="259" y="369"/>
                      <a:pt x="260" y="367"/>
                    </a:cubicBezTo>
                    <a:cubicBezTo>
                      <a:pt x="264" y="363"/>
                      <a:pt x="270" y="368"/>
                      <a:pt x="275" y="366"/>
                    </a:cubicBezTo>
                    <a:cubicBezTo>
                      <a:pt x="279" y="362"/>
                      <a:pt x="279" y="362"/>
                      <a:pt x="279" y="362"/>
                    </a:cubicBezTo>
                    <a:cubicBezTo>
                      <a:pt x="282" y="362"/>
                      <a:pt x="282" y="362"/>
                      <a:pt x="282" y="362"/>
                    </a:cubicBezTo>
                    <a:cubicBezTo>
                      <a:pt x="285" y="377"/>
                      <a:pt x="294" y="376"/>
                      <a:pt x="305" y="381"/>
                    </a:cubicBezTo>
                    <a:cubicBezTo>
                      <a:pt x="309" y="388"/>
                      <a:pt x="316" y="391"/>
                      <a:pt x="316" y="400"/>
                    </a:cubicBezTo>
                    <a:cubicBezTo>
                      <a:pt x="316" y="417"/>
                      <a:pt x="304" y="418"/>
                      <a:pt x="304" y="434"/>
                    </a:cubicBezTo>
                    <a:cubicBezTo>
                      <a:pt x="304" y="436"/>
                      <a:pt x="305" y="439"/>
                      <a:pt x="306" y="439"/>
                    </a:cubicBezTo>
                    <a:cubicBezTo>
                      <a:pt x="309" y="439"/>
                      <a:pt x="312" y="436"/>
                      <a:pt x="315" y="436"/>
                    </a:cubicBezTo>
                    <a:cubicBezTo>
                      <a:pt x="319" y="436"/>
                      <a:pt x="320" y="449"/>
                      <a:pt x="324" y="450"/>
                    </a:cubicBezTo>
                    <a:cubicBezTo>
                      <a:pt x="324" y="459"/>
                      <a:pt x="330" y="468"/>
                      <a:pt x="338" y="468"/>
                    </a:cubicBezTo>
                    <a:cubicBezTo>
                      <a:pt x="342" y="468"/>
                      <a:pt x="343" y="467"/>
                      <a:pt x="346" y="467"/>
                    </a:cubicBezTo>
                    <a:cubicBezTo>
                      <a:pt x="348" y="467"/>
                      <a:pt x="348" y="467"/>
                      <a:pt x="348" y="467"/>
                    </a:cubicBezTo>
                    <a:cubicBezTo>
                      <a:pt x="348" y="471"/>
                      <a:pt x="350" y="472"/>
                      <a:pt x="351" y="472"/>
                    </a:cubicBezTo>
                    <a:cubicBezTo>
                      <a:pt x="352" y="472"/>
                      <a:pt x="353" y="470"/>
                      <a:pt x="353" y="468"/>
                    </a:cubicBezTo>
                    <a:cubicBezTo>
                      <a:pt x="353" y="464"/>
                      <a:pt x="353" y="461"/>
                      <a:pt x="353" y="457"/>
                    </a:cubicBezTo>
                    <a:cubicBezTo>
                      <a:pt x="353" y="457"/>
                      <a:pt x="363" y="454"/>
                      <a:pt x="365" y="454"/>
                    </a:cubicBezTo>
                    <a:cubicBezTo>
                      <a:pt x="379" y="454"/>
                      <a:pt x="379" y="454"/>
                      <a:pt x="379" y="454"/>
                    </a:cubicBezTo>
                    <a:cubicBezTo>
                      <a:pt x="385" y="457"/>
                      <a:pt x="390" y="448"/>
                      <a:pt x="397" y="448"/>
                    </a:cubicBezTo>
                    <a:cubicBezTo>
                      <a:pt x="404" y="448"/>
                      <a:pt x="408" y="453"/>
                      <a:pt x="416" y="453"/>
                    </a:cubicBezTo>
                    <a:cubicBezTo>
                      <a:pt x="416" y="464"/>
                      <a:pt x="424" y="468"/>
                      <a:pt x="431" y="470"/>
                    </a:cubicBezTo>
                    <a:cubicBezTo>
                      <a:pt x="431" y="470"/>
                      <a:pt x="431" y="470"/>
                      <a:pt x="431" y="470"/>
                    </a:cubicBezTo>
                    <a:cubicBezTo>
                      <a:pt x="439" y="474"/>
                      <a:pt x="444" y="471"/>
                      <a:pt x="452" y="475"/>
                    </a:cubicBezTo>
                    <a:cubicBezTo>
                      <a:pt x="452" y="477"/>
                      <a:pt x="451" y="486"/>
                      <a:pt x="454" y="486"/>
                    </a:cubicBezTo>
                    <a:cubicBezTo>
                      <a:pt x="459" y="486"/>
                      <a:pt x="457" y="480"/>
                      <a:pt x="460" y="477"/>
                    </a:cubicBezTo>
                    <a:cubicBezTo>
                      <a:pt x="463" y="474"/>
                      <a:pt x="472" y="472"/>
                      <a:pt x="476" y="470"/>
                    </a:cubicBezTo>
                    <a:cubicBezTo>
                      <a:pt x="484" y="466"/>
                      <a:pt x="492" y="468"/>
                      <a:pt x="498" y="463"/>
                    </a:cubicBezTo>
                    <a:cubicBezTo>
                      <a:pt x="498" y="463"/>
                      <a:pt x="502" y="455"/>
                      <a:pt x="503" y="455"/>
                    </a:cubicBezTo>
                    <a:cubicBezTo>
                      <a:pt x="507" y="455"/>
                      <a:pt x="510" y="458"/>
                      <a:pt x="514" y="458"/>
                    </a:cubicBezTo>
                    <a:cubicBezTo>
                      <a:pt x="534" y="458"/>
                      <a:pt x="539" y="446"/>
                      <a:pt x="552" y="439"/>
                    </a:cubicBezTo>
                    <a:cubicBezTo>
                      <a:pt x="555" y="437"/>
                      <a:pt x="557" y="435"/>
                      <a:pt x="558" y="431"/>
                    </a:cubicBezTo>
                    <a:cubicBezTo>
                      <a:pt x="569" y="431"/>
                      <a:pt x="572" y="414"/>
                      <a:pt x="576" y="406"/>
                    </a:cubicBezTo>
                    <a:cubicBezTo>
                      <a:pt x="578" y="401"/>
                      <a:pt x="590" y="383"/>
                      <a:pt x="597" y="382"/>
                    </a:cubicBezTo>
                    <a:cubicBezTo>
                      <a:pt x="597" y="372"/>
                      <a:pt x="604" y="368"/>
                      <a:pt x="604" y="355"/>
                    </a:cubicBezTo>
                    <a:cubicBezTo>
                      <a:pt x="604" y="336"/>
                      <a:pt x="599" y="329"/>
                      <a:pt x="591" y="317"/>
                    </a:cubicBezTo>
                    <a:cubicBezTo>
                      <a:pt x="590" y="315"/>
                      <a:pt x="590" y="309"/>
                      <a:pt x="586" y="30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3" name="Freeform 148">
                <a:extLst>
                  <a:ext uri="{FF2B5EF4-FFF2-40B4-BE49-F238E27FC236}">
                    <a16:creationId xmlns:a16="http://schemas.microsoft.com/office/drawing/2014/main" id="{48B13DEE-E496-941A-0AA4-F6816B995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9175" y="1395413"/>
                <a:ext cx="58738" cy="25400"/>
              </a:xfrm>
              <a:custGeom>
                <a:avLst/>
                <a:gdLst/>
                <a:ahLst/>
                <a:cxnLst>
                  <a:cxn ang="0">
                    <a:pos x="4" y="19"/>
                  </a:cxn>
                  <a:cxn ang="0">
                    <a:pos x="0" y="14"/>
                  </a:cxn>
                  <a:cxn ang="0">
                    <a:pos x="20" y="0"/>
                  </a:cxn>
                  <a:cxn ang="0">
                    <a:pos x="44" y="11"/>
                  </a:cxn>
                  <a:cxn ang="0">
                    <a:pos x="4" y="19"/>
                  </a:cxn>
                </a:cxnLst>
                <a:rect l="0" t="0" r="r" b="b"/>
                <a:pathLst>
                  <a:path w="44" h="19">
                    <a:moveTo>
                      <a:pt x="4" y="19"/>
                    </a:moveTo>
                    <a:cubicBezTo>
                      <a:pt x="1" y="19"/>
                      <a:pt x="0" y="17"/>
                      <a:pt x="0" y="14"/>
                    </a:cubicBezTo>
                    <a:cubicBezTo>
                      <a:pt x="0" y="8"/>
                      <a:pt x="13" y="0"/>
                      <a:pt x="20" y="0"/>
                    </a:cubicBezTo>
                    <a:cubicBezTo>
                      <a:pt x="27" y="0"/>
                      <a:pt x="44" y="4"/>
                      <a:pt x="44" y="11"/>
                    </a:cubicBezTo>
                    <a:cubicBezTo>
                      <a:pt x="44" y="17"/>
                      <a:pt x="9" y="19"/>
                      <a:pt x="4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4" name="Freeform 149">
                <a:extLst>
                  <a:ext uri="{FF2B5EF4-FFF2-40B4-BE49-F238E27FC236}">
                    <a16:creationId xmlns:a16="http://schemas.microsoft.com/office/drawing/2014/main" id="{0968FEB6-0DC4-0865-1FF2-916356DA5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1375" y="1443038"/>
                <a:ext cx="23813" cy="14288"/>
              </a:xfrm>
              <a:custGeom>
                <a:avLst/>
                <a:gdLst/>
                <a:ahLst/>
                <a:cxnLst>
                  <a:cxn ang="0">
                    <a:pos x="13" y="10"/>
                  </a:cxn>
                  <a:cxn ang="0">
                    <a:pos x="18" y="6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13" y="10"/>
                  </a:cxn>
                </a:cxnLst>
                <a:rect l="0" t="0" r="r" b="b"/>
                <a:pathLst>
                  <a:path w="18" h="10">
                    <a:moveTo>
                      <a:pt x="13" y="10"/>
                    </a:moveTo>
                    <a:cubicBezTo>
                      <a:pt x="15" y="10"/>
                      <a:pt x="18" y="8"/>
                      <a:pt x="18" y="6"/>
                    </a:cubicBezTo>
                    <a:cubicBezTo>
                      <a:pt x="18" y="3"/>
                      <a:pt x="15" y="2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7" y="10"/>
                      <a:pt x="13" y="1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5" name="Freeform 150">
                <a:extLst>
                  <a:ext uri="{FF2B5EF4-FFF2-40B4-BE49-F238E27FC236}">
                    <a16:creationId xmlns:a16="http://schemas.microsoft.com/office/drawing/2014/main" id="{22672439-00D4-5796-386E-02C51170D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5275" y="1257300"/>
                <a:ext cx="11113" cy="12700"/>
              </a:xfrm>
              <a:custGeom>
                <a:avLst/>
                <a:gdLst/>
                <a:ahLst/>
                <a:cxnLst>
                  <a:cxn ang="0">
                    <a:pos x="8" y="5"/>
                  </a:cxn>
                  <a:cxn ang="0">
                    <a:pos x="3" y="0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8" y="4"/>
                  </a:cxn>
                  <a:cxn ang="0">
                    <a:pos x="6" y="4"/>
                  </a:cxn>
                  <a:cxn ang="0">
                    <a:pos x="8" y="5"/>
                  </a:cxn>
                </a:cxnLst>
                <a:rect l="0" t="0" r="r" b="b"/>
                <a:pathLst>
                  <a:path w="8" h="10">
                    <a:moveTo>
                      <a:pt x="8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2"/>
                      <a:pt x="0" y="4"/>
                      <a:pt x="0" y="7"/>
                    </a:cubicBezTo>
                    <a:cubicBezTo>
                      <a:pt x="0" y="9"/>
                      <a:pt x="1" y="10"/>
                      <a:pt x="3" y="10"/>
                    </a:cubicBezTo>
                    <a:cubicBezTo>
                      <a:pt x="7" y="10"/>
                      <a:pt x="7" y="6"/>
                      <a:pt x="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8" y="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6" name="Freeform 151">
                <a:extLst>
                  <a:ext uri="{FF2B5EF4-FFF2-40B4-BE49-F238E27FC236}">
                    <a16:creationId xmlns:a16="http://schemas.microsoft.com/office/drawing/2014/main" id="{0C591338-3A84-0BC7-7F17-221EBB882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9988" y="1300163"/>
                <a:ext cx="26988" cy="15875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0" y="12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0" y="7"/>
                  </a:cxn>
                  <a:cxn ang="0">
                    <a:pos x="17" y="12"/>
                  </a:cxn>
                  <a:cxn ang="0">
                    <a:pos x="20" y="9"/>
                  </a:cxn>
                </a:cxnLst>
                <a:rect l="0" t="0" r="r" b="b"/>
                <a:pathLst>
                  <a:path w="20" h="12">
                    <a:moveTo>
                      <a:pt x="20" y="9"/>
                    </a:moveTo>
                    <a:cubicBezTo>
                      <a:pt x="17" y="11"/>
                      <a:pt x="14" y="12"/>
                      <a:pt x="10" y="12"/>
                    </a:cubicBezTo>
                    <a:cubicBezTo>
                      <a:pt x="5" y="12"/>
                      <a:pt x="0" y="11"/>
                      <a:pt x="0" y="7"/>
                    </a:cubicBezTo>
                    <a:cubicBezTo>
                      <a:pt x="0" y="3"/>
                      <a:pt x="6" y="0"/>
                      <a:pt x="10" y="0"/>
                    </a:cubicBezTo>
                    <a:cubicBezTo>
                      <a:pt x="16" y="0"/>
                      <a:pt x="20" y="2"/>
                      <a:pt x="20" y="7"/>
                    </a:cubicBezTo>
                    <a:cubicBezTo>
                      <a:pt x="20" y="10"/>
                      <a:pt x="18" y="11"/>
                      <a:pt x="17" y="12"/>
                    </a:cubicBezTo>
                    <a:lnTo>
                      <a:pt x="20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7" name="Freeform 152">
                <a:extLst>
                  <a:ext uri="{FF2B5EF4-FFF2-40B4-BE49-F238E27FC236}">
                    <a16:creationId xmlns:a16="http://schemas.microsoft.com/office/drawing/2014/main" id="{4CF669D5-B19E-0FC0-992C-D6D738DED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3613" y="1128713"/>
                <a:ext cx="100013" cy="57150"/>
              </a:xfrm>
              <a:custGeom>
                <a:avLst/>
                <a:gdLst/>
                <a:ahLst/>
                <a:cxnLst>
                  <a:cxn ang="0">
                    <a:pos x="6" y="43"/>
                  </a:cxn>
                  <a:cxn ang="0">
                    <a:pos x="0" y="37"/>
                  </a:cxn>
                  <a:cxn ang="0">
                    <a:pos x="8" y="27"/>
                  </a:cxn>
                  <a:cxn ang="0">
                    <a:pos x="39" y="0"/>
                  </a:cxn>
                  <a:cxn ang="0">
                    <a:pos x="45" y="0"/>
                  </a:cxn>
                  <a:cxn ang="0">
                    <a:pos x="44" y="10"/>
                  </a:cxn>
                  <a:cxn ang="0">
                    <a:pos x="52" y="6"/>
                  </a:cxn>
                  <a:cxn ang="0">
                    <a:pos x="76" y="23"/>
                  </a:cxn>
                  <a:cxn ang="0">
                    <a:pos x="45" y="34"/>
                  </a:cxn>
                  <a:cxn ang="0">
                    <a:pos x="30" y="37"/>
                  </a:cxn>
                  <a:cxn ang="0">
                    <a:pos x="6" y="43"/>
                  </a:cxn>
                </a:cxnLst>
                <a:rect l="0" t="0" r="r" b="b"/>
                <a:pathLst>
                  <a:path w="76" h="43">
                    <a:moveTo>
                      <a:pt x="6" y="43"/>
                    </a:moveTo>
                    <a:cubicBezTo>
                      <a:pt x="1" y="43"/>
                      <a:pt x="0" y="41"/>
                      <a:pt x="0" y="37"/>
                    </a:cubicBezTo>
                    <a:cubicBezTo>
                      <a:pt x="0" y="30"/>
                      <a:pt x="5" y="30"/>
                      <a:pt x="8" y="27"/>
                    </a:cubicBezTo>
                    <a:cubicBezTo>
                      <a:pt x="18" y="17"/>
                      <a:pt x="22" y="0"/>
                      <a:pt x="39" y="0"/>
                    </a:cubicBezTo>
                    <a:cubicBezTo>
                      <a:pt x="43" y="0"/>
                      <a:pt x="43" y="0"/>
                      <a:pt x="45" y="0"/>
                    </a:cubicBezTo>
                    <a:cubicBezTo>
                      <a:pt x="45" y="7"/>
                      <a:pt x="47" y="7"/>
                      <a:pt x="44" y="10"/>
                    </a:cubicBezTo>
                    <a:cubicBezTo>
                      <a:pt x="47" y="9"/>
                      <a:pt x="49" y="6"/>
                      <a:pt x="52" y="6"/>
                    </a:cubicBezTo>
                    <a:cubicBezTo>
                      <a:pt x="58" y="6"/>
                      <a:pt x="76" y="17"/>
                      <a:pt x="76" y="23"/>
                    </a:cubicBezTo>
                    <a:cubicBezTo>
                      <a:pt x="76" y="34"/>
                      <a:pt x="53" y="36"/>
                      <a:pt x="45" y="34"/>
                    </a:cubicBezTo>
                    <a:cubicBezTo>
                      <a:pt x="43" y="34"/>
                      <a:pt x="30" y="37"/>
                      <a:pt x="30" y="37"/>
                    </a:cubicBezTo>
                    <a:lnTo>
                      <a:pt x="6" y="4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8" name="Freeform 153">
                <a:extLst>
                  <a:ext uri="{FF2B5EF4-FFF2-40B4-BE49-F238E27FC236}">
                    <a16:creationId xmlns:a16="http://schemas.microsoft.com/office/drawing/2014/main" id="{3545BF4D-91A1-CE24-593B-2E5E073E6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0738" y="1101725"/>
                <a:ext cx="39688" cy="20638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30" y="7"/>
                  </a:cxn>
                  <a:cxn ang="0">
                    <a:pos x="9" y="16"/>
                  </a:cxn>
                  <a:cxn ang="0">
                    <a:pos x="0" y="5"/>
                  </a:cxn>
                  <a:cxn ang="0">
                    <a:pos x="12" y="0"/>
                  </a:cxn>
                </a:cxnLst>
                <a:rect l="0" t="0" r="r" b="b"/>
                <a:pathLst>
                  <a:path w="30" h="16">
                    <a:moveTo>
                      <a:pt x="12" y="0"/>
                    </a:moveTo>
                    <a:cubicBezTo>
                      <a:pt x="14" y="0"/>
                      <a:pt x="26" y="6"/>
                      <a:pt x="30" y="7"/>
                    </a:cubicBezTo>
                    <a:cubicBezTo>
                      <a:pt x="29" y="15"/>
                      <a:pt x="14" y="16"/>
                      <a:pt x="9" y="16"/>
                    </a:cubicBezTo>
                    <a:cubicBezTo>
                      <a:pt x="6" y="16"/>
                      <a:pt x="0" y="9"/>
                      <a:pt x="0" y="5"/>
                    </a:cubicBezTo>
                    <a:cubicBezTo>
                      <a:pt x="0" y="0"/>
                      <a:pt x="9" y="0"/>
                      <a:pt x="12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9" name="Freeform 154">
                <a:extLst>
                  <a:ext uri="{FF2B5EF4-FFF2-40B4-BE49-F238E27FC236}">
                    <a16:creationId xmlns:a16="http://schemas.microsoft.com/office/drawing/2014/main" id="{DC815872-5924-99CA-C44D-7AC939E15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3438" y="1057275"/>
                <a:ext cx="139700" cy="98425"/>
              </a:xfrm>
              <a:custGeom>
                <a:avLst/>
                <a:gdLst/>
                <a:ahLst/>
                <a:cxnLst>
                  <a:cxn ang="0">
                    <a:pos x="99" y="68"/>
                  </a:cxn>
                  <a:cxn ang="0">
                    <a:pos x="90" y="74"/>
                  </a:cxn>
                  <a:cxn ang="0">
                    <a:pos x="41" y="66"/>
                  </a:cxn>
                  <a:cxn ang="0">
                    <a:pos x="17" y="50"/>
                  </a:cxn>
                  <a:cxn ang="0">
                    <a:pos x="50" y="36"/>
                  </a:cxn>
                  <a:cxn ang="0">
                    <a:pos x="32" y="36"/>
                  </a:cxn>
                  <a:cxn ang="0">
                    <a:pos x="0" y="26"/>
                  </a:cxn>
                  <a:cxn ang="0">
                    <a:pos x="46" y="0"/>
                  </a:cxn>
                  <a:cxn ang="0">
                    <a:pos x="72" y="17"/>
                  </a:cxn>
                  <a:cxn ang="0">
                    <a:pos x="67" y="18"/>
                  </a:cxn>
                  <a:cxn ang="0">
                    <a:pos x="67" y="27"/>
                  </a:cxn>
                  <a:cxn ang="0">
                    <a:pos x="59" y="35"/>
                  </a:cxn>
                  <a:cxn ang="0">
                    <a:pos x="68" y="35"/>
                  </a:cxn>
                  <a:cxn ang="0">
                    <a:pos x="81" y="39"/>
                  </a:cxn>
                  <a:cxn ang="0">
                    <a:pos x="90" y="39"/>
                  </a:cxn>
                  <a:cxn ang="0">
                    <a:pos x="105" y="48"/>
                  </a:cxn>
                  <a:cxn ang="0">
                    <a:pos x="101" y="57"/>
                  </a:cxn>
                  <a:cxn ang="0">
                    <a:pos x="92" y="62"/>
                  </a:cxn>
                  <a:cxn ang="0">
                    <a:pos x="99" y="68"/>
                  </a:cxn>
                </a:cxnLst>
                <a:rect l="0" t="0" r="r" b="b"/>
                <a:pathLst>
                  <a:path w="105" h="74">
                    <a:moveTo>
                      <a:pt x="99" y="68"/>
                    </a:moveTo>
                    <a:cubicBezTo>
                      <a:pt x="99" y="72"/>
                      <a:pt x="94" y="74"/>
                      <a:pt x="90" y="74"/>
                    </a:cubicBezTo>
                    <a:cubicBezTo>
                      <a:pt x="71" y="74"/>
                      <a:pt x="57" y="66"/>
                      <a:pt x="41" y="66"/>
                    </a:cubicBezTo>
                    <a:cubicBezTo>
                      <a:pt x="35" y="66"/>
                      <a:pt x="24" y="54"/>
                      <a:pt x="17" y="50"/>
                    </a:cubicBezTo>
                    <a:cubicBezTo>
                      <a:pt x="32" y="46"/>
                      <a:pt x="36" y="41"/>
                      <a:pt x="50" y="36"/>
                    </a:cubicBezTo>
                    <a:cubicBezTo>
                      <a:pt x="46" y="36"/>
                      <a:pt x="35" y="36"/>
                      <a:pt x="32" y="36"/>
                    </a:cubicBezTo>
                    <a:cubicBezTo>
                      <a:pt x="20" y="36"/>
                      <a:pt x="11" y="32"/>
                      <a:pt x="0" y="26"/>
                    </a:cubicBezTo>
                    <a:cubicBezTo>
                      <a:pt x="18" y="21"/>
                      <a:pt x="25" y="0"/>
                      <a:pt x="46" y="0"/>
                    </a:cubicBezTo>
                    <a:cubicBezTo>
                      <a:pt x="58" y="0"/>
                      <a:pt x="65" y="12"/>
                      <a:pt x="72" y="17"/>
                    </a:cubicBezTo>
                    <a:cubicBezTo>
                      <a:pt x="68" y="19"/>
                      <a:pt x="69" y="18"/>
                      <a:pt x="67" y="18"/>
                    </a:cubicBezTo>
                    <a:cubicBezTo>
                      <a:pt x="68" y="23"/>
                      <a:pt x="67" y="24"/>
                      <a:pt x="67" y="27"/>
                    </a:cubicBezTo>
                    <a:cubicBezTo>
                      <a:pt x="67" y="29"/>
                      <a:pt x="62" y="33"/>
                      <a:pt x="59" y="35"/>
                    </a:cubicBezTo>
                    <a:cubicBezTo>
                      <a:pt x="63" y="33"/>
                      <a:pt x="65" y="35"/>
                      <a:pt x="68" y="35"/>
                    </a:cubicBezTo>
                    <a:cubicBezTo>
                      <a:pt x="73" y="35"/>
                      <a:pt x="76" y="39"/>
                      <a:pt x="81" y="39"/>
                    </a:cubicBezTo>
                    <a:cubicBezTo>
                      <a:pt x="84" y="39"/>
                      <a:pt x="87" y="39"/>
                      <a:pt x="90" y="39"/>
                    </a:cubicBezTo>
                    <a:cubicBezTo>
                      <a:pt x="99" y="39"/>
                      <a:pt x="99" y="42"/>
                      <a:pt x="105" y="48"/>
                    </a:cubicBezTo>
                    <a:cubicBezTo>
                      <a:pt x="100" y="51"/>
                      <a:pt x="101" y="52"/>
                      <a:pt x="101" y="57"/>
                    </a:cubicBezTo>
                    <a:cubicBezTo>
                      <a:pt x="101" y="61"/>
                      <a:pt x="95" y="62"/>
                      <a:pt x="92" y="62"/>
                    </a:cubicBezTo>
                    <a:cubicBezTo>
                      <a:pt x="95" y="63"/>
                      <a:pt x="99" y="65"/>
                      <a:pt x="99" y="6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0" name="Freeform 155">
                <a:extLst>
                  <a:ext uri="{FF2B5EF4-FFF2-40B4-BE49-F238E27FC236}">
                    <a16:creationId xmlns:a16="http://schemas.microsoft.com/office/drawing/2014/main" id="{9F8EA997-5BCA-B9CA-14B2-DAB1625A24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3763" y="1212850"/>
                <a:ext cx="17463" cy="12700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5" y="9"/>
                  </a:cxn>
                  <a:cxn ang="0">
                    <a:pos x="0" y="5"/>
                  </a:cxn>
                </a:cxnLst>
                <a:rect l="0" t="0" r="r" b="b"/>
                <a:pathLst>
                  <a:path w="13" h="9">
                    <a:moveTo>
                      <a:pt x="0" y="5"/>
                    </a:moveTo>
                    <a:cubicBezTo>
                      <a:pt x="3" y="3"/>
                      <a:pt x="5" y="1"/>
                      <a:pt x="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6"/>
                      <a:pt x="10" y="9"/>
                      <a:pt x="5" y="9"/>
                    </a:cubicBezTo>
                    <a:cubicBezTo>
                      <a:pt x="2" y="9"/>
                      <a:pt x="1" y="7"/>
                      <a:pt x="0" y="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1" name="Freeform 156">
                <a:extLst>
                  <a:ext uri="{FF2B5EF4-FFF2-40B4-BE49-F238E27FC236}">
                    <a16:creationId xmlns:a16="http://schemas.microsoft.com/office/drawing/2014/main" id="{550D16EE-89F0-030A-E408-28D9E0A69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6450" y="1060450"/>
                <a:ext cx="23813" cy="7938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6">
                    <a:moveTo>
                      <a:pt x="18" y="4"/>
                    </a:moveTo>
                    <a:cubicBezTo>
                      <a:pt x="11" y="5"/>
                      <a:pt x="3" y="6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18" y="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2" name="Freeform 157">
                <a:extLst>
                  <a:ext uri="{FF2B5EF4-FFF2-40B4-BE49-F238E27FC236}">
                    <a16:creationId xmlns:a16="http://schemas.microsoft.com/office/drawing/2014/main" id="{01FF0B8D-3CB3-AFB3-521D-01731D6AB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2675" y="1173163"/>
                <a:ext cx="20638" cy="9525"/>
              </a:xfrm>
              <a:custGeom>
                <a:avLst/>
                <a:gdLst/>
                <a:ahLst/>
                <a:cxnLst>
                  <a:cxn ang="0">
                    <a:pos x="15" y="1"/>
                  </a:cxn>
                  <a:cxn ang="0">
                    <a:pos x="9" y="7"/>
                  </a:cxn>
                  <a:cxn ang="0">
                    <a:pos x="0" y="2"/>
                  </a:cxn>
                  <a:cxn ang="0">
                    <a:pos x="15" y="1"/>
                  </a:cxn>
                </a:cxnLst>
                <a:rect l="0" t="0" r="r" b="b"/>
                <a:pathLst>
                  <a:path w="15" h="7">
                    <a:moveTo>
                      <a:pt x="15" y="1"/>
                    </a:moveTo>
                    <a:cubicBezTo>
                      <a:pt x="14" y="4"/>
                      <a:pt x="12" y="7"/>
                      <a:pt x="9" y="7"/>
                    </a:cubicBezTo>
                    <a:cubicBezTo>
                      <a:pt x="4" y="7"/>
                      <a:pt x="1" y="4"/>
                      <a:pt x="0" y="2"/>
                    </a:cubicBezTo>
                    <a:cubicBezTo>
                      <a:pt x="9" y="0"/>
                      <a:pt x="11" y="2"/>
                      <a:pt x="1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3" name="Freeform 158">
                <a:extLst>
                  <a:ext uri="{FF2B5EF4-FFF2-40B4-BE49-F238E27FC236}">
                    <a16:creationId xmlns:a16="http://schemas.microsoft.com/office/drawing/2014/main" id="{CD6314DC-65B0-6127-D875-084A96C93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688" y="1074738"/>
                <a:ext cx="117475" cy="36513"/>
              </a:xfrm>
              <a:custGeom>
                <a:avLst/>
                <a:gdLst/>
                <a:ahLst/>
                <a:cxnLst>
                  <a:cxn ang="0">
                    <a:pos x="76" y="14"/>
                  </a:cxn>
                  <a:cxn ang="0">
                    <a:pos x="58" y="17"/>
                  </a:cxn>
                  <a:cxn ang="0">
                    <a:pos x="49" y="27"/>
                  </a:cxn>
                  <a:cxn ang="0">
                    <a:pos x="44" y="23"/>
                  </a:cxn>
                  <a:cxn ang="0">
                    <a:pos x="44" y="23"/>
                  </a:cxn>
                  <a:cxn ang="0">
                    <a:pos x="32" y="17"/>
                  </a:cxn>
                  <a:cxn ang="0">
                    <a:pos x="41" y="14"/>
                  </a:cxn>
                  <a:cxn ang="0">
                    <a:pos x="33" y="13"/>
                  </a:cxn>
                  <a:cxn ang="0">
                    <a:pos x="40" y="9"/>
                  </a:cxn>
                  <a:cxn ang="0">
                    <a:pos x="30" y="5"/>
                  </a:cxn>
                  <a:cxn ang="0">
                    <a:pos x="10" y="11"/>
                  </a:cxn>
                  <a:cxn ang="0">
                    <a:pos x="0" y="9"/>
                  </a:cxn>
                  <a:cxn ang="0">
                    <a:pos x="34" y="0"/>
                  </a:cxn>
                  <a:cxn ang="0">
                    <a:pos x="60" y="6"/>
                  </a:cxn>
                  <a:cxn ang="0">
                    <a:pos x="76" y="0"/>
                  </a:cxn>
                  <a:cxn ang="0">
                    <a:pos x="89" y="5"/>
                  </a:cxn>
                  <a:cxn ang="0">
                    <a:pos x="78" y="13"/>
                  </a:cxn>
                  <a:cxn ang="0">
                    <a:pos x="73" y="13"/>
                  </a:cxn>
                  <a:cxn ang="0">
                    <a:pos x="73" y="17"/>
                  </a:cxn>
                  <a:cxn ang="0">
                    <a:pos x="76" y="14"/>
                  </a:cxn>
                </a:cxnLst>
                <a:rect l="0" t="0" r="r" b="b"/>
                <a:pathLst>
                  <a:path w="89" h="27">
                    <a:moveTo>
                      <a:pt x="76" y="14"/>
                    </a:moveTo>
                    <a:cubicBezTo>
                      <a:pt x="69" y="19"/>
                      <a:pt x="65" y="13"/>
                      <a:pt x="58" y="17"/>
                    </a:cubicBezTo>
                    <a:cubicBezTo>
                      <a:pt x="54" y="19"/>
                      <a:pt x="53" y="27"/>
                      <a:pt x="49" y="27"/>
                    </a:cubicBezTo>
                    <a:cubicBezTo>
                      <a:pt x="47" y="26"/>
                      <a:pt x="45" y="24"/>
                      <a:pt x="44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38" y="23"/>
                      <a:pt x="33" y="21"/>
                      <a:pt x="32" y="17"/>
                    </a:cubicBezTo>
                    <a:cubicBezTo>
                      <a:pt x="36" y="15"/>
                      <a:pt x="38" y="15"/>
                      <a:pt x="41" y="14"/>
                    </a:cubicBezTo>
                    <a:cubicBezTo>
                      <a:pt x="37" y="14"/>
                      <a:pt x="35" y="13"/>
                      <a:pt x="33" y="13"/>
                    </a:cubicBezTo>
                    <a:cubicBezTo>
                      <a:pt x="36" y="11"/>
                      <a:pt x="38" y="11"/>
                      <a:pt x="40" y="9"/>
                    </a:cubicBezTo>
                    <a:cubicBezTo>
                      <a:pt x="36" y="8"/>
                      <a:pt x="34" y="5"/>
                      <a:pt x="30" y="5"/>
                    </a:cubicBezTo>
                    <a:cubicBezTo>
                      <a:pt x="25" y="5"/>
                      <a:pt x="17" y="11"/>
                      <a:pt x="10" y="11"/>
                    </a:cubicBezTo>
                    <a:cubicBezTo>
                      <a:pt x="7" y="11"/>
                      <a:pt x="4" y="9"/>
                      <a:pt x="0" y="9"/>
                    </a:cubicBezTo>
                    <a:cubicBezTo>
                      <a:pt x="4" y="2"/>
                      <a:pt x="25" y="0"/>
                      <a:pt x="34" y="0"/>
                    </a:cubicBezTo>
                    <a:cubicBezTo>
                      <a:pt x="45" y="0"/>
                      <a:pt x="52" y="6"/>
                      <a:pt x="60" y="6"/>
                    </a:cubicBezTo>
                    <a:cubicBezTo>
                      <a:pt x="67" y="6"/>
                      <a:pt x="70" y="0"/>
                      <a:pt x="76" y="0"/>
                    </a:cubicBezTo>
                    <a:cubicBezTo>
                      <a:pt x="82" y="0"/>
                      <a:pt x="87" y="4"/>
                      <a:pt x="89" y="5"/>
                    </a:cubicBezTo>
                    <a:cubicBezTo>
                      <a:pt x="89" y="13"/>
                      <a:pt x="83" y="9"/>
                      <a:pt x="78" y="13"/>
                    </a:cubicBezTo>
                    <a:cubicBezTo>
                      <a:pt x="76" y="13"/>
                      <a:pt x="75" y="13"/>
                      <a:pt x="73" y="13"/>
                    </a:cubicBezTo>
                    <a:cubicBezTo>
                      <a:pt x="73" y="17"/>
                      <a:pt x="73" y="17"/>
                      <a:pt x="73" y="17"/>
                    </a:cubicBezTo>
                    <a:lnTo>
                      <a:pt x="76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4" name="Freeform 159">
                <a:extLst>
                  <a:ext uri="{FF2B5EF4-FFF2-40B4-BE49-F238E27FC236}">
                    <a16:creationId xmlns:a16="http://schemas.microsoft.com/office/drawing/2014/main" id="{FD95C94D-DA1F-F212-27C6-93EE0A277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7663" y="1052513"/>
                <a:ext cx="41275" cy="26988"/>
              </a:xfrm>
              <a:custGeom>
                <a:avLst/>
                <a:gdLst/>
                <a:ahLst/>
                <a:cxnLst>
                  <a:cxn ang="0">
                    <a:pos x="7" y="20"/>
                  </a:cxn>
                  <a:cxn ang="0">
                    <a:pos x="0" y="13"/>
                  </a:cxn>
                  <a:cxn ang="0">
                    <a:pos x="25" y="0"/>
                  </a:cxn>
                  <a:cxn ang="0">
                    <a:pos x="31" y="14"/>
                  </a:cxn>
                  <a:cxn ang="0">
                    <a:pos x="7" y="20"/>
                  </a:cxn>
                </a:cxnLst>
                <a:rect l="0" t="0" r="r" b="b"/>
                <a:pathLst>
                  <a:path w="31" h="20">
                    <a:moveTo>
                      <a:pt x="7" y="20"/>
                    </a:moveTo>
                    <a:cubicBezTo>
                      <a:pt x="2" y="20"/>
                      <a:pt x="0" y="17"/>
                      <a:pt x="0" y="13"/>
                    </a:cubicBezTo>
                    <a:cubicBezTo>
                      <a:pt x="0" y="7"/>
                      <a:pt x="18" y="0"/>
                      <a:pt x="25" y="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28" y="16"/>
                      <a:pt x="11" y="20"/>
                      <a:pt x="7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5" name="Freeform 160">
                <a:extLst>
                  <a:ext uri="{FF2B5EF4-FFF2-40B4-BE49-F238E27FC236}">
                    <a16:creationId xmlns:a16="http://schemas.microsoft.com/office/drawing/2014/main" id="{09C10292-45A1-93FB-1433-CD3038638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3688" y="1069975"/>
                <a:ext cx="44450" cy="25400"/>
              </a:xfrm>
              <a:custGeom>
                <a:avLst/>
                <a:gdLst/>
                <a:ahLst/>
                <a:cxnLst>
                  <a:cxn ang="0">
                    <a:pos x="33" y="4"/>
                  </a:cxn>
                  <a:cxn ang="0">
                    <a:pos x="33" y="10"/>
                  </a:cxn>
                  <a:cxn ang="0">
                    <a:pos x="22" y="12"/>
                  </a:cxn>
                  <a:cxn ang="0">
                    <a:pos x="24" y="18"/>
                  </a:cxn>
                  <a:cxn ang="0">
                    <a:pos x="0" y="18"/>
                  </a:cxn>
                  <a:cxn ang="0">
                    <a:pos x="9" y="6"/>
                  </a:cxn>
                  <a:cxn ang="0">
                    <a:pos x="9" y="0"/>
                  </a:cxn>
                  <a:cxn ang="0">
                    <a:pos x="23" y="0"/>
                  </a:cxn>
                  <a:cxn ang="0">
                    <a:pos x="19" y="4"/>
                  </a:cxn>
                  <a:cxn ang="0">
                    <a:pos x="33" y="4"/>
                  </a:cxn>
                </a:cxnLst>
                <a:rect l="0" t="0" r="r" b="b"/>
                <a:pathLst>
                  <a:path w="33" h="20">
                    <a:moveTo>
                      <a:pt x="33" y="4"/>
                    </a:moveTo>
                    <a:cubicBezTo>
                      <a:pt x="33" y="8"/>
                      <a:pt x="33" y="8"/>
                      <a:pt x="33" y="10"/>
                    </a:cubicBezTo>
                    <a:cubicBezTo>
                      <a:pt x="30" y="14"/>
                      <a:pt x="26" y="12"/>
                      <a:pt x="22" y="12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9"/>
                      <a:pt x="0" y="20"/>
                      <a:pt x="0" y="18"/>
                    </a:cubicBezTo>
                    <a:cubicBezTo>
                      <a:pt x="0" y="11"/>
                      <a:pt x="3" y="8"/>
                      <a:pt x="9" y="6"/>
                    </a:cubicBezTo>
                    <a:cubicBezTo>
                      <a:pt x="8" y="2"/>
                      <a:pt x="9" y="1"/>
                      <a:pt x="9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2"/>
                      <a:pt x="20" y="4"/>
                      <a:pt x="19" y="4"/>
                    </a:cubicBezTo>
                    <a:cubicBezTo>
                      <a:pt x="22" y="4"/>
                      <a:pt x="29" y="4"/>
                      <a:pt x="33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6" name="Freeform 161">
                <a:extLst>
                  <a:ext uri="{FF2B5EF4-FFF2-40B4-BE49-F238E27FC236}">
                    <a16:creationId xmlns:a16="http://schemas.microsoft.com/office/drawing/2014/main" id="{620F38F8-C9E0-2C21-836A-8BD7A427C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4950" y="1092200"/>
                <a:ext cx="44450" cy="15875"/>
              </a:xfrm>
              <a:custGeom>
                <a:avLst/>
                <a:gdLst/>
                <a:ahLst/>
                <a:cxnLst>
                  <a:cxn ang="0">
                    <a:pos x="20" y="12"/>
                  </a:cxn>
                  <a:cxn ang="0">
                    <a:pos x="11" y="7"/>
                  </a:cxn>
                  <a:cxn ang="0">
                    <a:pos x="4" y="12"/>
                  </a:cxn>
                  <a:cxn ang="0">
                    <a:pos x="0" y="9"/>
                  </a:cxn>
                  <a:cxn ang="0">
                    <a:pos x="22" y="0"/>
                  </a:cxn>
                  <a:cxn ang="0">
                    <a:pos x="34" y="5"/>
                  </a:cxn>
                  <a:cxn ang="0">
                    <a:pos x="20" y="12"/>
                  </a:cxn>
                </a:cxnLst>
                <a:rect l="0" t="0" r="r" b="b"/>
                <a:pathLst>
                  <a:path w="34" h="12">
                    <a:moveTo>
                      <a:pt x="20" y="12"/>
                    </a:moveTo>
                    <a:cubicBezTo>
                      <a:pt x="17" y="12"/>
                      <a:pt x="14" y="7"/>
                      <a:pt x="11" y="7"/>
                    </a:cubicBezTo>
                    <a:cubicBezTo>
                      <a:pt x="10" y="12"/>
                      <a:pt x="8" y="12"/>
                      <a:pt x="4" y="12"/>
                    </a:cubicBezTo>
                    <a:cubicBezTo>
                      <a:pt x="2" y="12"/>
                      <a:pt x="0" y="10"/>
                      <a:pt x="0" y="9"/>
                    </a:cubicBezTo>
                    <a:cubicBezTo>
                      <a:pt x="0" y="2"/>
                      <a:pt x="17" y="0"/>
                      <a:pt x="22" y="0"/>
                    </a:cubicBezTo>
                    <a:cubicBezTo>
                      <a:pt x="28" y="0"/>
                      <a:pt x="32" y="2"/>
                      <a:pt x="34" y="5"/>
                    </a:cubicBezTo>
                    <a:cubicBezTo>
                      <a:pt x="25" y="5"/>
                      <a:pt x="26" y="12"/>
                      <a:pt x="20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7" name="Freeform 162">
                <a:extLst>
                  <a:ext uri="{FF2B5EF4-FFF2-40B4-BE49-F238E27FC236}">
                    <a16:creationId xmlns:a16="http://schemas.microsoft.com/office/drawing/2014/main" id="{E1F2C8B9-7303-76BD-5BEA-986F307FF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7963" y="1038225"/>
                <a:ext cx="71438" cy="49213"/>
              </a:xfrm>
              <a:custGeom>
                <a:avLst/>
                <a:gdLst/>
                <a:ahLst/>
                <a:cxnLst>
                  <a:cxn ang="0">
                    <a:pos x="40" y="31"/>
                  </a:cxn>
                  <a:cxn ang="0">
                    <a:pos x="22" y="36"/>
                  </a:cxn>
                  <a:cxn ang="0">
                    <a:pos x="0" y="28"/>
                  </a:cxn>
                  <a:cxn ang="0">
                    <a:pos x="6" y="23"/>
                  </a:cxn>
                  <a:cxn ang="0">
                    <a:pos x="24" y="23"/>
                  </a:cxn>
                  <a:cxn ang="0">
                    <a:pos x="17" y="22"/>
                  </a:cxn>
                  <a:cxn ang="0">
                    <a:pos x="17" y="16"/>
                  </a:cxn>
                  <a:cxn ang="0">
                    <a:pos x="43" y="8"/>
                  </a:cxn>
                  <a:cxn ang="0">
                    <a:pos x="51" y="0"/>
                  </a:cxn>
                  <a:cxn ang="0">
                    <a:pos x="52" y="5"/>
                  </a:cxn>
                  <a:cxn ang="0">
                    <a:pos x="48" y="11"/>
                  </a:cxn>
                  <a:cxn ang="0">
                    <a:pos x="28" y="23"/>
                  </a:cxn>
                  <a:cxn ang="0">
                    <a:pos x="53" y="29"/>
                  </a:cxn>
                  <a:cxn ang="0">
                    <a:pos x="40" y="31"/>
                  </a:cxn>
                </a:cxnLst>
                <a:rect l="0" t="0" r="r" b="b"/>
                <a:pathLst>
                  <a:path w="53" h="36">
                    <a:moveTo>
                      <a:pt x="40" y="31"/>
                    </a:moveTo>
                    <a:cubicBezTo>
                      <a:pt x="34" y="31"/>
                      <a:pt x="27" y="36"/>
                      <a:pt x="22" y="36"/>
                    </a:cubicBezTo>
                    <a:cubicBezTo>
                      <a:pt x="19" y="36"/>
                      <a:pt x="1" y="28"/>
                      <a:pt x="0" y="28"/>
                    </a:cubicBezTo>
                    <a:cubicBezTo>
                      <a:pt x="3" y="26"/>
                      <a:pt x="4" y="25"/>
                      <a:pt x="6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19" y="21"/>
                      <a:pt x="21" y="20"/>
                      <a:pt x="17" y="22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30" y="16"/>
                      <a:pt x="30" y="8"/>
                      <a:pt x="43" y="8"/>
                    </a:cubicBezTo>
                    <a:cubicBezTo>
                      <a:pt x="44" y="4"/>
                      <a:pt x="47" y="0"/>
                      <a:pt x="51" y="0"/>
                    </a:cubicBezTo>
                    <a:cubicBezTo>
                      <a:pt x="52" y="0"/>
                      <a:pt x="52" y="4"/>
                      <a:pt x="52" y="5"/>
                    </a:cubicBezTo>
                    <a:cubicBezTo>
                      <a:pt x="50" y="7"/>
                      <a:pt x="48" y="9"/>
                      <a:pt x="48" y="11"/>
                    </a:cubicBezTo>
                    <a:cubicBezTo>
                      <a:pt x="41" y="16"/>
                      <a:pt x="32" y="18"/>
                      <a:pt x="28" y="23"/>
                    </a:cubicBezTo>
                    <a:cubicBezTo>
                      <a:pt x="40" y="24"/>
                      <a:pt x="43" y="25"/>
                      <a:pt x="53" y="29"/>
                    </a:cubicBezTo>
                    <a:cubicBezTo>
                      <a:pt x="49" y="32"/>
                      <a:pt x="45" y="31"/>
                      <a:pt x="40" y="3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8" name="Freeform 164">
                <a:extLst>
                  <a:ext uri="{FF2B5EF4-FFF2-40B4-BE49-F238E27FC236}">
                    <a16:creationId xmlns:a16="http://schemas.microsoft.com/office/drawing/2014/main" id="{FDE31277-BA58-DF3D-B4E2-4C87BB9C54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5438" y="1244600"/>
                <a:ext cx="128588" cy="49213"/>
              </a:xfrm>
              <a:custGeom>
                <a:avLst/>
                <a:gdLst/>
                <a:ahLst/>
                <a:cxnLst>
                  <a:cxn ang="0">
                    <a:pos x="77" y="29"/>
                  </a:cxn>
                  <a:cxn ang="0">
                    <a:pos x="66" y="34"/>
                  </a:cxn>
                  <a:cxn ang="0">
                    <a:pos x="58" y="29"/>
                  </a:cxn>
                  <a:cxn ang="0">
                    <a:pos x="50" y="32"/>
                  </a:cxn>
                  <a:cxn ang="0">
                    <a:pos x="40" y="36"/>
                  </a:cxn>
                  <a:cxn ang="0">
                    <a:pos x="32" y="31"/>
                  </a:cxn>
                  <a:cxn ang="0">
                    <a:pos x="22" y="38"/>
                  </a:cxn>
                  <a:cxn ang="0">
                    <a:pos x="0" y="18"/>
                  </a:cxn>
                  <a:cxn ang="0">
                    <a:pos x="20" y="0"/>
                  </a:cxn>
                  <a:cxn ang="0">
                    <a:pos x="47" y="15"/>
                  </a:cxn>
                  <a:cxn ang="0">
                    <a:pos x="54" y="3"/>
                  </a:cxn>
                  <a:cxn ang="0">
                    <a:pos x="97" y="15"/>
                  </a:cxn>
                  <a:cxn ang="0">
                    <a:pos x="89" y="29"/>
                  </a:cxn>
                  <a:cxn ang="0">
                    <a:pos x="77" y="29"/>
                  </a:cxn>
                </a:cxnLst>
                <a:rect l="0" t="0" r="r" b="b"/>
                <a:pathLst>
                  <a:path w="97" h="38">
                    <a:moveTo>
                      <a:pt x="77" y="29"/>
                    </a:moveTo>
                    <a:cubicBezTo>
                      <a:pt x="74" y="29"/>
                      <a:pt x="72" y="34"/>
                      <a:pt x="66" y="34"/>
                    </a:cubicBezTo>
                    <a:cubicBezTo>
                      <a:pt x="63" y="34"/>
                      <a:pt x="62" y="29"/>
                      <a:pt x="58" y="29"/>
                    </a:cubicBezTo>
                    <a:cubicBezTo>
                      <a:pt x="55" y="29"/>
                      <a:pt x="53" y="32"/>
                      <a:pt x="50" y="32"/>
                    </a:cubicBezTo>
                    <a:cubicBezTo>
                      <a:pt x="47" y="32"/>
                      <a:pt x="44" y="36"/>
                      <a:pt x="40" y="36"/>
                    </a:cubicBezTo>
                    <a:cubicBezTo>
                      <a:pt x="36" y="36"/>
                      <a:pt x="34" y="34"/>
                      <a:pt x="32" y="31"/>
                    </a:cubicBezTo>
                    <a:cubicBezTo>
                      <a:pt x="29" y="34"/>
                      <a:pt x="27" y="38"/>
                      <a:pt x="22" y="38"/>
                    </a:cubicBezTo>
                    <a:cubicBezTo>
                      <a:pt x="11" y="38"/>
                      <a:pt x="0" y="29"/>
                      <a:pt x="0" y="18"/>
                    </a:cubicBezTo>
                    <a:cubicBezTo>
                      <a:pt x="0" y="8"/>
                      <a:pt x="11" y="0"/>
                      <a:pt x="20" y="0"/>
                    </a:cubicBezTo>
                    <a:cubicBezTo>
                      <a:pt x="34" y="0"/>
                      <a:pt x="35" y="15"/>
                      <a:pt x="47" y="15"/>
                    </a:cubicBezTo>
                    <a:cubicBezTo>
                      <a:pt x="47" y="8"/>
                      <a:pt x="49" y="3"/>
                      <a:pt x="54" y="3"/>
                    </a:cubicBezTo>
                    <a:cubicBezTo>
                      <a:pt x="62" y="3"/>
                      <a:pt x="88" y="12"/>
                      <a:pt x="97" y="15"/>
                    </a:cubicBezTo>
                    <a:cubicBezTo>
                      <a:pt x="95" y="21"/>
                      <a:pt x="89" y="26"/>
                      <a:pt x="89" y="29"/>
                    </a:cubicBezTo>
                    <a:lnTo>
                      <a:pt x="77" y="2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9" name="Freeform 165">
                <a:extLst>
                  <a:ext uri="{FF2B5EF4-FFF2-40B4-BE49-F238E27FC236}">
                    <a16:creationId xmlns:a16="http://schemas.microsoft.com/office/drawing/2014/main" id="{F9D85424-3DD8-4C79-35B7-56CE22FB2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4425" y="2252663"/>
                <a:ext cx="34925" cy="17463"/>
              </a:xfrm>
              <a:custGeom>
                <a:avLst/>
                <a:gdLst/>
                <a:ahLst/>
                <a:cxnLst>
                  <a:cxn ang="0">
                    <a:pos x="5" y="13"/>
                  </a:cxn>
                  <a:cxn ang="0">
                    <a:pos x="2" y="11"/>
                  </a:cxn>
                  <a:cxn ang="0">
                    <a:pos x="0" y="9"/>
                  </a:cxn>
                  <a:cxn ang="0">
                    <a:pos x="26" y="0"/>
                  </a:cxn>
                  <a:cxn ang="0">
                    <a:pos x="20" y="4"/>
                  </a:cxn>
                  <a:cxn ang="0">
                    <a:pos x="19" y="8"/>
                  </a:cxn>
                  <a:cxn ang="0">
                    <a:pos x="5" y="13"/>
                  </a:cxn>
                </a:cxnLst>
                <a:rect l="0" t="0" r="r" b="b"/>
                <a:pathLst>
                  <a:path w="26" h="13">
                    <a:moveTo>
                      <a:pt x="5" y="13"/>
                    </a:moveTo>
                    <a:cubicBezTo>
                      <a:pt x="4" y="13"/>
                      <a:pt x="2" y="12"/>
                      <a:pt x="2" y="11"/>
                    </a:cubicBezTo>
                    <a:cubicBezTo>
                      <a:pt x="1" y="11"/>
                      <a:pt x="0" y="9"/>
                      <a:pt x="0" y="9"/>
                    </a:cubicBezTo>
                    <a:cubicBezTo>
                      <a:pt x="7" y="6"/>
                      <a:pt x="18" y="1"/>
                      <a:pt x="26" y="0"/>
                    </a:cubicBezTo>
                    <a:cubicBezTo>
                      <a:pt x="25" y="4"/>
                      <a:pt x="22" y="2"/>
                      <a:pt x="20" y="4"/>
                    </a:cubicBezTo>
                    <a:cubicBezTo>
                      <a:pt x="18" y="4"/>
                      <a:pt x="19" y="7"/>
                      <a:pt x="19" y="8"/>
                    </a:cubicBezTo>
                    <a:cubicBezTo>
                      <a:pt x="18" y="11"/>
                      <a:pt x="9" y="13"/>
                      <a:pt x="5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" name="Freeform 166">
                <a:extLst>
                  <a:ext uri="{FF2B5EF4-FFF2-40B4-BE49-F238E27FC236}">
                    <a16:creationId xmlns:a16="http://schemas.microsoft.com/office/drawing/2014/main" id="{EE2D4F8A-796F-ACAA-8E6A-08E0D8485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3188" y="1463675"/>
                <a:ext cx="34925" cy="25400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1" y="0"/>
                  </a:cxn>
                  <a:cxn ang="0">
                    <a:pos x="26" y="6"/>
                  </a:cxn>
                  <a:cxn ang="0">
                    <a:pos x="26" y="12"/>
                  </a:cxn>
                  <a:cxn ang="0">
                    <a:pos x="8" y="19"/>
                  </a:cxn>
                  <a:cxn ang="0">
                    <a:pos x="0" y="14"/>
                  </a:cxn>
                  <a:cxn ang="0">
                    <a:pos x="5" y="4"/>
                  </a:cxn>
                </a:cxnLst>
                <a:rect l="0" t="0" r="r" b="b"/>
                <a:pathLst>
                  <a:path w="26" h="19">
                    <a:moveTo>
                      <a:pt x="5" y="4"/>
                    </a:moveTo>
                    <a:cubicBezTo>
                      <a:pt x="8" y="4"/>
                      <a:pt x="8" y="0"/>
                      <a:pt x="11" y="0"/>
                    </a:cubicBezTo>
                    <a:cubicBezTo>
                      <a:pt x="17" y="0"/>
                      <a:pt x="20" y="5"/>
                      <a:pt x="26" y="6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0" y="15"/>
                      <a:pt x="15" y="19"/>
                      <a:pt x="8" y="19"/>
                    </a:cubicBezTo>
                    <a:cubicBezTo>
                      <a:pt x="2" y="19"/>
                      <a:pt x="0" y="19"/>
                      <a:pt x="0" y="14"/>
                    </a:cubicBezTo>
                    <a:cubicBezTo>
                      <a:pt x="0" y="12"/>
                      <a:pt x="4" y="4"/>
                      <a:pt x="5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1" name="Freeform 167">
                <a:extLst>
                  <a:ext uri="{FF2B5EF4-FFF2-40B4-BE49-F238E27FC236}">
                    <a16:creationId xmlns:a16="http://schemas.microsoft.com/office/drawing/2014/main" id="{590BD1F1-E1F1-18F0-8AFB-DE69008B1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9400" y="1433513"/>
                <a:ext cx="26988" cy="25400"/>
              </a:xfrm>
              <a:custGeom>
                <a:avLst/>
                <a:gdLst/>
                <a:ahLst/>
                <a:cxnLst>
                  <a:cxn ang="0">
                    <a:pos x="21" y="17"/>
                  </a:cxn>
                  <a:cxn ang="0">
                    <a:pos x="15" y="19"/>
                  </a:cxn>
                  <a:cxn ang="0">
                    <a:pos x="0" y="8"/>
                  </a:cxn>
                  <a:cxn ang="0">
                    <a:pos x="21" y="17"/>
                  </a:cxn>
                </a:cxnLst>
                <a:rect l="0" t="0" r="r" b="b"/>
                <a:pathLst>
                  <a:path w="21" h="20">
                    <a:moveTo>
                      <a:pt x="21" y="17"/>
                    </a:moveTo>
                    <a:cubicBezTo>
                      <a:pt x="21" y="20"/>
                      <a:pt x="15" y="19"/>
                      <a:pt x="15" y="19"/>
                    </a:cubicBezTo>
                    <a:cubicBezTo>
                      <a:pt x="10" y="19"/>
                      <a:pt x="0" y="14"/>
                      <a:pt x="0" y="8"/>
                    </a:cubicBezTo>
                    <a:cubicBezTo>
                      <a:pt x="0" y="0"/>
                      <a:pt x="21" y="8"/>
                      <a:pt x="21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2" name="Freeform 168">
                <a:extLst>
                  <a:ext uri="{FF2B5EF4-FFF2-40B4-BE49-F238E27FC236}">
                    <a16:creationId xmlns:a16="http://schemas.microsoft.com/office/drawing/2014/main" id="{E5D50DC9-0DE2-070B-2CEC-6A0589B15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9900" y="1338263"/>
                <a:ext cx="25400" cy="17463"/>
              </a:xfrm>
              <a:custGeom>
                <a:avLst/>
                <a:gdLst/>
                <a:ahLst/>
                <a:cxnLst>
                  <a:cxn ang="0">
                    <a:pos x="2" y="13"/>
                  </a:cxn>
                  <a:cxn ang="0">
                    <a:pos x="19" y="8"/>
                  </a:cxn>
                  <a:cxn ang="0">
                    <a:pos x="8" y="0"/>
                  </a:cxn>
                  <a:cxn ang="0">
                    <a:pos x="2" y="9"/>
                  </a:cxn>
                  <a:cxn ang="0">
                    <a:pos x="2" y="13"/>
                  </a:cxn>
                </a:cxnLst>
                <a:rect l="0" t="0" r="r" b="b"/>
                <a:pathLst>
                  <a:path w="19" h="13">
                    <a:moveTo>
                      <a:pt x="2" y="13"/>
                    </a:moveTo>
                    <a:cubicBezTo>
                      <a:pt x="7" y="13"/>
                      <a:pt x="17" y="10"/>
                      <a:pt x="19" y="8"/>
                    </a:cubicBezTo>
                    <a:cubicBezTo>
                      <a:pt x="15" y="5"/>
                      <a:pt x="13" y="0"/>
                      <a:pt x="8" y="0"/>
                    </a:cubicBezTo>
                    <a:cubicBezTo>
                      <a:pt x="4" y="0"/>
                      <a:pt x="2" y="5"/>
                      <a:pt x="2" y="9"/>
                    </a:cubicBezTo>
                    <a:cubicBezTo>
                      <a:pt x="2" y="10"/>
                      <a:pt x="0" y="13"/>
                      <a:pt x="2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3" name="Freeform 169">
                <a:extLst>
                  <a:ext uri="{FF2B5EF4-FFF2-40B4-BE49-F238E27FC236}">
                    <a16:creationId xmlns:a16="http://schemas.microsoft.com/office/drawing/2014/main" id="{470B297F-27E6-734F-484A-BE8E62921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7825" y="1320800"/>
                <a:ext cx="53975" cy="22225"/>
              </a:xfrm>
              <a:custGeom>
                <a:avLst/>
                <a:gdLst/>
                <a:ahLst/>
                <a:cxnLst>
                  <a:cxn ang="0">
                    <a:pos x="0" y="13"/>
                  </a:cxn>
                  <a:cxn ang="0">
                    <a:pos x="21" y="0"/>
                  </a:cxn>
                  <a:cxn ang="0">
                    <a:pos x="41" y="17"/>
                  </a:cxn>
                  <a:cxn ang="0">
                    <a:pos x="28" y="17"/>
                  </a:cxn>
                  <a:cxn ang="0">
                    <a:pos x="2" y="11"/>
                  </a:cxn>
                  <a:cxn ang="0">
                    <a:pos x="0" y="13"/>
                  </a:cxn>
                </a:cxnLst>
                <a:rect l="0" t="0" r="r" b="b"/>
                <a:pathLst>
                  <a:path w="41" h="17">
                    <a:moveTo>
                      <a:pt x="0" y="13"/>
                    </a:moveTo>
                    <a:cubicBezTo>
                      <a:pt x="5" y="6"/>
                      <a:pt x="11" y="0"/>
                      <a:pt x="21" y="0"/>
                    </a:cubicBezTo>
                    <a:cubicBezTo>
                      <a:pt x="32" y="0"/>
                      <a:pt x="41" y="7"/>
                      <a:pt x="41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0" y="13"/>
                      <a:pt x="10" y="14"/>
                      <a:pt x="2" y="11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4" name="Freeform 170">
                <a:extLst>
                  <a:ext uri="{FF2B5EF4-FFF2-40B4-BE49-F238E27FC236}">
                    <a16:creationId xmlns:a16="http://schemas.microsoft.com/office/drawing/2014/main" id="{FDD909F8-2C61-544A-94D3-E13B4A844F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2600" y="1266825"/>
                <a:ext cx="74613" cy="269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" y="9"/>
                  </a:cxn>
                  <a:cxn ang="0">
                    <a:pos x="56" y="13"/>
                  </a:cxn>
                  <a:cxn ang="0">
                    <a:pos x="37" y="20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56" h="20">
                    <a:moveTo>
                      <a:pt x="0" y="0"/>
                    </a:moveTo>
                    <a:cubicBezTo>
                      <a:pt x="4" y="3"/>
                      <a:pt x="50" y="9"/>
                      <a:pt x="52" y="9"/>
                    </a:cubicBezTo>
                    <a:cubicBezTo>
                      <a:pt x="55" y="9"/>
                      <a:pt x="56" y="11"/>
                      <a:pt x="56" y="13"/>
                    </a:cubicBezTo>
                    <a:cubicBezTo>
                      <a:pt x="56" y="18"/>
                      <a:pt x="44" y="20"/>
                      <a:pt x="37" y="20"/>
                    </a:cubicBezTo>
                    <a:cubicBezTo>
                      <a:pt x="25" y="20"/>
                      <a:pt x="4" y="14"/>
                      <a:pt x="4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5" name="Freeform 171">
                <a:extLst>
                  <a:ext uri="{FF2B5EF4-FFF2-40B4-BE49-F238E27FC236}">
                    <a16:creationId xmlns:a16="http://schemas.microsoft.com/office/drawing/2014/main" id="{E47CDC2B-99EE-595B-3AB8-62B4CA966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6238" y="1303338"/>
                <a:ext cx="15875" cy="17463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5" y="13"/>
                  </a:cxn>
                  <a:cxn ang="0">
                    <a:pos x="0" y="7"/>
                  </a:cxn>
                  <a:cxn ang="0">
                    <a:pos x="12" y="7"/>
                  </a:cxn>
                </a:cxnLst>
                <a:rect l="0" t="0" r="r" b="b"/>
                <a:pathLst>
                  <a:path w="12" h="13">
                    <a:moveTo>
                      <a:pt x="12" y="7"/>
                    </a:moveTo>
                    <a:cubicBezTo>
                      <a:pt x="12" y="11"/>
                      <a:pt x="8" y="13"/>
                      <a:pt x="5" y="13"/>
                    </a:cubicBezTo>
                    <a:cubicBezTo>
                      <a:pt x="0" y="13"/>
                      <a:pt x="0" y="11"/>
                      <a:pt x="0" y="7"/>
                    </a:cubicBezTo>
                    <a:cubicBezTo>
                      <a:pt x="0" y="0"/>
                      <a:pt x="12" y="1"/>
                      <a:pt x="12" y="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DB8F10B2-E912-D97D-141C-38917A6E26B8}"/>
                </a:ext>
              </a:extLst>
            </p:cNvPr>
            <p:cNvGrpSpPr/>
            <p:nvPr/>
          </p:nvGrpSpPr>
          <p:grpSpPr>
            <a:xfrm>
              <a:off x="2131108" y="2427734"/>
              <a:ext cx="1675252" cy="1820416"/>
              <a:chOff x="759329" y="569989"/>
              <a:chExt cx="4108745" cy="4464775"/>
            </a:xfrm>
            <a:grpFill/>
          </p:grpSpPr>
          <p:sp>
            <p:nvSpPr>
              <p:cNvPr id="233" name="Freeform 165">
                <a:extLst>
                  <a:ext uri="{FF2B5EF4-FFF2-40B4-BE49-F238E27FC236}">
                    <a16:creationId xmlns:a16="http://schemas.microsoft.com/office/drawing/2014/main" id="{6F939649-7F8F-AE62-AF5D-8B7B8D9264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38878" y="3166210"/>
                <a:ext cx="987914" cy="1651850"/>
              </a:xfrm>
              <a:custGeom>
                <a:avLst/>
                <a:gdLst>
                  <a:gd name="T0" fmla="*/ 0 w 1082"/>
                  <a:gd name="T1" fmla="*/ 239 h 1935"/>
                  <a:gd name="T2" fmla="*/ 1 w 1082"/>
                  <a:gd name="T3" fmla="*/ 244 h 1935"/>
                  <a:gd name="T4" fmla="*/ 7 w 1082"/>
                  <a:gd name="T5" fmla="*/ 243 h 1935"/>
                  <a:gd name="T6" fmla="*/ 8 w 1082"/>
                  <a:gd name="T7" fmla="*/ 256 h 1935"/>
                  <a:gd name="T8" fmla="*/ 31 w 1082"/>
                  <a:gd name="T9" fmla="*/ 258 h 1935"/>
                  <a:gd name="T10" fmla="*/ 25 w 1082"/>
                  <a:gd name="T11" fmla="*/ 252 h 1935"/>
                  <a:gd name="T12" fmla="*/ 29 w 1082"/>
                  <a:gd name="T13" fmla="*/ 235 h 1935"/>
                  <a:gd name="T14" fmla="*/ 34 w 1082"/>
                  <a:gd name="T15" fmla="*/ 238 h 1935"/>
                  <a:gd name="T16" fmla="*/ 48 w 1082"/>
                  <a:gd name="T17" fmla="*/ 213 h 1935"/>
                  <a:gd name="T18" fmla="*/ 37 w 1082"/>
                  <a:gd name="T19" fmla="*/ 199 h 1935"/>
                  <a:gd name="T20" fmla="*/ 50 w 1082"/>
                  <a:gd name="T21" fmla="*/ 191 h 1935"/>
                  <a:gd name="T22" fmla="*/ 51 w 1082"/>
                  <a:gd name="T23" fmla="*/ 178 h 1935"/>
                  <a:gd name="T24" fmla="*/ 57 w 1082"/>
                  <a:gd name="T25" fmla="*/ 172 h 1935"/>
                  <a:gd name="T26" fmla="*/ 52 w 1082"/>
                  <a:gd name="T27" fmla="*/ 170 h 1935"/>
                  <a:gd name="T28" fmla="*/ 62 w 1082"/>
                  <a:gd name="T29" fmla="*/ 170 h 1935"/>
                  <a:gd name="T30" fmla="*/ 61 w 1082"/>
                  <a:gd name="T31" fmla="*/ 164 h 1935"/>
                  <a:gd name="T32" fmla="*/ 56 w 1082"/>
                  <a:gd name="T33" fmla="*/ 168 h 1935"/>
                  <a:gd name="T34" fmla="*/ 52 w 1082"/>
                  <a:gd name="T35" fmla="*/ 163 h 1935"/>
                  <a:gd name="T36" fmla="*/ 52 w 1082"/>
                  <a:gd name="T37" fmla="*/ 155 h 1935"/>
                  <a:gd name="T38" fmla="*/ 69 w 1082"/>
                  <a:gd name="T39" fmla="*/ 155 h 1935"/>
                  <a:gd name="T40" fmla="*/ 70 w 1082"/>
                  <a:gd name="T41" fmla="*/ 136 h 1935"/>
                  <a:gd name="T42" fmla="*/ 97 w 1082"/>
                  <a:gd name="T43" fmla="*/ 133 h 1935"/>
                  <a:gd name="T44" fmla="*/ 104 w 1082"/>
                  <a:gd name="T45" fmla="*/ 120 h 1935"/>
                  <a:gd name="T46" fmla="*/ 94 w 1082"/>
                  <a:gd name="T47" fmla="*/ 96 h 1935"/>
                  <a:gd name="T48" fmla="*/ 99 w 1082"/>
                  <a:gd name="T49" fmla="*/ 66 h 1935"/>
                  <a:gd name="T50" fmla="*/ 124 w 1082"/>
                  <a:gd name="T51" fmla="*/ 41 h 1935"/>
                  <a:gd name="T52" fmla="*/ 123 w 1082"/>
                  <a:gd name="T53" fmla="*/ 30 h 1935"/>
                  <a:gd name="T54" fmla="*/ 118 w 1082"/>
                  <a:gd name="T55" fmla="*/ 30 h 1935"/>
                  <a:gd name="T56" fmla="*/ 111 w 1082"/>
                  <a:gd name="T57" fmla="*/ 43 h 1935"/>
                  <a:gd name="T58" fmla="*/ 94 w 1082"/>
                  <a:gd name="T59" fmla="*/ 42 h 1935"/>
                  <a:gd name="T60" fmla="*/ 98 w 1082"/>
                  <a:gd name="T61" fmla="*/ 27 h 1935"/>
                  <a:gd name="T62" fmla="*/ 68 w 1082"/>
                  <a:gd name="T63" fmla="*/ 4 h 1935"/>
                  <a:gd name="T64" fmla="*/ 58 w 1082"/>
                  <a:gd name="T65" fmla="*/ 2 h 1935"/>
                  <a:gd name="T66" fmla="*/ 57 w 1082"/>
                  <a:gd name="T67" fmla="*/ 7 h 1935"/>
                  <a:gd name="T68" fmla="*/ 45 w 1082"/>
                  <a:gd name="T69" fmla="*/ 0 h 1935"/>
                  <a:gd name="T70" fmla="*/ 39 w 1082"/>
                  <a:gd name="T71" fmla="*/ 8 h 1935"/>
                  <a:gd name="T72" fmla="*/ 38 w 1082"/>
                  <a:gd name="T73" fmla="*/ 18 h 1935"/>
                  <a:gd name="T74" fmla="*/ 31 w 1082"/>
                  <a:gd name="T75" fmla="*/ 22 h 1935"/>
                  <a:gd name="T76" fmla="*/ 31 w 1082"/>
                  <a:gd name="T77" fmla="*/ 39 h 1935"/>
                  <a:gd name="T78" fmla="*/ 24 w 1082"/>
                  <a:gd name="T79" fmla="*/ 49 h 1935"/>
                  <a:gd name="T80" fmla="*/ 18 w 1082"/>
                  <a:gd name="T81" fmla="*/ 75 h 1935"/>
                  <a:gd name="T82" fmla="*/ 22 w 1082"/>
                  <a:gd name="T83" fmla="*/ 99 h 1935"/>
                  <a:gd name="T84" fmla="*/ 14 w 1082"/>
                  <a:gd name="T85" fmla="*/ 118 h 1935"/>
                  <a:gd name="T86" fmla="*/ 8 w 1082"/>
                  <a:gd name="T87" fmla="*/ 169 h 1935"/>
                  <a:gd name="T88" fmla="*/ 13 w 1082"/>
                  <a:gd name="T89" fmla="*/ 187 h 1935"/>
                  <a:gd name="T90" fmla="*/ 9 w 1082"/>
                  <a:gd name="T91" fmla="*/ 189 h 1935"/>
                  <a:gd name="T92" fmla="*/ 11 w 1082"/>
                  <a:gd name="T93" fmla="*/ 205 h 1935"/>
                  <a:gd name="T94" fmla="*/ 0 w 1082"/>
                  <a:gd name="T95" fmla="*/ 239 h 193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082"/>
                  <a:gd name="T145" fmla="*/ 0 h 1935"/>
                  <a:gd name="T146" fmla="*/ 1082 w 1082"/>
                  <a:gd name="T147" fmla="*/ 1935 h 193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082" h="1935">
                    <a:moveTo>
                      <a:pt x="0" y="1790"/>
                    </a:moveTo>
                    <a:lnTo>
                      <a:pt x="9" y="1832"/>
                    </a:lnTo>
                    <a:lnTo>
                      <a:pt x="58" y="1820"/>
                    </a:lnTo>
                    <a:lnTo>
                      <a:pt x="74" y="1916"/>
                    </a:lnTo>
                    <a:lnTo>
                      <a:pt x="272" y="1935"/>
                    </a:lnTo>
                    <a:lnTo>
                      <a:pt x="218" y="1887"/>
                    </a:lnTo>
                    <a:lnTo>
                      <a:pt x="258" y="1756"/>
                    </a:lnTo>
                    <a:lnTo>
                      <a:pt x="298" y="1782"/>
                    </a:lnTo>
                    <a:lnTo>
                      <a:pt x="422" y="1596"/>
                    </a:lnTo>
                    <a:lnTo>
                      <a:pt x="326" y="1493"/>
                    </a:lnTo>
                    <a:lnTo>
                      <a:pt x="435" y="1432"/>
                    </a:lnTo>
                    <a:lnTo>
                      <a:pt x="448" y="1333"/>
                    </a:lnTo>
                    <a:lnTo>
                      <a:pt x="499" y="1291"/>
                    </a:lnTo>
                    <a:lnTo>
                      <a:pt x="454" y="1275"/>
                    </a:lnTo>
                    <a:lnTo>
                      <a:pt x="537" y="1275"/>
                    </a:lnTo>
                    <a:lnTo>
                      <a:pt x="528" y="1227"/>
                    </a:lnTo>
                    <a:lnTo>
                      <a:pt x="493" y="1259"/>
                    </a:lnTo>
                    <a:lnTo>
                      <a:pt x="454" y="1224"/>
                    </a:lnTo>
                    <a:lnTo>
                      <a:pt x="451" y="1157"/>
                    </a:lnTo>
                    <a:lnTo>
                      <a:pt x="599" y="1163"/>
                    </a:lnTo>
                    <a:lnTo>
                      <a:pt x="611" y="1019"/>
                    </a:lnTo>
                    <a:lnTo>
                      <a:pt x="845" y="996"/>
                    </a:lnTo>
                    <a:lnTo>
                      <a:pt x="912" y="898"/>
                    </a:lnTo>
                    <a:lnTo>
                      <a:pt x="819" y="722"/>
                    </a:lnTo>
                    <a:lnTo>
                      <a:pt x="867" y="493"/>
                    </a:lnTo>
                    <a:lnTo>
                      <a:pt x="1082" y="309"/>
                    </a:lnTo>
                    <a:lnTo>
                      <a:pt x="1072" y="225"/>
                    </a:lnTo>
                    <a:lnTo>
                      <a:pt x="1030" y="222"/>
                    </a:lnTo>
                    <a:lnTo>
                      <a:pt x="973" y="321"/>
                    </a:lnTo>
                    <a:lnTo>
                      <a:pt x="826" y="315"/>
                    </a:lnTo>
                    <a:lnTo>
                      <a:pt x="858" y="203"/>
                    </a:lnTo>
                    <a:lnTo>
                      <a:pt x="593" y="30"/>
                    </a:lnTo>
                    <a:lnTo>
                      <a:pt x="505" y="16"/>
                    </a:lnTo>
                    <a:lnTo>
                      <a:pt x="496" y="52"/>
                    </a:lnTo>
                    <a:lnTo>
                      <a:pt x="397" y="0"/>
                    </a:lnTo>
                    <a:lnTo>
                      <a:pt x="336" y="62"/>
                    </a:lnTo>
                    <a:lnTo>
                      <a:pt x="330" y="132"/>
                    </a:lnTo>
                    <a:lnTo>
                      <a:pt x="272" y="161"/>
                    </a:lnTo>
                    <a:lnTo>
                      <a:pt x="272" y="293"/>
                    </a:lnTo>
                    <a:lnTo>
                      <a:pt x="208" y="369"/>
                    </a:lnTo>
                    <a:lnTo>
                      <a:pt x="156" y="558"/>
                    </a:lnTo>
                    <a:lnTo>
                      <a:pt x="194" y="738"/>
                    </a:lnTo>
                    <a:lnTo>
                      <a:pt x="124" y="888"/>
                    </a:lnTo>
                    <a:lnTo>
                      <a:pt x="74" y="1265"/>
                    </a:lnTo>
                    <a:lnTo>
                      <a:pt x="112" y="1403"/>
                    </a:lnTo>
                    <a:lnTo>
                      <a:pt x="76" y="1416"/>
                    </a:lnTo>
                    <a:lnTo>
                      <a:pt x="96" y="1538"/>
                    </a:lnTo>
                    <a:lnTo>
                      <a:pt x="0" y="179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4" name="Freeform 166">
                <a:extLst>
                  <a:ext uri="{FF2B5EF4-FFF2-40B4-BE49-F238E27FC236}">
                    <a16:creationId xmlns:a16="http://schemas.microsoft.com/office/drawing/2014/main" id="{DF748CE4-24BA-2B57-8DD9-860B42288D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73277" y="4845677"/>
                <a:ext cx="175493" cy="140222"/>
              </a:xfrm>
              <a:custGeom>
                <a:avLst/>
                <a:gdLst>
                  <a:gd name="T0" fmla="*/ 0 w 193"/>
                  <a:gd name="T1" fmla="*/ 0 h 166"/>
                  <a:gd name="T2" fmla="*/ 1 w 193"/>
                  <a:gd name="T3" fmla="*/ 22 h 166"/>
                  <a:gd name="T4" fmla="*/ 22 w 193"/>
                  <a:gd name="T5" fmla="*/ 20 h 166"/>
                  <a:gd name="T6" fmla="*/ 5 w 193"/>
                  <a:gd name="T7" fmla="*/ 10 h 166"/>
                  <a:gd name="T8" fmla="*/ 0 w 193"/>
                  <a:gd name="T9" fmla="*/ 0 h 1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3"/>
                  <a:gd name="T16" fmla="*/ 0 h 166"/>
                  <a:gd name="T17" fmla="*/ 193 w 193"/>
                  <a:gd name="T18" fmla="*/ 166 h 1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3" h="166">
                    <a:moveTo>
                      <a:pt x="0" y="0"/>
                    </a:moveTo>
                    <a:lnTo>
                      <a:pt x="8" y="166"/>
                    </a:lnTo>
                    <a:lnTo>
                      <a:pt x="193" y="150"/>
                    </a:lnTo>
                    <a:lnTo>
                      <a:pt x="46" y="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5" name="Freeform 167">
                <a:extLst>
                  <a:ext uri="{FF2B5EF4-FFF2-40B4-BE49-F238E27FC236}">
                    <a16:creationId xmlns:a16="http://schemas.microsoft.com/office/drawing/2014/main" id="{B3D60F5E-DFD4-99E7-C283-50FCBD1EB0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25416" y="2589390"/>
                <a:ext cx="601340" cy="633121"/>
              </a:xfrm>
              <a:custGeom>
                <a:avLst/>
                <a:gdLst>
                  <a:gd name="T0" fmla="*/ 0 w 657"/>
                  <a:gd name="T1" fmla="*/ 10 h 743"/>
                  <a:gd name="T2" fmla="*/ 5 w 657"/>
                  <a:gd name="T3" fmla="*/ 20 h 743"/>
                  <a:gd name="T4" fmla="*/ 2 w 657"/>
                  <a:gd name="T5" fmla="*/ 43 h 743"/>
                  <a:gd name="T6" fmla="*/ 5 w 657"/>
                  <a:gd name="T7" fmla="*/ 46 h 743"/>
                  <a:gd name="T8" fmla="*/ 4 w 657"/>
                  <a:gd name="T9" fmla="*/ 49 h 743"/>
                  <a:gd name="T10" fmla="*/ 0 w 657"/>
                  <a:gd name="T11" fmla="*/ 58 h 743"/>
                  <a:gd name="T12" fmla="*/ 7 w 657"/>
                  <a:gd name="T13" fmla="*/ 71 h 743"/>
                  <a:gd name="T14" fmla="*/ 11 w 657"/>
                  <a:gd name="T15" fmla="*/ 98 h 743"/>
                  <a:gd name="T16" fmla="*/ 15 w 657"/>
                  <a:gd name="T17" fmla="*/ 99 h 743"/>
                  <a:gd name="T18" fmla="*/ 22 w 657"/>
                  <a:gd name="T19" fmla="*/ 90 h 743"/>
                  <a:gd name="T20" fmla="*/ 34 w 657"/>
                  <a:gd name="T21" fmla="*/ 97 h 743"/>
                  <a:gd name="T22" fmla="*/ 35 w 657"/>
                  <a:gd name="T23" fmla="*/ 93 h 743"/>
                  <a:gd name="T24" fmla="*/ 45 w 657"/>
                  <a:gd name="T25" fmla="*/ 94 h 743"/>
                  <a:gd name="T26" fmla="*/ 49 w 657"/>
                  <a:gd name="T27" fmla="*/ 75 h 743"/>
                  <a:gd name="T28" fmla="*/ 67 w 657"/>
                  <a:gd name="T29" fmla="*/ 71 h 743"/>
                  <a:gd name="T30" fmla="*/ 74 w 657"/>
                  <a:gd name="T31" fmla="*/ 78 h 743"/>
                  <a:gd name="T32" fmla="*/ 76 w 657"/>
                  <a:gd name="T33" fmla="*/ 63 h 743"/>
                  <a:gd name="T34" fmla="*/ 72 w 657"/>
                  <a:gd name="T35" fmla="*/ 50 h 743"/>
                  <a:gd name="T36" fmla="*/ 61 w 657"/>
                  <a:gd name="T37" fmla="*/ 50 h 743"/>
                  <a:gd name="T38" fmla="*/ 57 w 657"/>
                  <a:gd name="T39" fmla="*/ 30 h 743"/>
                  <a:gd name="T40" fmla="*/ 28 w 657"/>
                  <a:gd name="T41" fmla="*/ 17 h 743"/>
                  <a:gd name="T42" fmla="*/ 27 w 657"/>
                  <a:gd name="T43" fmla="*/ 0 h 743"/>
                  <a:gd name="T44" fmla="*/ 8 w 657"/>
                  <a:gd name="T45" fmla="*/ 11 h 743"/>
                  <a:gd name="T46" fmla="*/ 0 w 657"/>
                  <a:gd name="T47" fmla="*/ 10 h 74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657"/>
                  <a:gd name="T73" fmla="*/ 0 h 743"/>
                  <a:gd name="T74" fmla="*/ 657 w 657"/>
                  <a:gd name="T75" fmla="*/ 743 h 743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657" h="743">
                    <a:moveTo>
                      <a:pt x="0" y="74"/>
                    </a:moveTo>
                    <a:lnTo>
                      <a:pt x="48" y="154"/>
                    </a:lnTo>
                    <a:lnTo>
                      <a:pt x="14" y="324"/>
                    </a:lnTo>
                    <a:lnTo>
                      <a:pt x="48" y="342"/>
                    </a:lnTo>
                    <a:lnTo>
                      <a:pt x="32" y="368"/>
                    </a:lnTo>
                    <a:lnTo>
                      <a:pt x="4" y="438"/>
                    </a:lnTo>
                    <a:lnTo>
                      <a:pt x="62" y="538"/>
                    </a:lnTo>
                    <a:lnTo>
                      <a:pt x="94" y="739"/>
                    </a:lnTo>
                    <a:lnTo>
                      <a:pt x="132" y="743"/>
                    </a:lnTo>
                    <a:lnTo>
                      <a:pt x="193" y="681"/>
                    </a:lnTo>
                    <a:lnTo>
                      <a:pt x="292" y="733"/>
                    </a:lnTo>
                    <a:lnTo>
                      <a:pt x="301" y="697"/>
                    </a:lnTo>
                    <a:lnTo>
                      <a:pt x="389" y="711"/>
                    </a:lnTo>
                    <a:lnTo>
                      <a:pt x="423" y="563"/>
                    </a:lnTo>
                    <a:lnTo>
                      <a:pt x="583" y="538"/>
                    </a:lnTo>
                    <a:lnTo>
                      <a:pt x="638" y="586"/>
                    </a:lnTo>
                    <a:lnTo>
                      <a:pt x="657" y="474"/>
                    </a:lnTo>
                    <a:lnTo>
                      <a:pt x="622" y="378"/>
                    </a:lnTo>
                    <a:lnTo>
                      <a:pt x="529" y="372"/>
                    </a:lnTo>
                    <a:lnTo>
                      <a:pt x="491" y="224"/>
                    </a:lnTo>
                    <a:lnTo>
                      <a:pt x="244" y="125"/>
                    </a:lnTo>
                    <a:lnTo>
                      <a:pt x="234" y="0"/>
                    </a:lnTo>
                    <a:lnTo>
                      <a:pt x="68" y="80"/>
                    </a:lnTo>
                    <a:lnTo>
                      <a:pt x="0" y="7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6" name="Freeform 168">
                <a:extLst>
                  <a:ext uri="{FF2B5EF4-FFF2-40B4-BE49-F238E27FC236}">
                    <a16:creationId xmlns:a16="http://schemas.microsoft.com/office/drawing/2014/main" id="{899BC3D4-B791-462E-B0CF-17ADE7523A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14334" y="1905280"/>
                <a:ext cx="1953740" cy="1866432"/>
              </a:xfrm>
              <a:custGeom>
                <a:avLst/>
                <a:gdLst>
                  <a:gd name="T0" fmla="*/ 5 w 2145"/>
                  <a:gd name="T1" fmla="*/ 106 h 2190"/>
                  <a:gd name="T2" fmla="*/ 21 w 2145"/>
                  <a:gd name="T3" fmla="*/ 105 h 2190"/>
                  <a:gd name="T4" fmla="*/ 26 w 2145"/>
                  <a:gd name="T5" fmla="*/ 117 h 2190"/>
                  <a:gd name="T6" fmla="*/ 53 w 2145"/>
                  <a:gd name="T7" fmla="*/ 107 h 2190"/>
                  <a:gd name="T8" fmla="*/ 82 w 2145"/>
                  <a:gd name="T9" fmla="*/ 137 h 2190"/>
                  <a:gd name="T10" fmla="*/ 97 w 2145"/>
                  <a:gd name="T11" fmla="*/ 157 h 2190"/>
                  <a:gd name="T12" fmla="*/ 99 w 2145"/>
                  <a:gd name="T13" fmla="*/ 185 h 2190"/>
                  <a:gd name="T14" fmla="*/ 113 w 2145"/>
                  <a:gd name="T15" fmla="*/ 202 h 2190"/>
                  <a:gd name="T16" fmla="*/ 122 w 2145"/>
                  <a:gd name="T17" fmla="*/ 215 h 2190"/>
                  <a:gd name="T18" fmla="*/ 125 w 2145"/>
                  <a:gd name="T19" fmla="*/ 228 h 2190"/>
                  <a:gd name="T20" fmla="*/ 102 w 2145"/>
                  <a:gd name="T21" fmla="*/ 263 h 2190"/>
                  <a:gd name="T22" fmla="*/ 125 w 2145"/>
                  <a:gd name="T23" fmla="*/ 277 h 2190"/>
                  <a:gd name="T24" fmla="*/ 128 w 2145"/>
                  <a:gd name="T25" fmla="*/ 292 h 2190"/>
                  <a:gd name="T26" fmla="*/ 159 w 2145"/>
                  <a:gd name="T27" fmla="*/ 226 h 2190"/>
                  <a:gd name="T28" fmla="*/ 198 w 2145"/>
                  <a:gd name="T29" fmla="*/ 206 h 2190"/>
                  <a:gd name="T30" fmla="*/ 217 w 2145"/>
                  <a:gd name="T31" fmla="*/ 166 h 2190"/>
                  <a:gd name="T32" fmla="*/ 242 w 2145"/>
                  <a:gd name="T33" fmla="*/ 103 h 2190"/>
                  <a:gd name="T34" fmla="*/ 240 w 2145"/>
                  <a:gd name="T35" fmla="*/ 76 h 2190"/>
                  <a:gd name="T36" fmla="*/ 215 w 2145"/>
                  <a:gd name="T37" fmla="*/ 60 h 2190"/>
                  <a:gd name="T38" fmla="*/ 182 w 2145"/>
                  <a:gd name="T39" fmla="*/ 49 h 2190"/>
                  <a:gd name="T40" fmla="*/ 162 w 2145"/>
                  <a:gd name="T41" fmla="*/ 42 h 2190"/>
                  <a:gd name="T42" fmla="*/ 154 w 2145"/>
                  <a:gd name="T43" fmla="*/ 50 h 2190"/>
                  <a:gd name="T44" fmla="*/ 146 w 2145"/>
                  <a:gd name="T45" fmla="*/ 50 h 2190"/>
                  <a:gd name="T46" fmla="*/ 150 w 2145"/>
                  <a:gd name="T47" fmla="*/ 26 h 2190"/>
                  <a:gd name="T48" fmla="*/ 131 w 2145"/>
                  <a:gd name="T49" fmla="*/ 22 h 2190"/>
                  <a:gd name="T50" fmla="*/ 109 w 2145"/>
                  <a:gd name="T51" fmla="*/ 23 h 2190"/>
                  <a:gd name="T52" fmla="*/ 88 w 2145"/>
                  <a:gd name="T53" fmla="*/ 19 h 2190"/>
                  <a:gd name="T54" fmla="*/ 83 w 2145"/>
                  <a:gd name="T55" fmla="*/ 0 h 2190"/>
                  <a:gd name="T56" fmla="*/ 57 w 2145"/>
                  <a:gd name="T57" fmla="*/ 6 h 2190"/>
                  <a:gd name="T58" fmla="*/ 66 w 2145"/>
                  <a:gd name="T59" fmla="*/ 21 h 2190"/>
                  <a:gd name="T60" fmla="*/ 44 w 2145"/>
                  <a:gd name="T61" fmla="*/ 28 h 2190"/>
                  <a:gd name="T62" fmla="*/ 26 w 2145"/>
                  <a:gd name="T63" fmla="*/ 26 h 2190"/>
                  <a:gd name="T64" fmla="*/ 24 w 2145"/>
                  <a:gd name="T65" fmla="*/ 34 h 2190"/>
                  <a:gd name="T66" fmla="*/ 25 w 2145"/>
                  <a:gd name="T67" fmla="*/ 67 h 2190"/>
                  <a:gd name="T68" fmla="*/ 0 w 2145"/>
                  <a:gd name="T69" fmla="*/ 92 h 219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145"/>
                  <a:gd name="T106" fmla="*/ 0 h 2190"/>
                  <a:gd name="T107" fmla="*/ 2145 w 2145"/>
                  <a:gd name="T108" fmla="*/ 2190 h 219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145" h="2190">
                    <a:moveTo>
                      <a:pt x="0" y="691"/>
                    </a:moveTo>
                    <a:lnTo>
                      <a:pt x="48" y="794"/>
                    </a:lnTo>
                    <a:lnTo>
                      <a:pt x="122" y="829"/>
                    </a:lnTo>
                    <a:lnTo>
                      <a:pt x="182" y="788"/>
                    </a:lnTo>
                    <a:lnTo>
                      <a:pt x="182" y="878"/>
                    </a:lnTo>
                    <a:lnTo>
                      <a:pt x="230" y="878"/>
                    </a:lnTo>
                    <a:lnTo>
                      <a:pt x="298" y="884"/>
                    </a:lnTo>
                    <a:lnTo>
                      <a:pt x="464" y="804"/>
                    </a:lnTo>
                    <a:lnTo>
                      <a:pt x="474" y="929"/>
                    </a:lnTo>
                    <a:lnTo>
                      <a:pt x="721" y="1028"/>
                    </a:lnTo>
                    <a:lnTo>
                      <a:pt x="759" y="1176"/>
                    </a:lnTo>
                    <a:lnTo>
                      <a:pt x="852" y="1182"/>
                    </a:lnTo>
                    <a:lnTo>
                      <a:pt x="887" y="1278"/>
                    </a:lnTo>
                    <a:lnTo>
                      <a:pt x="868" y="1390"/>
                    </a:lnTo>
                    <a:lnTo>
                      <a:pt x="880" y="1501"/>
                    </a:lnTo>
                    <a:lnTo>
                      <a:pt x="992" y="1521"/>
                    </a:lnTo>
                    <a:lnTo>
                      <a:pt x="1008" y="1598"/>
                    </a:lnTo>
                    <a:lnTo>
                      <a:pt x="1066" y="1611"/>
                    </a:lnTo>
                    <a:lnTo>
                      <a:pt x="1056" y="1707"/>
                    </a:lnTo>
                    <a:lnTo>
                      <a:pt x="1098" y="1710"/>
                    </a:lnTo>
                    <a:lnTo>
                      <a:pt x="1108" y="1794"/>
                    </a:lnTo>
                    <a:lnTo>
                      <a:pt x="893" y="1978"/>
                    </a:lnTo>
                    <a:lnTo>
                      <a:pt x="935" y="1970"/>
                    </a:lnTo>
                    <a:lnTo>
                      <a:pt x="1098" y="2084"/>
                    </a:lnTo>
                    <a:lnTo>
                      <a:pt x="1134" y="2130"/>
                    </a:lnTo>
                    <a:lnTo>
                      <a:pt x="1120" y="2190"/>
                    </a:lnTo>
                    <a:lnTo>
                      <a:pt x="1383" y="1864"/>
                    </a:lnTo>
                    <a:lnTo>
                      <a:pt x="1396" y="1697"/>
                    </a:lnTo>
                    <a:lnTo>
                      <a:pt x="1611" y="1547"/>
                    </a:lnTo>
                    <a:lnTo>
                      <a:pt x="1742" y="1547"/>
                    </a:lnTo>
                    <a:lnTo>
                      <a:pt x="1793" y="1499"/>
                    </a:lnTo>
                    <a:lnTo>
                      <a:pt x="1902" y="1249"/>
                    </a:lnTo>
                    <a:lnTo>
                      <a:pt x="1918" y="1002"/>
                    </a:lnTo>
                    <a:lnTo>
                      <a:pt x="2122" y="772"/>
                    </a:lnTo>
                    <a:lnTo>
                      <a:pt x="2145" y="669"/>
                    </a:lnTo>
                    <a:lnTo>
                      <a:pt x="2110" y="567"/>
                    </a:lnTo>
                    <a:lnTo>
                      <a:pt x="2024" y="555"/>
                    </a:lnTo>
                    <a:lnTo>
                      <a:pt x="1886" y="449"/>
                    </a:lnTo>
                    <a:lnTo>
                      <a:pt x="1621" y="426"/>
                    </a:lnTo>
                    <a:lnTo>
                      <a:pt x="1595" y="365"/>
                    </a:lnTo>
                    <a:lnTo>
                      <a:pt x="1469" y="317"/>
                    </a:lnTo>
                    <a:lnTo>
                      <a:pt x="1421" y="317"/>
                    </a:lnTo>
                    <a:lnTo>
                      <a:pt x="1348" y="413"/>
                    </a:lnTo>
                    <a:lnTo>
                      <a:pt x="1348" y="378"/>
                    </a:lnTo>
                    <a:lnTo>
                      <a:pt x="1232" y="394"/>
                    </a:lnTo>
                    <a:lnTo>
                      <a:pt x="1281" y="375"/>
                    </a:lnTo>
                    <a:lnTo>
                      <a:pt x="1232" y="301"/>
                    </a:lnTo>
                    <a:lnTo>
                      <a:pt x="1319" y="196"/>
                    </a:lnTo>
                    <a:lnTo>
                      <a:pt x="1230" y="61"/>
                    </a:lnTo>
                    <a:lnTo>
                      <a:pt x="1150" y="166"/>
                    </a:lnTo>
                    <a:lnTo>
                      <a:pt x="1070" y="160"/>
                    </a:lnTo>
                    <a:lnTo>
                      <a:pt x="954" y="176"/>
                    </a:lnTo>
                    <a:lnTo>
                      <a:pt x="801" y="198"/>
                    </a:lnTo>
                    <a:lnTo>
                      <a:pt x="769" y="142"/>
                    </a:lnTo>
                    <a:lnTo>
                      <a:pt x="781" y="36"/>
                    </a:lnTo>
                    <a:lnTo>
                      <a:pt x="729" y="0"/>
                    </a:lnTo>
                    <a:lnTo>
                      <a:pt x="595" y="64"/>
                    </a:lnTo>
                    <a:lnTo>
                      <a:pt x="499" y="45"/>
                    </a:lnTo>
                    <a:lnTo>
                      <a:pt x="529" y="148"/>
                    </a:lnTo>
                    <a:lnTo>
                      <a:pt x="579" y="160"/>
                    </a:lnTo>
                    <a:lnTo>
                      <a:pt x="448" y="238"/>
                    </a:lnTo>
                    <a:lnTo>
                      <a:pt x="384" y="212"/>
                    </a:lnTo>
                    <a:lnTo>
                      <a:pt x="352" y="170"/>
                    </a:lnTo>
                    <a:lnTo>
                      <a:pt x="224" y="192"/>
                    </a:lnTo>
                    <a:lnTo>
                      <a:pt x="262" y="250"/>
                    </a:lnTo>
                    <a:lnTo>
                      <a:pt x="212" y="254"/>
                    </a:lnTo>
                    <a:lnTo>
                      <a:pt x="240" y="349"/>
                    </a:lnTo>
                    <a:lnTo>
                      <a:pt x="218" y="507"/>
                    </a:lnTo>
                    <a:lnTo>
                      <a:pt x="77" y="563"/>
                    </a:lnTo>
                    <a:lnTo>
                      <a:pt x="0" y="69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7" name="Freeform 169">
                <a:extLst>
                  <a:ext uri="{FF2B5EF4-FFF2-40B4-BE49-F238E27FC236}">
                    <a16:creationId xmlns:a16="http://schemas.microsoft.com/office/drawing/2014/main" id="{B96DAC67-C533-B4F7-CC68-559CBE031E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28429" y="2963313"/>
                <a:ext cx="416028" cy="1952476"/>
              </a:xfrm>
              <a:custGeom>
                <a:avLst/>
                <a:gdLst>
                  <a:gd name="T0" fmla="*/ 0 w 458"/>
                  <a:gd name="T1" fmla="*/ 238 h 2293"/>
                  <a:gd name="T2" fmla="*/ 4 w 458"/>
                  <a:gd name="T3" fmla="*/ 230 h 2293"/>
                  <a:gd name="T4" fmla="*/ 11 w 458"/>
                  <a:gd name="T5" fmla="*/ 236 h 2293"/>
                  <a:gd name="T6" fmla="*/ 18 w 458"/>
                  <a:gd name="T7" fmla="*/ 221 h 2293"/>
                  <a:gd name="T8" fmla="*/ 15 w 458"/>
                  <a:gd name="T9" fmla="*/ 214 h 2293"/>
                  <a:gd name="T10" fmla="*/ 21 w 458"/>
                  <a:gd name="T11" fmla="*/ 193 h 2293"/>
                  <a:gd name="T12" fmla="*/ 11 w 458"/>
                  <a:gd name="T13" fmla="*/ 191 h 2293"/>
                  <a:gd name="T14" fmla="*/ 12 w 458"/>
                  <a:gd name="T15" fmla="*/ 156 h 2293"/>
                  <a:gd name="T16" fmla="*/ 25 w 458"/>
                  <a:gd name="T17" fmla="*/ 120 h 2293"/>
                  <a:gd name="T18" fmla="*/ 25 w 458"/>
                  <a:gd name="T19" fmla="*/ 89 h 2293"/>
                  <a:gd name="T20" fmla="*/ 34 w 458"/>
                  <a:gd name="T21" fmla="*/ 31 h 2293"/>
                  <a:gd name="T22" fmla="*/ 31 w 458"/>
                  <a:gd name="T23" fmla="*/ 5 h 2293"/>
                  <a:gd name="T24" fmla="*/ 37 w 458"/>
                  <a:gd name="T25" fmla="*/ 0 h 2293"/>
                  <a:gd name="T26" fmla="*/ 44 w 458"/>
                  <a:gd name="T27" fmla="*/ 13 h 2293"/>
                  <a:gd name="T28" fmla="*/ 47 w 458"/>
                  <a:gd name="T29" fmla="*/ 40 h 2293"/>
                  <a:gd name="T30" fmla="*/ 52 w 458"/>
                  <a:gd name="T31" fmla="*/ 40 h 2293"/>
                  <a:gd name="T32" fmla="*/ 51 w 458"/>
                  <a:gd name="T33" fmla="*/ 50 h 2293"/>
                  <a:gd name="T34" fmla="*/ 44 w 458"/>
                  <a:gd name="T35" fmla="*/ 54 h 2293"/>
                  <a:gd name="T36" fmla="*/ 44 w 458"/>
                  <a:gd name="T37" fmla="*/ 71 h 2293"/>
                  <a:gd name="T38" fmla="*/ 37 w 458"/>
                  <a:gd name="T39" fmla="*/ 81 h 2293"/>
                  <a:gd name="T40" fmla="*/ 31 w 458"/>
                  <a:gd name="T41" fmla="*/ 106 h 2293"/>
                  <a:gd name="T42" fmla="*/ 36 w 458"/>
                  <a:gd name="T43" fmla="*/ 131 h 2293"/>
                  <a:gd name="T44" fmla="*/ 28 w 458"/>
                  <a:gd name="T45" fmla="*/ 150 h 2293"/>
                  <a:gd name="T46" fmla="*/ 22 w 458"/>
                  <a:gd name="T47" fmla="*/ 201 h 2293"/>
                  <a:gd name="T48" fmla="*/ 27 w 458"/>
                  <a:gd name="T49" fmla="*/ 219 h 2293"/>
                  <a:gd name="T50" fmla="*/ 23 w 458"/>
                  <a:gd name="T51" fmla="*/ 221 h 2293"/>
                  <a:gd name="T52" fmla="*/ 25 w 458"/>
                  <a:gd name="T53" fmla="*/ 237 h 2293"/>
                  <a:gd name="T54" fmla="*/ 14 w 458"/>
                  <a:gd name="T55" fmla="*/ 270 h 2293"/>
                  <a:gd name="T56" fmla="*/ 15 w 458"/>
                  <a:gd name="T57" fmla="*/ 276 h 2293"/>
                  <a:gd name="T58" fmla="*/ 21 w 458"/>
                  <a:gd name="T59" fmla="*/ 274 h 2293"/>
                  <a:gd name="T60" fmla="*/ 22 w 458"/>
                  <a:gd name="T61" fmla="*/ 287 h 2293"/>
                  <a:gd name="T62" fmla="*/ 44 w 458"/>
                  <a:gd name="T63" fmla="*/ 289 h 2293"/>
                  <a:gd name="T64" fmla="*/ 30 w 458"/>
                  <a:gd name="T65" fmla="*/ 295 h 2293"/>
                  <a:gd name="T66" fmla="*/ 28 w 458"/>
                  <a:gd name="T67" fmla="*/ 305 h 2293"/>
                  <a:gd name="T68" fmla="*/ 22 w 458"/>
                  <a:gd name="T69" fmla="*/ 302 h 2293"/>
                  <a:gd name="T70" fmla="*/ 29 w 458"/>
                  <a:gd name="T71" fmla="*/ 296 h 2293"/>
                  <a:gd name="T72" fmla="*/ 18 w 458"/>
                  <a:gd name="T73" fmla="*/ 293 h 2293"/>
                  <a:gd name="T74" fmla="*/ 16 w 458"/>
                  <a:gd name="T75" fmla="*/ 282 h 2293"/>
                  <a:gd name="T76" fmla="*/ 13 w 458"/>
                  <a:gd name="T77" fmla="*/ 287 h 2293"/>
                  <a:gd name="T78" fmla="*/ 9 w 458"/>
                  <a:gd name="T79" fmla="*/ 278 h 2293"/>
                  <a:gd name="T80" fmla="*/ 11 w 458"/>
                  <a:gd name="T81" fmla="*/ 274 h 2293"/>
                  <a:gd name="T82" fmla="*/ 6 w 458"/>
                  <a:gd name="T83" fmla="*/ 270 h 2293"/>
                  <a:gd name="T84" fmla="*/ 11 w 458"/>
                  <a:gd name="T85" fmla="*/ 264 h 2293"/>
                  <a:gd name="T86" fmla="*/ 7 w 458"/>
                  <a:gd name="T87" fmla="*/ 249 h 2293"/>
                  <a:gd name="T88" fmla="*/ 15 w 458"/>
                  <a:gd name="T89" fmla="*/ 251 h 2293"/>
                  <a:gd name="T90" fmla="*/ 7 w 458"/>
                  <a:gd name="T91" fmla="*/ 244 h 2293"/>
                  <a:gd name="T92" fmla="*/ 9 w 458"/>
                  <a:gd name="T93" fmla="*/ 238 h 2293"/>
                  <a:gd name="T94" fmla="*/ 0 w 458"/>
                  <a:gd name="T95" fmla="*/ 238 h 229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458"/>
                  <a:gd name="T145" fmla="*/ 0 h 2293"/>
                  <a:gd name="T146" fmla="*/ 458 w 458"/>
                  <a:gd name="T147" fmla="*/ 2293 h 2293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458" h="2293">
                    <a:moveTo>
                      <a:pt x="0" y="1794"/>
                    </a:moveTo>
                    <a:lnTo>
                      <a:pt x="38" y="1730"/>
                    </a:lnTo>
                    <a:lnTo>
                      <a:pt x="99" y="1774"/>
                    </a:lnTo>
                    <a:lnTo>
                      <a:pt x="157" y="1659"/>
                    </a:lnTo>
                    <a:lnTo>
                      <a:pt x="134" y="1612"/>
                    </a:lnTo>
                    <a:lnTo>
                      <a:pt x="182" y="1451"/>
                    </a:lnTo>
                    <a:lnTo>
                      <a:pt x="96" y="1435"/>
                    </a:lnTo>
                    <a:lnTo>
                      <a:pt x="109" y="1173"/>
                    </a:lnTo>
                    <a:lnTo>
                      <a:pt x="221" y="900"/>
                    </a:lnTo>
                    <a:lnTo>
                      <a:pt x="221" y="666"/>
                    </a:lnTo>
                    <a:lnTo>
                      <a:pt x="300" y="231"/>
                    </a:lnTo>
                    <a:lnTo>
                      <a:pt x="276" y="39"/>
                    </a:lnTo>
                    <a:lnTo>
                      <a:pt x="330" y="0"/>
                    </a:lnTo>
                    <a:lnTo>
                      <a:pt x="388" y="100"/>
                    </a:lnTo>
                    <a:lnTo>
                      <a:pt x="420" y="301"/>
                    </a:lnTo>
                    <a:lnTo>
                      <a:pt x="458" y="305"/>
                    </a:lnTo>
                    <a:lnTo>
                      <a:pt x="452" y="375"/>
                    </a:lnTo>
                    <a:lnTo>
                      <a:pt x="394" y="404"/>
                    </a:lnTo>
                    <a:lnTo>
                      <a:pt x="394" y="536"/>
                    </a:lnTo>
                    <a:lnTo>
                      <a:pt x="330" y="612"/>
                    </a:lnTo>
                    <a:lnTo>
                      <a:pt x="278" y="801"/>
                    </a:lnTo>
                    <a:lnTo>
                      <a:pt x="316" y="981"/>
                    </a:lnTo>
                    <a:lnTo>
                      <a:pt x="246" y="1131"/>
                    </a:lnTo>
                    <a:lnTo>
                      <a:pt x="196" y="1508"/>
                    </a:lnTo>
                    <a:lnTo>
                      <a:pt x="234" y="1646"/>
                    </a:lnTo>
                    <a:lnTo>
                      <a:pt x="198" y="1659"/>
                    </a:lnTo>
                    <a:lnTo>
                      <a:pt x="218" y="1781"/>
                    </a:lnTo>
                    <a:lnTo>
                      <a:pt x="122" y="2033"/>
                    </a:lnTo>
                    <a:lnTo>
                      <a:pt x="131" y="2075"/>
                    </a:lnTo>
                    <a:lnTo>
                      <a:pt x="180" y="2063"/>
                    </a:lnTo>
                    <a:lnTo>
                      <a:pt x="196" y="2159"/>
                    </a:lnTo>
                    <a:lnTo>
                      <a:pt x="394" y="2178"/>
                    </a:lnTo>
                    <a:lnTo>
                      <a:pt x="262" y="2219"/>
                    </a:lnTo>
                    <a:lnTo>
                      <a:pt x="246" y="2293"/>
                    </a:lnTo>
                    <a:lnTo>
                      <a:pt x="189" y="2271"/>
                    </a:lnTo>
                    <a:lnTo>
                      <a:pt x="253" y="2226"/>
                    </a:lnTo>
                    <a:lnTo>
                      <a:pt x="157" y="2203"/>
                    </a:lnTo>
                    <a:lnTo>
                      <a:pt x="144" y="2123"/>
                    </a:lnTo>
                    <a:lnTo>
                      <a:pt x="118" y="2162"/>
                    </a:lnTo>
                    <a:lnTo>
                      <a:pt x="83" y="2089"/>
                    </a:lnTo>
                    <a:lnTo>
                      <a:pt x="102" y="2063"/>
                    </a:lnTo>
                    <a:lnTo>
                      <a:pt x="57" y="2031"/>
                    </a:lnTo>
                    <a:lnTo>
                      <a:pt x="96" y="1989"/>
                    </a:lnTo>
                    <a:lnTo>
                      <a:pt x="61" y="1877"/>
                    </a:lnTo>
                    <a:lnTo>
                      <a:pt x="131" y="1889"/>
                    </a:lnTo>
                    <a:lnTo>
                      <a:pt x="61" y="1832"/>
                    </a:lnTo>
                    <a:lnTo>
                      <a:pt x="77" y="1790"/>
                    </a:lnTo>
                    <a:lnTo>
                      <a:pt x="0" y="179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8" name="Freeform 170">
                <a:extLst>
                  <a:ext uri="{FF2B5EF4-FFF2-40B4-BE49-F238E27FC236}">
                    <a16:creationId xmlns:a16="http://schemas.microsoft.com/office/drawing/2014/main" id="{F989B4C8-1759-22AC-7970-2EE0BDD1D2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52973" y="4598166"/>
                <a:ext cx="31908" cy="74360"/>
              </a:xfrm>
              <a:custGeom>
                <a:avLst/>
                <a:gdLst>
                  <a:gd name="T0" fmla="*/ 0 w 39"/>
                  <a:gd name="T1" fmla="*/ 5 h 88"/>
                  <a:gd name="T2" fmla="*/ 1 w 39"/>
                  <a:gd name="T3" fmla="*/ 0 h 88"/>
                  <a:gd name="T4" fmla="*/ 4 w 39"/>
                  <a:gd name="T5" fmla="*/ 12 h 88"/>
                  <a:gd name="T6" fmla="*/ 0 w 39"/>
                  <a:gd name="T7" fmla="*/ 5 h 8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9"/>
                  <a:gd name="T13" fmla="*/ 0 h 88"/>
                  <a:gd name="T14" fmla="*/ 39 w 39"/>
                  <a:gd name="T15" fmla="*/ 88 h 8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9" h="88">
                    <a:moveTo>
                      <a:pt x="0" y="42"/>
                    </a:moveTo>
                    <a:lnTo>
                      <a:pt x="13" y="0"/>
                    </a:lnTo>
                    <a:lnTo>
                      <a:pt x="39" y="88"/>
                    </a:lnTo>
                    <a:lnTo>
                      <a:pt x="0" y="4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39" name="Freeform 171">
                <a:extLst>
                  <a:ext uri="{FF2B5EF4-FFF2-40B4-BE49-F238E27FC236}">
                    <a16:creationId xmlns:a16="http://schemas.microsoft.com/office/drawing/2014/main" id="{6B7AED67-F652-F4F5-7ABC-C6AE028604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84880" y="4202997"/>
                <a:ext cx="29453" cy="93481"/>
              </a:xfrm>
              <a:custGeom>
                <a:avLst/>
                <a:gdLst>
                  <a:gd name="T0" fmla="*/ 0 w 32"/>
                  <a:gd name="T1" fmla="*/ 13 h 108"/>
                  <a:gd name="T2" fmla="*/ 4 w 32"/>
                  <a:gd name="T3" fmla="*/ 0 h 108"/>
                  <a:gd name="T4" fmla="*/ 4 w 32"/>
                  <a:gd name="T5" fmla="*/ 15 h 108"/>
                  <a:gd name="T6" fmla="*/ 0 w 32"/>
                  <a:gd name="T7" fmla="*/ 13 h 10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"/>
                  <a:gd name="T13" fmla="*/ 0 h 108"/>
                  <a:gd name="T14" fmla="*/ 32 w 32"/>
                  <a:gd name="T15" fmla="*/ 108 h 10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" h="108">
                    <a:moveTo>
                      <a:pt x="0" y="92"/>
                    </a:moveTo>
                    <a:lnTo>
                      <a:pt x="32" y="0"/>
                    </a:lnTo>
                    <a:lnTo>
                      <a:pt x="32" y="108"/>
                    </a:lnTo>
                    <a:lnTo>
                      <a:pt x="0" y="9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0" name="Freeform 172">
                <a:extLst>
                  <a:ext uri="{FF2B5EF4-FFF2-40B4-BE49-F238E27FC236}">
                    <a16:creationId xmlns:a16="http://schemas.microsoft.com/office/drawing/2014/main" id="{5CE82949-9032-C73D-A8C9-97269D2953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18015" y="4890294"/>
                <a:ext cx="74861" cy="39304"/>
              </a:xfrm>
              <a:custGeom>
                <a:avLst/>
                <a:gdLst>
                  <a:gd name="T0" fmla="*/ 0 w 74"/>
                  <a:gd name="T1" fmla="*/ 0 h 44"/>
                  <a:gd name="T2" fmla="*/ 10 w 74"/>
                  <a:gd name="T3" fmla="*/ 1 h 44"/>
                  <a:gd name="T4" fmla="*/ 11 w 74"/>
                  <a:gd name="T5" fmla="*/ 7 h 44"/>
                  <a:gd name="T6" fmla="*/ 0 w 74"/>
                  <a:gd name="T7" fmla="*/ 0 h 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4"/>
                  <a:gd name="T13" fmla="*/ 0 h 44"/>
                  <a:gd name="T14" fmla="*/ 74 w 74"/>
                  <a:gd name="T15" fmla="*/ 44 h 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4" h="44">
                    <a:moveTo>
                      <a:pt x="0" y="0"/>
                    </a:moveTo>
                    <a:lnTo>
                      <a:pt x="71" y="9"/>
                    </a:lnTo>
                    <a:lnTo>
                      <a:pt x="74" y="4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1" name="Freeform 173">
                <a:extLst>
                  <a:ext uri="{FF2B5EF4-FFF2-40B4-BE49-F238E27FC236}">
                    <a16:creationId xmlns:a16="http://schemas.microsoft.com/office/drawing/2014/main" id="{4456EC31-711C-813E-0850-E939658E03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33970" y="4798937"/>
                <a:ext cx="99405" cy="91356"/>
              </a:xfrm>
              <a:custGeom>
                <a:avLst/>
                <a:gdLst>
                  <a:gd name="T0" fmla="*/ 0 w 109"/>
                  <a:gd name="T1" fmla="*/ 3 h 109"/>
                  <a:gd name="T2" fmla="*/ 4 w 109"/>
                  <a:gd name="T3" fmla="*/ 0 h 109"/>
                  <a:gd name="T4" fmla="*/ 3 w 109"/>
                  <a:gd name="T5" fmla="*/ 6 h 109"/>
                  <a:gd name="T6" fmla="*/ 13 w 109"/>
                  <a:gd name="T7" fmla="*/ 9 h 109"/>
                  <a:gd name="T8" fmla="*/ 7 w 109"/>
                  <a:gd name="T9" fmla="*/ 14 h 109"/>
                  <a:gd name="T10" fmla="*/ 0 w 109"/>
                  <a:gd name="T11" fmla="*/ 3 h 10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9"/>
                  <a:gd name="T19" fmla="*/ 0 h 109"/>
                  <a:gd name="T20" fmla="*/ 109 w 109"/>
                  <a:gd name="T21" fmla="*/ 109 h 10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9" h="109">
                    <a:moveTo>
                      <a:pt x="0" y="19"/>
                    </a:moveTo>
                    <a:lnTo>
                      <a:pt x="32" y="0"/>
                    </a:lnTo>
                    <a:lnTo>
                      <a:pt x="29" y="51"/>
                    </a:lnTo>
                    <a:lnTo>
                      <a:pt x="109" y="70"/>
                    </a:lnTo>
                    <a:lnTo>
                      <a:pt x="58" y="109"/>
                    </a:lnTo>
                    <a:lnTo>
                      <a:pt x="0" y="19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2" name="Freeform 174">
                <a:extLst>
                  <a:ext uri="{FF2B5EF4-FFF2-40B4-BE49-F238E27FC236}">
                    <a16:creationId xmlns:a16="http://schemas.microsoft.com/office/drawing/2014/main" id="{1D634DC3-2F19-A94A-9DC0-3FC3F9805D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41965" y="4845677"/>
                <a:ext cx="139904" cy="140222"/>
              </a:xfrm>
              <a:custGeom>
                <a:avLst/>
                <a:gdLst>
                  <a:gd name="T0" fmla="*/ 0 w 154"/>
                  <a:gd name="T1" fmla="*/ 17 h 166"/>
                  <a:gd name="T2" fmla="*/ 3 w 154"/>
                  <a:gd name="T3" fmla="*/ 14 h 166"/>
                  <a:gd name="T4" fmla="*/ 12 w 154"/>
                  <a:gd name="T5" fmla="*/ 16 h 166"/>
                  <a:gd name="T6" fmla="*/ 8 w 154"/>
                  <a:gd name="T7" fmla="*/ 11 h 166"/>
                  <a:gd name="T8" fmla="*/ 12 w 154"/>
                  <a:gd name="T9" fmla="*/ 8 h 166"/>
                  <a:gd name="T10" fmla="*/ 6 w 154"/>
                  <a:gd name="T11" fmla="*/ 7 h 166"/>
                  <a:gd name="T12" fmla="*/ 6 w 154"/>
                  <a:gd name="T13" fmla="*/ 1 h 166"/>
                  <a:gd name="T14" fmla="*/ 17 w 154"/>
                  <a:gd name="T15" fmla="*/ 0 h 166"/>
                  <a:gd name="T16" fmla="*/ 18 w 154"/>
                  <a:gd name="T17" fmla="*/ 22 h 166"/>
                  <a:gd name="T18" fmla="*/ 0 w 154"/>
                  <a:gd name="T19" fmla="*/ 17 h 16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4"/>
                  <a:gd name="T31" fmla="*/ 0 h 166"/>
                  <a:gd name="T32" fmla="*/ 154 w 154"/>
                  <a:gd name="T33" fmla="*/ 166 h 16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4" h="166">
                    <a:moveTo>
                      <a:pt x="0" y="134"/>
                    </a:moveTo>
                    <a:lnTo>
                      <a:pt x="26" y="109"/>
                    </a:lnTo>
                    <a:lnTo>
                      <a:pt x="106" y="125"/>
                    </a:lnTo>
                    <a:lnTo>
                      <a:pt x="70" y="83"/>
                    </a:lnTo>
                    <a:lnTo>
                      <a:pt x="108" y="58"/>
                    </a:lnTo>
                    <a:lnTo>
                      <a:pt x="50" y="51"/>
                    </a:lnTo>
                    <a:lnTo>
                      <a:pt x="50" y="9"/>
                    </a:lnTo>
                    <a:lnTo>
                      <a:pt x="146" y="0"/>
                    </a:lnTo>
                    <a:lnTo>
                      <a:pt x="154" y="166"/>
                    </a:lnTo>
                    <a:lnTo>
                      <a:pt x="0" y="13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3" name="Freeform 175">
                <a:extLst>
                  <a:ext uri="{FF2B5EF4-FFF2-40B4-BE49-F238E27FC236}">
                    <a16:creationId xmlns:a16="http://schemas.microsoft.com/office/drawing/2014/main" id="{A1878397-E696-78F1-16B2-B23DD03405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14371" y="5007145"/>
                <a:ext cx="105542" cy="27619"/>
              </a:xfrm>
              <a:custGeom>
                <a:avLst/>
                <a:gdLst>
                  <a:gd name="T0" fmla="*/ 0 w 112"/>
                  <a:gd name="T1" fmla="*/ 0 h 32"/>
                  <a:gd name="T2" fmla="*/ 12 w 112"/>
                  <a:gd name="T3" fmla="*/ 1 h 32"/>
                  <a:gd name="T4" fmla="*/ 14 w 112"/>
                  <a:gd name="T5" fmla="*/ 4 h 32"/>
                  <a:gd name="T6" fmla="*/ 0 w 112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2"/>
                  <a:gd name="T13" fmla="*/ 0 h 32"/>
                  <a:gd name="T14" fmla="*/ 112 w 112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2" h="32">
                    <a:moveTo>
                      <a:pt x="0" y="0"/>
                    </a:moveTo>
                    <a:lnTo>
                      <a:pt x="99" y="6"/>
                    </a:lnTo>
                    <a:lnTo>
                      <a:pt x="112" y="3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4" name="Freeform 176">
                <a:extLst>
                  <a:ext uri="{FF2B5EF4-FFF2-40B4-BE49-F238E27FC236}">
                    <a16:creationId xmlns:a16="http://schemas.microsoft.com/office/drawing/2014/main" id="{2DBF8384-21D4-A887-0586-A0EC330E47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11322" y="4985900"/>
                <a:ext cx="46634" cy="21246"/>
              </a:xfrm>
              <a:custGeom>
                <a:avLst/>
                <a:gdLst>
                  <a:gd name="T0" fmla="*/ 0 w 50"/>
                  <a:gd name="T1" fmla="*/ 4 h 22"/>
                  <a:gd name="T2" fmla="*/ 1 w 50"/>
                  <a:gd name="T3" fmla="*/ 0 h 22"/>
                  <a:gd name="T4" fmla="*/ 6 w 50"/>
                  <a:gd name="T5" fmla="*/ 4 h 22"/>
                  <a:gd name="T6" fmla="*/ 0 w 50"/>
                  <a:gd name="T7" fmla="*/ 4 h 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22"/>
                  <a:gd name="T14" fmla="*/ 50 w 50"/>
                  <a:gd name="T15" fmla="*/ 22 h 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22">
                    <a:moveTo>
                      <a:pt x="0" y="22"/>
                    </a:moveTo>
                    <a:lnTo>
                      <a:pt x="12" y="0"/>
                    </a:lnTo>
                    <a:lnTo>
                      <a:pt x="50" y="22"/>
                    </a:lnTo>
                    <a:lnTo>
                      <a:pt x="0" y="2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5" name="Freeform 177">
                <a:extLst>
                  <a:ext uri="{FF2B5EF4-FFF2-40B4-BE49-F238E27FC236}">
                    <a16:creationId xmlns:a16="http://schemas.microsoft.com/office/drawing/2014/main" id="{790A5BAA-F9D6-AAD6-99BD-577A09B151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64763" y="4763882"/>
                <a:ext cx="72406" cy="39304"/>
              </a:xfrm>
              <a:custGeom>
                <a:avLst/>
                <a:gdLst>
                  <a:gd name="T0" fmla="*/ 0 w 86"/>
                  <a:gd name="T1" fmla="*/ 6 h 45"/>
                  <a:gd name="T2" fmla="*/ 5 w 86"/>
                  <a:gd name="T3" fmla="*/ 3 h 45"/>
                  <a:gd name="T4" fmla="*/ 3 w 86"/>
                  <a:gd name="T5" fmla="*/ 0 h 45"/>
                  <a:gd name="T6" fmla="*/ 8 w 86"/>
                  <a:gd name="T7" fmla="*/ 0 h 45"/>
                  <a:gd name="T8" fmla="*/ 0 w 86"/>
                  <a:gd name="T9" fmla="*/ 6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"/>
                  <a:gd name="T16" fmla="*/ 0 h 45"/>
                  <a:gd name="T17" fmla="*/ 86 w 86"/>
                  <a:gd name="T18" fmla="*/ 45 h 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" h="45">
                    <a:moveTo>
                      <a:pt x="0" y="45"/>
                    </a:moveTo>
                    <a:lnTo>
                      <a:pt x="51" y="22"/>
                    </a:lnTo>
                    <a:lnTo>
                      <a:pt x="26" y="0"/>
                    </a:lnTo>
                    <a:lnTo>
                      <a:pt x="86" y="3"/>
                    </a:lnTo>
                    <a:lnTo>
                      <a:pt x="0" y="45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6" name="Freeform 178">
                <a:extLst>
                  <a:ext uri="{FF2B5EF4-FFF2-40B4-BE49-F238E27FC236}">
                    <a16:creationId xmlns:a16="http://schemas.microsoft.com/office/drawing/2014/main" id="{7B2986E9-88FA-291C-8C02-C5F98D170B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27351" y="4756448"/>
                <a:ext cx="90815" cy="49928"/>
              </a:xfrm>
              <a:custGeom>
                <a:avLst/>
                <a:gdLst>
                  <a:gd name="T0" fmla="*/ 0 w 99"/>
                  <a:gd name="T1" fmla="*/ 8 h 57"/>
                  <a:gd name="T2" fmla="*/ 5 w 99"/>
                  <a:gd name="T3" fmla="*/ 0 h 57"/>
                  <a:gd name="T4" fmla="*/ 12 w 99"/>
                  <a:gd name="T5" fmla="*/ 3 h 57"/>
                  <a:gd name="T6" fmla="*/ 0 w 99"/>
                  <a:gd name="T7" fmla="*/ 8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57"/>
                  <a:gd name="T14" fmla="*/ 99 w 9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57">
                    <a:moveTo>
                      <a:pt x="0" y="57"/>
                    </a:moveTo>
                    <a:lnTo>
                      <a:pt x="45" y="0"/>
                    </a:lnTo>
                    <a:lnTo>
                      <a:pt x="99" y="19"/>
                    </a:lnTo>
                    <a:lnTo>
                      <a:pt x="0" y="5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7" name="Freeform 179">
                <a:extLst>
                  <a:ext uri="{FF2B5EF4-FFF2-40B4-BE49-F238E27FC236}">
                    <a16:creationId xmlns:a16="http://schemas.microsoft.com/office/drawing/2014/main" id="{5BA4729F-708B-3DC4-F522-B30F4B3D5C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886295" y="1885097"/>
                <a:ext cx="144813" cy="160404"/>
              </a:xfrm>
              <a:custGeom>
                <a:avLst/>
                <a:gdLst>
                  <a:gd name="T0" fmla="*/ 0 w 160"/>
                  <a:gd name="T1" fmla="*/ 25 h 188"/>
                  <a:gd name="T2" fmla="*/ 2 w 160"/>
                  <a:gd name="T3" fmla="*/ 0 h 188"/>
                  <a:gd name="T4" fmla="*/ 18 w 160"/>
                  <a:gd name="T5" fmla="*/ 11 h 188"/>
                  <a:gd name="T6" fmla="*/ 9 w 160"/>
                  <a:gd name="T7" fmla="*/ 25 h 188"/>
                  <a:gd name="T8" fmla="*/ 0 w 160"/>
                  <a:gd name="T9" fmla="*/ 25 h 1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0"/>
                  <a:gd name="T16" fmla="*/ 0 h 188"/>
                  <a:gd name="T17" fmla="*/ 160 w 160"/>
                  <a:gd name="T18" fmla="*/ 188 h 1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0" h="188">
                    <a:moveTo>
                      <a:pt x="0" y="182"/>
                    </a:moveTo>
                    <a:lnTo>
                      <a:pt x="22" y="0"/>
                    </a:lnTo>
                    <a:lnTo>
                      <a:pt x="160" y="83"/>
                    </a:lnTo>
                    <a:lnTo>
                      <a:pt x="80" y="188"/>
                    </a:lnTo>
                    <a:lnTo>
                      <a:pt x="0" y="18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8" name="Freeform 180">
                <a:extLst>
                  <a:ext uri="{FF2B5EF4-FFF2-40B4-BE49-F238E27FC236}">
                    <a16:creationId xmlns:a16="http://schemas.microsoft.com/office/drawing/2014/main" id="{56F40952-5B3E-8F3F-442C-E7E1124F0E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48808" y="1753375"/>
                <a:ext cx="231946" cy="320809"/>
              </a:xfrm>
              <a:custGeom>
                <a:avLst/>
                <a:gdLst>
                  <a:gd name="T0" fmla="*/ 0 w 259"/>
                  <a:gd name="T1" fmla="*/ 16 h 373"/>
                  <a:gd name="T2" fmla="*/ 4 w 259"/>
                  <a:gd name="T3" fmla="*/ 24 h 373"/>
                  <a:gd name="T4" fmla="*/ 10 w 259"/>
                  <a:gd name="T5" fmla="*/ 28 h 373"/>
                  <a:gd name="T6" fmla="*/ 8 w 259"/>
                  <a:gd name="T7" fmla="*/ 43 h 373"/>
                  <a:gd name="T8" fmla="*/ 12 w 259"/>
                  <a:gd name="T9" fmla="*/ 50 h 373"/>
                  <a:gd name="T10" fmla="*/ 29 w 259"/>
                  <a:gd name="T11" fmla="*/ 47 h 373"/>
                  <a:gd name="T12" fmla="*/ 19 w 259"/>
                  <a:gd name="T13" fmla="*/ 32 h 373"/>
                  <a:gd name="T14" fmla="*/ 26 w 259"/>
                  <a:gd name="T15" fmla="*/ 18 h 373"/>
                  <a:gd name="T16" fmla="*/ 8 w 259"/>
                  <a:gd name="T17" fmla="*/ 0 h 373"/>
                  <a:gd name="T18" fmla="*/ 3 w 259"/>
                  <a:gd name="T19" fmla="*/ 5 h 373"/>
                  <a:gd name="T20" fmla="*/ 5 w 259"/>
                  <a:gd name="T21" fmla="*/ 10 h 373"/>
                  <a:gd name="T22" fmla="*/ 0 w 259"/>
                  <a:gd name="T23" fmla="*/ 16 h 37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59"/>
                  <a:gd name="T37" fmla="*/ 0 h 373"/>
                  <a:gd name="T38" fmla="*/ 259 w 259"/>
                  <a:gd name="T39" fmla="*/ 373 h 37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59" h="373">
                    <a:moveTo>
                      <a:pt x="0" y="121"/>
                    </a:moveTo>
                    <a:lnTo>
                      <a:pt x="34" y="175"/>
                    </a:lnTo>
                    <a:lnTo>
                      <a:pt x="86" y="211"/>
                    </a:lnTo>
                    <a:lnTo>
                      <a:pt x="74" y="317"/>
                    </a:lnTo>
                    <a:lnTo>
                      <a:pt x="106" y="373"/>
                    </a:lnTo>
                    <a:lnTo>
                      <a:pt x="259" y="351"/>
                    </a:lnTo>
                    <a:lnTo>
                      <a:pt x="173" y="236"/>
                    </a:lnTo>
                    <a:lnTo>
                      <a:pt x="233" y="137"/>
                    </a:lnTo>
                    <a:lnTo>
                      <a:pt x="76" y="0"/>
                    </a:lnTo>
                    <a:lnTo>
                      <a:pt x="26" y="38"/>
                    </a:lnTo>
                    <a:lnTo>
                      <a:pt x="44" y="76"/>
                    </a:lnTo>
                    <a:lnTo>
                      <a:pt x="0" y="12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49" name="Freeform 181">
                <a:extLst>
                  <a:ext uri="{FF2B5EF4-FFF2-40B4-BE49-F238E27FC236}">
                    <a16:creationId xmlns:a16="http://schemas.microsoft.com/office/drawing/2014/main" id="{CC344876-5D54-FB5A-A8F1-416D7E70D1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483767" y="3049359"/>
                <a:ext cx="402530" cy="390920"/>
              </a:xfrm>
              <a:custGeom>
                <a:avLst/>
                <a:gdLst>
                  <a:gd name="T0" fmla="*/ 0 w 447"/>
                  <a:gd name="T1" fmla="*/ 22 h 464"/>
                  <a:gd name="T2" fmla="*/ 4 w 447"/>
                  <a:gd name="T3" fmla="*/ 3 h 464"/>
                  <a:gd name="T4" fmla="*/ 22 w 447"/>
                  <a:gd name="T5" fmla="*/ 0 h 464"/>
                  <a:gd name="T6" fmla="*/ 28 w 447"/>
                  <a:gd name="T7" fmla="*/ 6 h 464"/>
                  <a:gd name="T8" fmla="*/ 29 w 447"/>
                  <a:gd name="T9" fmla="*/ 21 h 464"/>
                  <a:gd name="T10" fmla="*/ 41 w 447"/>
                  <a:gd name="T11" fmla="*/ 23 h 464"/>
                  <a:gd name="T12" fmla="*/ 43 w 447"/>
                  <a:gd name="T13" fmla="*/ 33 h 464"/>
                  <a:gd name="T14" fmla="*/ 50 w 447"/>
                  <a:gd name="T15" fmla="*/ 35 h 464"/>
                  <a:gd name="T16" fmla="*/ 49 w 447"/>
                  <a:gd name="T17" fmla="*/ 47 h 464"/>
                  <a:gd name="T18" fmla="*/ 42 w 447"/>
                  <a:gd name="T19" fmla="*/ 60 h 464"/>
                  <a:gd name="T20" fmla="*/ 26 w 447"/>
                  <a:gd name="T21" fmla="*/ 59 h 464"/>
                  <a:gd name="T22" fmla="*/ 29 w 447"/>
                  <a:gd name="T23" fmla="*/ 45 h 464"/>
                  <a:gd name="T24" fmla="*/ 0 w 447"/>
                  <a:gd name="T25" fmla="*/ 22 h 46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47"/>
                  <a:gd name="T40" fmla="*/ 0 h 464"/>
                  <a:gd name="T41" fmla="*/ 447 w 447"/>
                  <a:gd name="T42" fmla="*/ 464 h 46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47" h="464">
                    <a:moveTo>
                      <a:pt x="0" y="173"/>
                    </a:moveTo>
                    <a:lnTo>
                      <a:pt x="34" y="25"/>
                    </a:lnTo>
                    <a:lnTo>
                      <a:pt x="194" y="0"/>
                    </a:lnTo>
                    <a:lnTo>
                      <a:pt x="249" y="48"/>
                    </a:lnTo>
                    <a:lnTo>
                      <a:pt x="261" y="159"/>
                    </a:lnTo>
                    <a:lnTo>
                      <a:pt x="373" y="179"/>
                    </a:lnTo>
                    <a:lnTo>
                      <a:pt x="389" y="256"/>
                    </a:lnTo>
                    <a:lnTo>
                      <a:pt x="447" y="269"/>
                    </a:lnTo>
                    <a:lnTo>
                      <a:pt x="437" y="365"/>
                    </a:lnTo>
                    <a:lnTo>
                      <a:pt x="380" y="464"/>
                    </a:lnTo>
                    <a:lnTo>
                      <a:pt x="233" y="458"/>
                    </a:lnTo>
                    <a:lnTo>
                      <a:pt x="265" y="346"/>
                    </a:lnTo>
                    <a:lnTo>
                      <a:pt x="0" y="173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0" name="Freeform 182">
                <a:extLst>
                  <a:ext uri="{FF2B5EF4-FFF2-40B4-BE49-F238E27FC236}">
                    <a16:creationId xmlns:a16="http://schemas.microsoft.com/office/drawing/2014/main" id="{7CD478D4-F838-2AF6-9675-B3D258FCF6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44939" y="2144294"/>
                <a:ext cx="625884" cy="849826"/>
              </a:xfrm>
              <a:custGeom>
                <a:avLst/>
                <a:gdLst>
                  <a:gd name="T0" fmla="*/ 0 w 688"/>
                  <a:gd name="T1" fmla="*/ 31 h 995"/>
                  <a:gd name="T2" fmla="*/ 1 w 688"/>
                  <a:gd name="T3" fmla="*/ 42 h 995"/>
                  <a:gd name="T4" fmla="*/ 16 w 688"/>
                  <a:gd name="T5" fmla="*/ 60 h 995"/>
                  <a:gd name="T6" fmla="*/ 31 w 688"/>
                  <a:gd name="T7" fmla="*/ 104 h 995"/>
                  <a:gd name="T8" fmla="*/ 67 w 688"/>
                  <a:gd name="T9" fmla="*/ 133 h 995"/>
                  <a:gd name="T10" fmla="*/ 73 w 688"/>
                  <a:gd name="T11" fmla="*/ 128 h 995"/>
                  <a:gd name="T12" fmla="*/ 77 w 688"/>
                  <a:gd name="T13" fmla="*/ 119 h 995"/>
                  <a:gd name="T14" fmla="*/ 71 w 688"/>
                  <a:gd name="T15" fmla="*/ 115 h 995"/>
                  <a:gd name="T16" fmla="*/ 75 w 688"/>
                  <a:gd name="T17" fmla="*/ 113 h 995"/>
                  <a:gd name="T18" fmla="*/ 78 w 688"/>
                  <a:gd name="T19" fmla="*/ 90 h 995"/>
                  <a:gd name="T20" fmla="*/ 73 w 688"/>
                  <a:gd name="T21" fmla="*/ 79 h 995"/>
                  <a:gd name="T22" fmla="*/ 67 w 688"/>
                  <a:gd name="T23" fmla="*/ 79 h 995"/>
                  <a:gd name="T24" fmla="*/ 67 w 688"/>
                  <a:gd name="T25" fmla="*/ 67 h 995"/>
                  <a:gd name="T26" fmla="*/ 60 w 688"/>
                  <a:gd name="T27" fmla="*/ 73 h 995"/>
                  <a:gd name="T28" fmla="*/ 52 w 688"/>
                  <a:gd name="T29" fmla="*/ 68 h 995"/>
                  <a:gd name="T30" fmla="*/ 47 w 688"/>
                  <a:gd name="T31" fmla="*/ 54 h 995"/>
                  <a:gd name="T32" fmla="*/ 55 w 688"/>
                  <a:gd name="T33" fmla="*/ 37 h 995"/>
                  <a:gd name="T34" fmla="*/ 71 w 688"/>
                  <a:gd name="T35" fmla="*/ 30 h 995"/>
                  <a:gd name="T36" fmla="*/ 67 w 688"/>
                  <a:gd name="T37" fmla="*/ 27 h 995"/>
                  <a:gd name="T38" fmla="*/ 69 w 688"/>
                  <a:gd name="T39" fmla="*/ 18 h 995"/>
                  <a:gd name="T40" fmla="*/ 51 w 688"/>
                  <a:gd name="T41" fmla="*/ 16 h 995"/>
                  <a:gd name="T42" fmla="*/ 38 w 688"/>
                  <a:gd name="T43" fmla="*/ 0 h 995"/>
                  <a:gd name="T44" fmla="*/ 35 w 688"/>
                  <a:gd name="T45" fmla="*/ 12 h 995"/>
                  <a:gd name="T46" fmla="*/ 21 w 688"/>
                  <a:gd name="T47" fmla="*/ 22 h 995"/>
                  <a:gd name="T48" fmla="*/ 13 w 688"/>
                  <a:gd name="T49" fmla="*/ 35 h 995"/>
                  <a:gd name="T50" fmla="*/ 5 w 688"/>
                  <a:gd name="T51" fmla="*/ 33 h 995"/>
                  <a:gd name="T52" fmla="*/ 7 w 688"/>
                  <a:gd name="T53" fmla="*/ 25 h 995"/>
                  <a:gd name="T54" fmla="*/ 0 w 688"/>
                  <a:gd name="T55" fmla="*/ 31 h 99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688"/>
                  <a:gd name="T85" fmla="*/ 0 h 995"/>
                  <a:gd name="T86" fmla="*/ 688 w 688"/>
                  <a:gd name="T87" fmla="*/ 995 h 995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688" h="995">
                    <a:moveTo>
                      <a:pt x="0" y="233"/>
                    </a:moveTo>
                    <a:lnTo>
                      <a:pt x="13" y="313"/>
                    </a:lnTo>
                    <a:lnTo>
                      <a:pt x="137" y="451"/>
                    </a:lnTo>
                    <a:lnTo>
                      <a:pt x="275" y="778"/>
                    </a:lnTo>
                    <a:lnTo>
                      <a:pt x="590" y="995"/>
                    </a:lnTo>
                    <a:lnTo>
                      <a:pt x="644" y="956"/>
                    </a:lnTo>
                    <a:lnTo>
                      <a:pt x="672" y="886"/>
                    </a:lnTo>
                    <a:lnTo>
                      <a:pt x="628" y="860"/>
                    </a:lnTo>
                    <a:lnTo>
                      <a:pt x="654" y="842"/>
                    </a:lnTo>
                    <a:lnTo>
                      <a:pt x="688" y="672"/>
                    </a:lnTo>
                    <a:lnTo>
                      <a:pt x="640" y="592"/>
                    </a:lnTo>
                    <a:lnTo>
                      <a:pt x="592" y="592"/>
                    </a:lnTo>
                    <a:lnTo>
                      <a:pt x="592" y="502"/>
                    </a:lnTo>
                    <a:lnTo>
                      <a:pt x="532" y="543"/>
                    </a:lnTo>
                    <a:lnTo>
                      <a:pt x="458" y="508"/>
                    </a:lnTo>
                    <a:lnTo>
                      <a:pt x="410" y="405"/>
                    </a:lnTo>
                    <a:lnTo>
                      <a:pt x="487" y="277"/>
                    </a:lnTo>
                    <a:lnTo>
                      <a:pt x="628" y="221"/>
                    </a:lnTo>
                    <a:lnTo>
                      <a:pt x="586" y="201"/>
                    </a:lnTo>
                    <a:lnTo>
                      <a:pt x="608" y="134"/>
                    </a:lnTo>
                    <a:lnTo>
                      <a:pt x="452" y="121"/>
                    </a:lnTo>
                    <a:lnTo>
                      <a:pt x="333" y="0"/>
                    </a:lnTo>
                    <a:lnTo>
                      <a:pt x="305" y="89"/>
                    </a:lnTo>
                    <a:lnTo>
                      <a:pt x="183" y="166"/>
                    </a:lnTo>
                    <a:lnTo>
                      <a:pt x="119" y="261"/>
                    </a:lnTo>
                    <a:lnTo>
                      <a:pt x="48" y="246"/>
                    </a:lnTo>
                    <a:lnTo>
                      <a:pt x="58" y="188"/>
                    </a:lnTo>
                    <a:lnTo>
                      <a:pt x="0" y="233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1" name="Freeform 183">
                <a:extLst>
                  <a:ext uri="{FF2B5EF4-FFF2-40B4-BE49-F238E27FC236}">
                    <a16:creationId xmlns:a16="http://schemas.microsoft.com/office/drawing/2014/main" id="{B717B02F-F1B1-7DED-9B54-C930C5E7A3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08347" y="1870225"/>
                <a:ext cx="201264" cy="182713"/>
              </a:xfrm>
              <a:custGeom>
                <a:avLst/>
                <a:gdLst>
                  <a:gd name="T0" fmla="*/ 0 w 224"/>
                  <a:gd name="T1" fmla="*/ 13 h 214"/>
                  <a:gd name="T2" fmla="*/ 7 w 224"/>
                  <a:gd name="T3" fmla="*/ 0 h 214"/>
                  <a:gd name="T4" fmla="*/ 25 w 224"/>
                  <a:gd name="T5" fmla="*/ 2 h 214"/>
                  <a:gd name="T6" fmla="*/ 23 w 224"/>
                  <a:gd name="T7" fmla="*/ 26 h 214"/>
                  <a:gd name="T8" fmla="*/ 10 w 224"/>
                  <a:gd name="T9" fmla="*/ 28 h 214"/>
                  <a:gd name="T10" fmla="*/ 0 w 224"/>
                  <a:gd name="T11" fmla="*/ 13 h 2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4"/>
                  <a:gd name="T19" fmla="*/ 0 h 214"/>
                  <a:gd name="T20" fmla="*/ 224 w 224"/>
                  <a:gd name="T21" fmla="*/ 214 h 2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4" h="214">
                    <a:moveTo>
                      <a:pt x="0" y="99"/>
                    </a:moveTo>
                    <a:lnTo>
                      <a:pt x="60" y="0"/>
                    </a:lnTo>
                    <a:lnTo>
                      <a:pt x="224" y="16"/>
                    </a:lnTo>
                    <a:lnTo>
                      <a:pt x="202" y="198"/>
                    </a:lnTo>
                    <a:lnTo>
                      <a:pt x="86" y="214"/>
                    </a:lnTo>
                    <a:lnTo>
                      <a:pt x="0" y="99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2" name="Freeform 184">
                <a:extLst>
                  <a:ext uri="{FF2B5EF4-FFF2-40B4-BE49-F238E27FC236}">
                    <a16:creationId xmlns:a16="http://schemas.microsoft.com/office/drawing/2014/main" id="{65B954E6-B2C7-6D27-4511-E2FEAF2D7D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683803" y="3579438"/>
                <a:ext cx="263853" cy="250699"/>
              </a:xfrm>
              <a:custGeom>
                <a:avLst/>
                <a:gdLst>
                  <a:gd name="T0" fmla="*/ 0 w 289"/>
                  <a:gd name="T1" fmla="*/ 32 h 291"/>
                  <a:gd name="T2" fmla="*/ 5 w 289"/>
                  <a:gd name="T3" fmla="*/ 1 h 291"/>
                  <a:gd name="T4" fmla="*/ 11 w 289"/>
                  <a:gd name="T5" fmla="*/ 0 h 291"/>
                  <a:gd name="T6" fmla="*/ 29 w 289"/>
                  <a:gd name="T7" fmla="*/ 15 h 291"/>
                  <a:gd name="T8" fmla="*/ 33 w 289"/>
                  <a:gd name="T9" fmla="*/ 22 h 291"/>
                  <a:gd name="T10" fmla="*/ 32 w 289"/>
                  <a:gd name="T11" fmla="*/ 30 h 291"/>
                  <a:gd name="T12" fmla="*/ 23 w 289"/>
                  <a:gd name="T13" fmla="*/ 39 h 291"/>
                  <a:gd name="T14" fmla="*/ 0 w 289"/>
                  <a:gd name="T15" fmla="*/ 32 h 2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9"/>
                  <a:gd name="T25" fmla="*/ 0 h 291"/>
                  <a:gd name="T26" fmla="*/ 289 w 289"/>
                  <a:gd name="T27" fmla="*/ 291 h 29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9" h="291">
                    <a:moveTo>
                      <a:pt x="0" y="237"/>
                    </a:moveTo>
                    <a:lnTo>
                      <a:pt x="48" y="8"/>
                    </a:lnTo>
                    <a:lnTo>
                      <a:pt x="90" y="0"/>
                    </a:lnTo>
                    <a:lnTo>
                      <a:pt x="253" y="114"/>
                    </a:lnTo>
                    <a:lnTo>
                      <a:pt x="289" y="160"/>
                    </a:lnTo>
                    <a:lnTo>
                      <a:pt x="275" y="220"/>
                    </a:lnTo>
                    <a:lnTo>
                      <a:pt x="199" y="291"/>
                    </a:lnTo>
                    <a:lnTo>
                      <a:pt x="0" y="23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3" name="Freeform 185">
                <a:extLst>
                  <a:ext uri="{FF2B5EF4-FFF2-40B4-BE49-F238E27FC236}">
                    <a16:creationId xmlns:a16="http://schemas.microsoft.com/office/drawing/2014/main" id="{CF9B87AA-6153-BA8F-FA54-4C0B7168FC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44458" y="1273222"/>
                <a:ext cx="79770" cy="25494"/>
              </a:xfrm>
              <a:custGeom>
                <a:avLst/>
                <a:gdLst>
                  <a:gd name="T0" fmla="*/ 0 w 83"/>
                  <a:gd name="T1" fmla="*/ 0 h 26"/>
                  <a:gd name="T2" fmla="*/ 1 w 83"/>
                  <a:gd name="T3" fmla="*/ 5 h 26"/>
                  <a:gd name="T4" fmla="*/ 11 w 83"/>
                  <a:gd name="T5" fmla="*/ 3 h 26"/>
                  <a:gd name="T6" fmla="*/ 0 w 83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3"/>
                  <a:gd name="T13" fmla="*/ 0 h 26"/>
                  <a:gd name="T14" fmla="*/ 83 w 83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3" h="26">
                    <a:moveTo>
                      <a:pt x="0" y="0"/>
                    </a:moveTo>
                    <a:lnTo>
                      <a:pt x="7" y="26"/>
                    </a:lnTo>
                    <a:lnTo>
                      <a:pt x="83" y="1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4" name="Freeform 186">
                <a:extLst>
                  <a:ext uri="{FF2B5EF4-FFF2-40B4-BE49-F238E27FC236}">
                    <a16:creationId xmlns:a16="http://schemas.microsoft.com/office/drawing/2014/main" id="{D6219D4F-2A8A-25F6-5FD6-BCBCA508F8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51001" y="1273222"/>
                <a:ext cx="35589" cy="123225"/>
              </a:xfrm>
              <a:custGeom>
                <a:avLst/>
                <a:gdLst>
                  <a:gd name="T0" fmla="*/ 0 w 42"/>
                  <a:gd name="T1" fmla="*/ 4 h 144"/>
                  <a:gd name="T2" fmla="*/ 2 w 42"/>
                  <a:gd name="T3" fmla="*/ 20 h 144"/>
                  <a:gd name="T4" fmla="*/ 4 w 42"/>
                  <a:gd name="T5" fmla="*/ 0 h 144"/>
                  <a:gd name="T6" fmla="*/ 0 w 42"/>
                  <a:gd name="T7" fmla="*/ 4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"/>
                  <a:gd name="T13" fmla="*/ 0 h 144"/>
                  <a:gd name="T14" fmla="*/ 42 w 42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" h="144">
                    <a:moveTo>
                      <a:pt x="0" y="32"/>
                    </a:moveTo>
                    <a:lnTo>
                      <a:pt x="19" y="144"/>
                    </a:lnTo>
                    <a:lnTo>
                      <a:pt x="42" y="0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5" name="Freeform 187">
                <a:extLst>
                  <a:ext uri="{FF2B5EF4-FFF2-40B4-BE49-F238E27FC236}">
                    <a16:creationId xmlns:a16="http://schemas.microsoft.com/office/drawing/2014/main" id="{C4D49BE3-23A6-13F1-94E9-7D29DCAAFD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666436" y="1564287"/>
                <a:ext cx="598885" cy="773343"/>
              </a:xfrm>
              <a:custGeom>
                <a:avLst/>
                <a:gdLst>
                  <a:gd name="T0" fmla="*/ 0 w 657"/>
                  <a:gd name="T1" fmla="*/ 81 h 907"/>
                  <a:gd name="T2" fmla="*/ 9 w 657"/>
                  <a:gd name="T3" fmla="*/ 89 h 907"/>
                  <a:gd name="T4" fmla="*/ 22 w 657"/>
                  <a:gd name="T5" fmla="*/ 91 h 907"/>
                  <a:gd name="T6" fmla="*/ 36 w 657"/>
                  <a:gd name="T7" fmla="*/ 108 h 907"/>
                  <a:gd name="T8" fmla="*/ 54 w 657"/>
                  <a:gd name="T9" fmla="*/ 109 h 907"/>
                  <a:gd name="T10" fmla="*/ 51 w 657"/>
                  <a:gd name="T11" fmla="*/ 118 h 907"/>
                  <a:gd name="T12" fmla="*/ 56 w 657"/>
                  <a:gd name="T13" fmla="*/ 121 h 907"/>
                  <a:gd name="T14" fmla="*/ 58 w 657"/>
                  <a:gd name="T15" fmla="*/ 100 h 907"/>
                  <a:gd name="T16" fmla="*/ 55 w 657"/>
                  <a:gd name="T17" fmla="*/ 87 h 907"/>
                  <a:gd name="T18" fmla="*/ 61 w 657"/>
                  <a:gd name="T19" fmla="*/ 86 h 907"/>
                  <a:gd name="T20" fmla="*/ 57 w 657"/>
                  <a:gd name="T21" fmla="*/ 79 h 907"/>
                  <a:gd name="T22" fmla="*/ 71 w 657"/>
                  <a:gd name="T23" fmla="*/ 76 h 907"/>
                  <a:gd name="T24" fmla="*/ 75 w 657"/>
                  <a:gd name="T25" fmla="*/ 81 h 907"/>
                  <a:gd name="T26" fmla="*/ 70 w 657"/>
                  <a:gd name="T27" fmla="*/ 71 h 907"/>
                  <a:gd name="T28" fmla="*/ 71 w 657"/>
                  <a:gd name="T29" fmla="*/ 45 h 907"/>
                  <a:gd name="T30" fmla="*/ 59 w 657"/>
                  <a:gd name="T31" fmla="*/ 46 h 907"/>
                  <a:gd name="T32" fmla="*/ 55 w 657"/>
                  <a:gd name="T33" fmla="*/ 41 h 907"/>
                  <a:gd name="T34" fmla="*/ 43 w 657"/>
                  <a:gd name="T35" fmla="*/ 38 h 907"/>
                  <a:gd name="T36" fmla="*/ 35 w 657"/>
                  <a:gd name="T37" fmla="*/ 24 h 907"/>
                  <a:gd name="T38" fmla="*/ 47 w 657"/>
                  <a:gd name="T39" fmla="*/ 5 h 907"/>
                  <a:gd name="T40" fmla="*/ 45 w 657"/>
                  <a:gd name="T41" fmla="*/ 0 h 907"/>
                  <a:gd name="T42" fmla="*/ 24 w 657"/>
                  <a:gd name="T43" fmla="*/ 11 h 907"/>
                  <a:gd name="T44" fmla="*/ 13 w 657"/>
                  <a:gd name="T45" fmla="*/ 32 h 907"/>
                  <a:gd name="T46" fmla="*/ 9 w 657"/>
                  <a:gd name="T47" fmla="*/ 27 h 907"/>
                  <a:gd name="T48" fmla="*/ 6 w 657"/>
                  <a:gd name="T49" fmla="*/ 38 h 907"/>
                  <a:gd name="T50" fmla="*/ 9 w 657"/>
                  <a:gd name="T51" fmla="*/ 62 h 907"/>
                  <a:gd name="T52" fmla="*/ 11 w 657"/>
                  <a:gd name="T53" fmla="*/ 62 h 907"/>
                  <a:gd name="T54" fmla="*/ 0 w 657"/>
                  <a:gd name="T55" fmla="*/ 81 h 90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657"/>
                  <a:gd name="T85" fmla="*/ 0 h 907"/>
                  <a:gd name="T86" fmla="*/ 657 w 657"/>
                  <a:gd name="T87" fmla="*/ 907 h 90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657" h="907">
                    <a:moveTo>
                      <a:pt x="0" y="606"/>
                    </a:moveTo>
                    <a:lnTo>
                      <a:pt x="80" y="670"/>
                    </a:lnTo>
                    <a:lnTo>
                      <a:pt x="196" y="686"/>
                    </a:lnTo>
                    <a:lnTo>
                      <a:pt x="315" y="807"/>
                    </a:lnTo>
                    <a:lnTo>
                      <a:pt x="471" y="820"/>
                    </a:lnTo>
                    <a:lnTo>
                      <a:pt x="449" y="887"/>
                    </a:lnTo>
                    <a:lnTo>
                      <a:pt x="491" y="907"/>
                    </a:lnTo>
                    <a:lnTo>
                      <a:pt x="513" y="749"/>
                    </a:lnTo>
                    <a:lnTo>
                      <a:pt x="485" y="654"/>
                    </a:lnTo>
                    <a:lnTo>
                      <a:pt x="535" y="650"/>
                    </a:lnTo>
                    <a:lnTo>
                      <a:pt x="497" y="592"/>
                    </a:lnTo>
                    <a:lnTo>
                      <a:pt x="625" y="570"/>
                    </a:lnTo>
                    <a:lnTo>
                      <a:pt x="657" y="612"/>
                    </a:lnTo>
                    <a:lnTo>
                      <a:pt x="609" y="532"/>
                    </a:lnTo>
                    <a:lnTo>
                      <a:pt x="625" y="339"/>
                    </a:lnTo>
                    <a:lnTo>
                      <a:pt x="517" y="346"/>
                    </a:lnTo>
                    <a:lnTo>
                      <a:pt x="485" y="304"/>
                    </a:lnTo>
                    <a:lnTo>
                      <a:pt x="375" y="288"/>
                    </a:lnTo>
                    <a:lnTo>
                      <a:pt x="308" y="183"/>
                    </a:lnTo>
                    <a:lnTo>
                      <a:pt x="411" y="35"/>
                    </a:lnTo>
                    <a:lnTo>
                      <a:pt x="398" y="0"/>
                    </a:lnTo>
                    <a:lnTo>
                      <a:pt x="212" y="81"/>
                    </a:lnTo>
                    <a:lnTo>
                      <a:pt x="110" y="243"/>
                    </a:lnTo>
                    <a:lnTo>
                      <a:pt x="78" y="205"/>
                    </a:lnTo>
                    <a:lnTo>
                      <a:pt x="52" y="285"/>
                    </a:lnTo>
                    <a:lnTo>
                      <a:pt x="78" y="464"/>
                    </a:lnTo>
                    <a:lnTo>
                      <a:pt x="100" y="464"/>
                    </a:lnTo>
                    <a:lnTo>
                      <a:pt x="0" y="60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6" name="Freeform 188">
                <a:extLst>
                  <a:ext uri="{FF2B5EF4-FFF2-40B4-BE49-F238E27FC236}">
                    <a16:creationId xmlns:a16="http://schemas.microsoft.com/office/drawing/2014/main" id="{BBF0F5F9-4E57-0670-057E-E9A60AD94C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24039" y="1578670"/>
                <a:ext cx="159539" cy="224058"/>
              </a:xfrm>
              <a:custGeom>
                <a:avLst/>
                <a:gdLst>
                  <a:gd name="T0" fmla="*/ 0 w 173"/>
                  <a:gd name="T1" fmla="*/ 0 h 148"/>
                  <a:gd name="T2" fmla="*/ 0 w 173"/>
                  <a:gd name="T3" fmla="*/ 8 h 148"/>
                  <a:gd name="T4" fmla="*/ 4 w 173"/>
                  <a:gd name="T5" fmla="*/ 7 h 148"/>
                  <a:gd name="T6" fmla="*/ 17 w 173"/>
                  <a:gd name="T7" fmla="*/ 20 h 148"/>
                  <a:gd name="T8" fmla="*/ 20 w 173"/>
                  <a:gd name="T9" fmla="*/ 10 h 148"/>
                  <a:gd name="T10" fmla="*/ 13 w 173"/>
                  <a:gd name="T11" fmla="*/ 1 h 148"/>
                  <a:gd name="T12" fmla="*/ 0 w 173"/>
                  <a:gd name="T13" fmla="*/ 0 h 1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3"/>
                  <a:gd name="T22" fmla="*/ 0 h 148"/>
                  <a:gd name="T23" fmla="*/ 173 w 173"/>
                  <a:gd name="T24" fmla="*/ 148 h 14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3" h="148">
                    <a:moveTo>
                      <a:pt x="0" y="0"/>
                    </a:moveTo>
                    <a:lnTo>
                      <a:pt x="0" y="58"/>
                    </a:lnTo>
                    <a:lnTo>
                      <a:pt x="38" y="48"/>
                    </a:lnTo>
                    <a:lnTo>
                      <a:pt x="147" y="148"/>
                    </a:lnTo>
                    <a:lnTo>
                      <a:pt x="173" y="74"/>
                    </a:lnTo>
                    <a:lnTo>
                      <a:pt x="112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7" name="Freeform 189">
                <a:extLst>
                  <a:ext uri="{FF2B5EF4-FFF2-40B4-BE49-F238E27FC236}">
                    <a16:creationId xmlns:a16="http://schemas.microsoft.com/office/drawing/2014/main" id="{F9E3DEF4-A9B9-ACD7-A9DA-3D5D6D50FF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64537" y="1049080"/>
                <a:ext cx="533843" cy="160405"/>
              </a:xfrm>
              <a:custGeom>
                <a:avLst/>
                <a:gdLst>
                  <a:gd name="T0" fmla="*/ 0 w 589"/>
                  <a:gd name="T1" fmla="*/ 10 h 186"/>
                  <a:gd name="T2" fmla="*/ 9 w 589"/>
                  <a:gd name="T3" fmla="*/ 1 h 186"/>
                  <a:gd name="T4" fmla="*/ 26 w 589"/>
                  <a:gd name="T5" fmla="*/ 0 h 186"/>
                  <a:gd name="T6" fmla="*/ 67 w 589"/>
                  <a:gd name="T7" fmla="*/ 22 h 186"/>
                  <a:gd name="T8" fmla="*/ 44 w 589"/>
                  <a:gd name="T9" fmla="*/ 26 h 186"/>
                  <a:gd name="T10" fmla="*/ 48 w 589"/>
                  <a:gd name="T11" fmla="*/ 20 h 186"/>
                  <a:gd name="T12" fmla="*/ 38 w 589"/>
                  <a:gd name="T13" fmla="*/ 12 h 186"/>
                  <a:gd name="T14" fmla="*/ 18 w 589"/>
                  <a:gd name="T15" fmla="*/ 8 h 186"/>
                  <a:gd name="T16" fmla="*/ 19 w 589"/>
                  <a:gd name="T17" fmla="*/ 4 h 186"/>
                  <a:gd name="T18" fmla="*/ 0 w 589"/>
                  <a:gd name="T19" fmla="*/ 10 h 1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89"/>
                  <a:gd name="T31" fmla="*/ 0 h 186"/>
                  <a:gd name="T32" fmla="*/ 589 w 589"/>
                  <a:gd name="T33" fmla="*/ 186 h 1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89" h="186">
                    <a:moveTo>
                      <a:pt x="0" y="74"/>
                    </a:moveTo>
                    <a:lnTo>
                      <a:pt x="76" y="7"/>
                    </a:lnTo>
                    <a:lnTo>
                      <a:pt x="230" y="0"/>
                    </a:lnTo>
                    <a:lnTo>
                      <a:pt x="589" y="157"/>
                    </a:lnTo>
                    <a:lnTo>
                      <a:pt x="393" y="186"/>
                    </a:lnTo>
                    <a:lnTo>
                      <a:pt x="429" y="148"/>
                    </a:lnTo>
                    <a:lnTo>
                      <a:pt x="335" y="90"/>
                    </a:lnTo>
                    <a:lnTo>
                      <a:pt x="157" y="58"/>
                    </a:lnTo>
                    <a:lnTo>
                      <a:pt x="166" y="29"/>
                    </a:lnTo>
                    <a:lnTo>
                      <a:pt x="0" y="7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8" name="Freeform 190">
                <a:extLst>
                  <a:ext uri="{FF2B5EF4-FFF2-40B4-BE49-F238E27FC236}">
                    <a16:creationId xmlns:a16="http://schemas.microsoft.com/office/drawing/2014/main" id="{083738A4-ACC3-5F6B-95AE-4DCE57495E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017421" y="1209486"/>
                <a:ext cx="173038" cy="89232"/>
              </a:xfrm>
              <a:custGeom>
                <a:avLst/>
                <a:gdLst>
                  <a:gd name="T0" fmla="*/ 0 w 186"/>
                  <a:gd name="T1" fmla="*/ 0 h 102"/>
                  <a:gd name="T2" fmla="*/ 0 w 186"/>
                  <a:gd name="T3" fmla="*/ 14 h 102"/>
                  <a:gd name="T4" fmla="*/ 22 w 186"/>
                  <a:gd name="T5" fmla="*/ 10 h 102"/>
                  <a:gd name="T6" fmla="*/ 12 w 186"/>
                  <a:gd name="T7" fmla="*/ 1 h 102"/>
                  <a:gd name="T8" fmla="*/ 0 w 186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6"/>
                  <a:gd name="T16" fmla="*/ 0 h 102"/>
                  <a:gd name="T17" fmla="*/ 186 w 186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6" h="102">
                    <a:moveTo>
                      <a:pt x="0" y="0"/>
                    </a:moveTo>
                    <a:lnTo>
                      <a:pt x="0" y="102"/>
                    </a:lnTo>
                    <a:lnTo>
                      <a:pt x="186" y="70"/>
                    </a:lnTo>
                    <a:lnTo>
                      <a:pt x="106" y="1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59" name="Freeform 191">
                <a:extLst>
                  <a:ext uri="{FF2B5EF4-FFF2-40B4-BE49-F238E27FC236}">
                    <a16:creationId xmlns:a16="http://schemas.microsoft.com/office/drawing/2014/main" id="{C365B9F2-1CC2-31D9-58B6-9F881BE36D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69484" y="2076307"/>
                <a:ext cx="281034" cy="296377"/>
              </a:xfrm>
              <a:custGeom>
                <a:avLst/>
                <a:gdLst>
                  <a:gd name="T0" fmla="*/ 0 w 304"/>
                  <a:gd name="T1" fmla="*/ 18 h 341"/>
                  <a:gd name="T2" fmla="*/ 0 w 304"/>
                  <a:gd name="T3" fmla="*/ 28 h 341"/>
                  <a:gd name="T4" fmla="*/ 6 w 304"/>
                  <a:gd name="T5" fmla="*/ 30 h 341"/>
                  <a:gd name="T6" fmla="*/ 3 w 304"/>
                  <a:gd name="T7" fmla="*/ 37 h 341"/>
                  <a:gd name="T8" fmla="*/ 2 w 304"/>
                  <a:gd name="T9" fmla="*/ 45 h 341"/>
                  <a:gd name="T10" fmla="*/ 11 w 304"/>
                  <a:gd name="T11" fmla="*/ 47 h 341"/>
                  <a:gd name="T12" fmla="*/ 18 w 304"/>
                  <a:gd name="T13" fmla="*/ 34 h 341"/>
                  <a:gd name="T14" fmla="*/ 32 w 304"/>
                  <a:gd name="T15" fmla="*/ 23 h 341"/>
                  <a:gd name="T16" fmla="*/ 36 w 304"/>
                  <a:gd name="T17" fmla="*/ 11 h 341"/>
                  <a:gd name="T18" fmla="*/ 22 w 304"/>
                  <a:gd name="T19" fmla="*/ 9 h 341"/>
                  <a:gd name="T20" fmla="*/ 13 w 304"/>
                  <a:gd name="T21" fmla="*/ 0 h 341"/>
                  <a:gd name="T22" fmla="*/ 4 w 304"/>
                  <a:gd name="T23" fmla="*/ 5 h 341"/>
                  <a:gd name="T24" fmla="*/ 0 w 304"/>
                  <a:gd name="T25" fmla="*/ 18 h 34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04"/>
                  <a:gd name="T40" fmla="*/ 0 h 341"/>
                  <a:gd name="T41" fmla="*/ 304 w 304"/>
                  <a:gd name="T42" fmla="*/ 341 h 34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04" h="341">
                    <a:moveTo>
                      <a:pt x="0" y="130"/>
                    </a:moveTo>
                    <a:lnTo>
                      <a:pt x="3" y="198"/>
                    </a:lnTo>
                    <a:lnTo>
                      <a:pt x="54" y="214"/>
                    </a:lnTo>
                    <a:lnTo>
                      <a:pt x="29" y="268"/>
                    </a:lnTo>
                    <a:lnTo>
                      <a:pt x="19" y="326"/>
                    </a:lnTo>
                    <a:lnTo>
                      <a:pt x="90" y="341"/>
                    </a:lnTo>
                    <a:lnTo>
                      <a:pt x="154" y="246"/>
                    </a:lnTo>
                    <a:lnTo>
                      <a:pt x="276" y="169"/>
                    </a:lnTo>
                    <a:lnTo>
                      <a:pt x="304" y="80"/>
                    </a:lnTo>
                    <a:lnTo>
                      <a:pt x="188" y="64"/>
                    </a:lnTo>
                    <a:lnTo>
                      <a:pt x="108" y="0"/>
                    </a:lnTo>
                    <a:lnTo>
                      <a:pt x="38" y="34"/>
                    </a:lnTo>
                    <a:lnTo>
                      <a:pt x="0" y="13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0" name="Freeform 192">
                <a:extLst>
                  <a:ext uri="{FF2B5EF4-FFF2-40B4-BE49-F238E27FC236}">
                    <a16:creationId xmlns:a16="http://schemas.microsoft.com/office/drawing/2014/main" id="{45EF9AE5-2C1C-2DBE-F7AD-484F5C998E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05593" y="1466558"/>
                <a:ext cx="112905" cy="48865"/>
              </a:xfrm>
              <a:custGeom>
                <a:avLst/>
                <a:gdLst>
                  <a:gd name="T0" fmla="*/ 0 w 124"/>
                  <a:gd name="T1" fmla="*/ 6 h 57"/>
                  <a:gd name="T2" fmla="*/ 4 w 124"/>
                  <a:gd name="T3" fmla="*/ 0 h 57"/>
                  <a:gd name="T4" fmla="*/ 14 w 124"/>
                  <a:gd name="T5" fmla="*/ 8 h 57"/>
                  <a:gd name="T6" fmla="*/ 0 w 124"/>
                  <a:gd name="T7" fmla="*/ 6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"/>
                  <a:gd name="T13" fmla="*/ 0 h 57"/>
                  <a:gd name="T14" fmla="*/ 124 w 124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" h="57">
                    <a:moveTo>
                      <a:pt x="0" y="45"/>
                    </a:moveTo>
                    <a:lnTo>
                      <a:pt x="35" y="0"/>
                    </a:lnTo>
                    <a:lnTo>
                      <a:pt x="124" y="57"/>
                    </a:lnTo>
                    <a:lnTo>
                      <a:pt x="0" y="45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1" name="Freeform 193">
                <a:extLst>
                  <a:ext uri="{FF2B5EF4-FFF2-40B4-BE49-F238E27FC236}">
                    <a16:creationId xmlns:a16="http://schemas.microsoft.com/office/drawing/2014/main" id="{F4783EFC-39D1-A5BC-2E71-E6965FCDDC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2688" y="1300841"/>
                <a:ext cx="198810" cy="202896"/>
              </a:xfrm>
              <a:custGeom>
                <a:avLst/>
                <a:gdLst>
                  <a:gd name="T0" fmla="*/ 0 w 217"/>
                  <a:gd name="T1" fmla="*/ 25 h 238"/>
                  <a:gd name="T2" fmla="*/ 5 w 217"/>
                  <a:gd name="T3" fmla="*/ 14 h 238"/>
                  <a:gd name="T4" fmla="*/ 12 w 217"/>
                  <a:gd name="T5" fmla="*/ 14 h 238"/>
                  <a:gd name="T6" fmla="*/ 5 w 217"/>
                  <a:gd name="T7" fmla="*/ 4 h 238"/>
                  <a:gd name="T8" fmla="*/ 20 w 217"/>
                  <a:gd name="T9" fmla="*/ 0 h 238"/>
                  <a:gd name="T10" fmla="*/ 22 w 217"/>
                  <a:gd name="T11" fmla="*/ 15 h 238"/>
                  <a:gd name="T12" fmla="*/ 25 w 217"/>
                  <a:gd name="T13" fmla="*/ 16 h 238"/>
                  <a:gd name="T14" fmla="*/ 19 w 217"/>
                  <a:gd name="T15" fmla="*/ 26 h 238"/>
                  <a:gd name="T16" fmla="*/ 15 w 217"/>
                  <a:gd name="T17" fmla="*/ 32 h 238"/>
                  <a:gd name="T18" fmla="*/ 0 w 217"/>
                  <a:gd name="T19" fmla="*/ 25 h 23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17"/>
                  <a:gd name="T31" fmla="*/ 0 h 238"/>
                  <a:gd name="T32" fmla="*/ 217 w 217"/>
                  <a:gd name="T33" fmla="*/ 238 h 23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7" h="238">
                    <a:moveTo>
                      <a:pt x="0" y="190"/>
                    </a:moveTo>
                    <a:lnTo>
                      <a:pt x="48" y="103"/>
                    </a:lnTo>
                    <a:lnTo>
                      <a:pt x="102" y="100"/>
                    </a:lnTo>
                    <a:lnTo>
                      <a:pt x="45" y="30"/>
                    </a:lnTo>
                    <a:lnTo>
                      <a:pt x="173" y="0"/>
                    </a:lnTo>
                    <a:lnTo>
                      <a:pt x="192" y="112"/>
                    </a:lnTo>
                    <a:lnTo>
                      <a:pt x="217" y="122"/>
                    </a:lnTo>
                    <a:lnTo>
                      <a:pt x="160" y="193"/>
                    </a:lnTo>
                    <a:lnTo>
                      <a:pt x="125" y="238"/>
                    </a:lnTo>
                    <a:lnTo>
                      <a:pt x="0" y="19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2" name="Freeform 194">
                <a:extLst>
                  <a:ext uri="{FF2B5EF4-FFF2-40B4-BE49-F238E27FC236}">
                    <a16:creationId xmlns:a16="http://schemas.microsoft.com/office/drawing/2014/main" id="{BC955223-DB6F-C671-CBDF-FC8CA57C37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84880" y="1209486"/>
                <a:ext cx="132540" cy="89232"/>
              </a:xfrm>
              <a:custGeom>
                <a:avLst/>
                <a:gdLst>
                  <a:gd name="T0" fmla="*/ 0 w 144"/>
                  <a:gd name="T1" fmla="*/ 10 h 102"/>
                  <a:gd name="T2" fmla="*/ 13 w 144"/>
                  <a:gd name="T3" fmla="*/ 10 h 102"/>
                  <a:gd name="T4" fmla="*/ 7 w 144"/>
                  <a:gd name="T5" fmla="*/ 1 h 102"/>
                  <a:gd name="T6" fmla="*/ 17 w 144"/>
                  <a:gd name="T7" fmla="*/ 0 h 102"/>
                  <a:gd name="T8" fmla="*/ 17 w 144"/>
                  <a:gd name="T9" fmla="*/ 14 h 102"/>
                  <a:gd name="T10" fmla="*/ 0 w 144"/>
                  <a:gd name="T11" fmla="*/ 10 h 1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102"/>
                  <a:gd name="T20" fmla="*/ 144 w 144"/>
                  <a:gd name="T21" fmla="*/ 102 h 10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102">
                    <a:moveTo>
                      <a:pt x="0" y="76"/>
                    </a:moveTo>
                    <a:lnTo>
                      <a:pt x="109" y="74"/>
                    </a:lnTo>
                    <a:lnTo>
                      <a:pt x="58" y="6"/>
                    </a:lnTo>
                    <a:lnTo>
                      <a:pt x="144" y="0"/>
                    </a:lnTo>
                    <a:lnTo>
                      <a:pt x="144" y="102"/>
                    </a:lnTo>
                    <a:lnTo>
                      <a:pt x="0" y="7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3" name="Freeform 195">
                <a:extLst>
                  <a:ext uri="{FF2B5EF4-FFF2-40B4-BE49-F238E27FC236}">
                    <a16:creationId xmlns:a16="http://schemas.microsoft.com/office/drawing/2014/main" id="{2CC4DC46-3000-EAF9-5469-8A6699786E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137502" y="1396447"/>
                <a:ext cx="305579" cy="140222"/>
              </a:xfrm>
              <a:custGeom>
                <a:avLst/>
                <a:gdLst>
                  <a:gd name="T0" fmla="*/ 0 w 336"/>
                  <a:gd name="T1" fmla="*/ 11 h 164"/>
                  <a:gd name="T2" fmla="*/ 6 w 336"/>
                  <a:gd name="T3" fmla="*/ 1 h 164"/>
                  <a:gd name="T4" fmla="*/ 27 w 336"/>
                  <a:gd name="T5" fmla="*/ 0 h 164"/>
                  <a:gd name="T6" fmla="*/ 38 w 336"/>
                  <a:gd name="T7" fmla="*/ 7 h 164"/>
                  <a:gd name="T8" fmla="*/ 29 w 336"/>
                  <a:gd name="T9" fmla="*/ 8 h 164"/>
                  <a:gd name="T10" fmla="*/ 13 w 336"/>
                  <a:gd name="T11" fmla="*/ 22 h 164"/>
                  <a:gd name="T12" fmla="*/ 10 w 336"/>
                  <a:gd name="T13" fmla="*/ 18 h 164"/>
                  <a:gd name="T14" fmla="*/ 0 w 336"/>
                  <a:gd name="T15" fmla="*/ 11 h 1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36"/>
                  <a:gd name="T25" fmla="*/ 0 h 164"/>
                  <a:gd name="T26" fmla="*/ 336 w 336"/>
                  <a:gd name="T27" fmla="*/ 164 h 16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36" h="164">
                    <a:moveTo>
                      <a:pt x="0" y="81"/>
                    </a:moveTo>
                    <a:lnTo>
                      <a:pt x="57" y="10"/>
                    </a:lnTo>
                    <a:lnTo>
                      <a:pt x="241" y="0"/>
                    </a:lnTo>
                    <a:lnTo>
                      <a:pt x="336" y="48"/>
                    </a:lnTo>
                    <a:lnTo>
                      <a:pt x="256" y="62"/>
                    </a:lnTo>
                    <a:lnTo>
                      <a:pt x="115" y="164"/>
                    </a:lnTo>
                    <a:lnTo>
                      <a:pt x="89" y="138"/>
                    </a:lnTo>
                    <a:lnTo>
                      <a:pt x="0" y="8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4" name="Freeform 196">
                <a:extLst>
                  <a:ext uri="{FF2B5EF4-FFF2-40B4-BE49-F238E27FC236}">
                    <a16:creationId xmlns:a16="http://schemas.microsoft.com/office/drawing/2014/main" id="{A284A7EE-750F-98E8-0794-552E93F3FB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59329" y="569989"/>
                <a:ext cx="1508258" cy="896567"/>
              </a:xfrm>
              <a:custGeom>
                <a:avLst/>
                <a:gdLst>
                  <a:gd name="T0" fmla="*/ 0 w 1658"/>
                  <a:gd name="T1" fmla="*/ 1 h 1048"/>
                  <a:gd name="T2" fmla="*/ 9 w 1658"/>
                  <a:gd name="T3" fmla="*/ 23 h 1048"/>
                  <a:gd name="T4" fmla="*/ 20 w 1658"/>
                  <a:gd name="T5" fmla="*/ 34 h 1048"/>
                  <a:gd name="T6" fmla="*/ 19 w 1658"/>
                  <a:gd name="T7" fmla="*/ 40 h 1048"/>
                  <a:gd name="T8" fmla="*/ 13 w 1658"/>
                  <a:gd name="T9" fmla="*/ 41 h 1048"/>
                  <a:gd name="T10" fmla="*/ 25 w 1658"/>
                  <a:gd name="T11" fmla="*/ 46 h 1048"/>
                  <a:gd name="T12" fmla="*/ 32 w 1658"/>
                  <a:gd name="T13" fmla="*/ 55 h 1048"/>
                  <a:gd name="T14" fmla="*/ 31 w 1658"/>
                  <a:gd name="T15" fmla="*/ 64 h 1048"/>
                  <a:gd name="T16" fmla="*/ 45 w 1658"/>
                  <a:gd name="T17" fmla="*/ 77 h 1048"/>
                  <a:gd name="T18" fmla="*/ 48 w 1658"/>
                  <a:gd name="T19" fmla="*/ 73 h 1048"/>
                  <a:gd name="T20" fmla="*/ 16 w 1658"/>
                  <a:gd name="T21" fmla="*/ 20 h 1048"/>
                  <a:gd name="T22" fmla="*/ 14 w 1658"/>
                  <a:gd name="T23" fmla="*/ 5 h 1048"/>
                  <a:gd name="T24" fmla="*/ 21 w 1658"/>
                  <a:gd name="T25" fmla="*/ 10 h 1048"/>
                  <a:gd name="T26" fmla="*/ 33 w 1658"/>
                  <a:gd name="T27" fmla="*/ 32 h 1048"/>
                  <a:gd name="T28" fmla="*/ 50 w 1658"/>
                  <a:gd name="T29" fmla="*/ 50 h 1048"/>
                  <a:gd name="T30" fmla="*/ 49 w 1658"/>
                  <a:gd name="T31" fmla="*/ 57 h 1048"/>
                  <a:gd name="T32" fmla="*/ 72 w 1658"/>
                  <a:gd name="T33" fmla="*/ 80 h 1048"/>
                  <a:gd name="T34" fmla="*/ 75 w 1658"/>
                  <a:gd name="T35" fmla="*/ 90 h 1048"/>
                  <a:gd name="T36" fmla="*/ 72 w 1658"/>
                  <a:gd name="T37" fmla="*/ 97 h 1048"/>
                  <a:gd name="T38" fmla="*/ 78 w 1658"/>
                  <a:gd name="T39" fmla="*/ 106 h 1048"/>
                  <a:gd name="T40" fmla="*/ 122 w 1658"/>
                  <a:gd name="T41" fmla="*/ 131 h 1048"/>
                  <a:gd name="T42" fmla="*/ 142 w 1658"/>
                  <a:gd name="T43" fmla="*/ 129 h 1048"/>
                  <a:gd name="T44" fmla="*/ 154 w 1658"/>
                  <a:gd name="T45" fmla="*/ 141 h 1048"/>
                  <a:gd name="T46" fmla="*/ 160 w 1658"/>
                  <a:gd name="T47" fmla="*/ 129 h 1048"/>
                  <a:gd name="T48" fmla="*/ 166 w 1658"/>
                  <a:gd name="T49" fmla="*/ 129 h 1048"/>
                  <a:gd name="T50" fmla="*/ 159 w 1658"/>
                  <a:gd name="T51" fmla="*/ 119 h 1048"/>
                  <a:gd name="T52" fmla="*/ 174 w 1658"/>
                  <a:gd name="T53" fmla="*/ 115 h 1048"/>
                  <a:gd name="T54" fmla="*/ 179 w 1658"/>
                  <a:gd name="T55" fmla="*/ 111 h 1048"/>
                  <a:gd name="T56" fmla="*/ 181 w 1658"/>
                  <a:gd name="T57" fmla="*/ 108 h 1048"/>
                  <a:gd name="T58" fmla="*/ 182 w 1658"/>
                  <a:gd name="T59" fmla="*/ 114 h 1048"/>
                  <a:gd name="T60" fmla="*/ 188 w 1658"/>
                  <a:gd name="T61" fmla="*/ 91 h 1048"/>
                  <a:gd name="T62" fmla="*/ 180 w 1658"/>
                  <a:gd name="T63" fmla="*/ 87 h 1048"/>
                  <a:gd name="T64" fmla="*/ 166 w 1658"/>
                  <a:gd name="T65" fmla="*/ 91 h 1048"/>
                  <a:gd name="T66" fmla="*/ 159 w 1658"/>
                  <a:gd name="T67" fmla="*/ 111 h 1048"/>
                  <a:gd name="T68" fmla="*/ 140 w 1658"/>
                  <a:gd name="T69" fmla="*/ 113 h 1048"/>
                  <a:gd name="T70" fmla="*/ 133 w 1658"/>
                  <a:gd name="T71" fmla="*/ 107 h 1048"/>
                  <a:gd name="T72" fmla="*/ 121 w 1658"/>
                  <a:gd name="T73" fmla="*/ 83 h 1048"/>
                  <a:gd name="T74" fmla="*/ 121 w 1658"/>
                  <a:gd name="T75" fmla="*/ 64 h 1048"/>
                  <a:gd name="T76" fmla="*/ 125 w 1658"/>
                  <a:gd name="T77" fmla="*/ 55 h 1048"/>
                  <a:gd name="T78" fmla="*/ 112 w 1658"/>
                  <a:gd name="T79" fmla="*/ 49 h 1048"/>
                  <a:gd name="T80" fmla="*/ 97 w 1658"/>
                  <a:gd name="T81" fmla="*/ 23 h 1048"/>
                  <a:gd name="T82" fmla="*/ 84 w 1658"/>
                  <a:gd name="T83" fmla="*/ 29 h 1048"/>
                  <a:gd name="T84" fmla="*/ 66 w 1658"/>
                  <a:gd name="T85" fmla="*/ 7 h 1048"/>
                  <a:gd name="T86" fmla="*/ 38 w 1658"/>
                  <a:gd name="T87" fmla="*/ 11 h 1048"/>
                  <a:gd name="T88" fmla="*/ 14 w 1658"/>
                  <a:gd name="T89" fmla="*/ 0 h 1048"/>
                  <a:gd name="T90" fmla="*/ 0 w 1658"/>
                  <a:gd name="T91" fmla="*/ 1 h 104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658"/>
                  <a:gd name="T139" fmla="*/ 0 h 1048"/>
                  <a:gd name="T140" fmla="*/ 1658 w 1658"/>
                  <a:gd name="T141" fmla="*/ 1048 h 104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658" h="1048">
                    <a:moveTo>
                      <a:pt x="0" y="10"/>
                    </a:moveTo>
                    <a:lnTo>
                      <a:pt x="79" y="176"/>
                    </a:lnTo>
                    <a:lnTo>
                      <a:pt x="172" y="250"/>
                    </a:lnTo>
                    <a:lnTo>
                      <a:pt x="166" y="295"/>
                    </a:lnTo>
                    <a:lnTo>
                      <a:pt x="118" y="305"/>
                    </a:lnTo>
                    <a:lnTo>
                      <a:pt x="221" y="340"/>
                    </a:lnTo>
                    <a:lnTo>
                      <a:pt x="278" y="413"/>
                    </a:lnTo>
                    <a:lnTo>
                      <a:pt x="275" y="475"/>
                    </a:lnTo>
                    <a:lnTo>
                      <a:pt x="393" y="577"/>
                    </a:lnTo>
                    <a:lnTo>
                      <a:pt x="419" y="545"/>
                    </a:lnTo>
                    <a:lnTo>
                      <a:pt x="140" y="151"/>
                    </a:lnTo>
                    <a:lnTo>
                      <a:pt x="121" y="42"/>
                    </a:lnTo>
                    <a:lnTo>
                      <a:pt x="182" y="70"/>
                    </a:lnTo>
                    <a:lnTo>
                      <a:pt x="287" y="241"/>
                    </a:lnTo>
                    <a:lnTo>
                      <a:pt x="435" y="372"/>
                    </a:lnTo>
                    <a:lnTo>
                      <a:pt x="429" y="423"/>
                    </a:lnTo>
                    <a:lnTo>
                      <a:pt x="634" y="596"/>
                    </a:lnTo>
                    <a:lnTo>
                      <a:pt x="656" y="670"/>
                    </a:lnTo>
                    <a:lnTo>
                      <a:pt x="634" y="721"/>
                    </a:lnTo>
                    <a:lnTo>
                      <a:pt x="682" y="788"/>
                    </a:lnTo>
                    <a:lnTo>
                      <a:pt x="1075" y="974"/>
                    </a:lnTo>
                    <a:lnTo>
                      <a:pt x="1245" y="958"/>
                    </a:lnTo>
                    <a:lnTo>
                      <a:pt x="1357" y="1048"/>
                    </a:lnTo>
                    <a:lnTo>
                      <a:pt x="1405" y="961"/>
                    </a:lnTo>
                    <a:lnTo>
                      <a:pt x="1459" y="958"/>
                    </a:lnTo>
                    <a:lnTo>
                      <a:pt x="1402" y="888"/>
                    </a:lnTo>
                    <a:lnTo>
                      <a:pt x="1530" y="858"/>
                    </a:lnTo>
                    <a:lnTo>
                      <a:pt x="1572" y="826"/>
                    </a:lnTo>
                    <a:lnTo>
                      <a:pt x="1590" y="808"/>
                    </a:lnTo>
                    <a:lnTo>
                      <a:pt x="1604" y="850"/>
                    </a:lnTo>
                    <a:lnTo>
                      <a:pt x="1658" y="673"/>
                    </a:lnTo>
                    <a:lnTo>
                      <a:pt x="1588" y="647"/>
                    </a:lnTo>
                    <a:lnTo>
                      <a:pt x="1463" y="673"/>
                    </a:lnTo>
                    <a:lnTo>
                      <a:pt x="1399" y="826"/>
                    </a:lnTo>
                    <a:lnTo>
                      <a:pt x="1235" y="842"/>
                    </a:lnTo>
                    <a:lnTo>
                      <a:pt x="1171" y="801"/>
                    </a:lnTo>
                    <a:lnTo>
                      <a:pt x="1065" y="619"/>
                    </a:lnTo>
                    <a:lnTo>
                      <a:pt x="1063" y="475"/>
                    </a:lnTo>
                    <a:lnTo>
                      <a:pt x="1097" y="407"/>
                    </a:lnTo>
                    <a:lnTo>
                      <a:pt x="986" y="369"/>
                    </a:lnTo>
                    <a:lnTo>
                      <a:pt x="850" y="174"/>
                    </a:lnTo>
                    <a:lnTo>
                      <a:pt x="736" y="215"/>
                    </a:lnTo>
                    <a:lnTo>
                      <a:pt x="582" y="52"/>
                    </a:lnTo>
                    <a:lnTo>
                      <a:pt x="335" y="84"/>
                    </a:lnTo>
                    <a:lnTo>
                      <a:pt x="127" y="0"/>
                    </a:lnTo>
                    <a:lnTo>
                      <a:pt x="0" y="1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5" name="Freeform 197">
                <a:extLst>
                  <a:ext uri="{FF2B5EF4-FFF2-40B4-BE49-F238E27FC236}">
                    <a16:creationId xmlns:a16="http://schemas.microsoft.com/office/drawing/2014/main" id="{FEA5F5CB-7874-4F78-2722-C5C16EC59F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243042" y="1438937"/>
                <a:ext cx="200038" cy="195461"/>
              </a:xfrm>
              <a:custGeom>
                <a:avLst/>
                <a:gdLst>
                  <a:gd name="T0" fmla="*/ 0 w 221"/>
                  <a:gd name="T1" fmla="*/ 15 h 231"/>
                  <a:gd name="T2" fmla="*/ 10 w 221"/>
                  <a:gd name="T3" fmla="*/ 30 h 231"/>
                  <a:gd name="T4" fmla="*/ 23 w 221"/>
                  <a:gd name="T5" fmla="*/ 31 h 231"/>
                  <a:gd name="T6" fmla="*/ 25 w 221"/>
                  <a:gd name="T7" fmla="*/ 0 h 231"/>
                  <a:gd name="T8" fmla="*/ 16 w 221"/>
                  <a:gd name="T9" fmla="*/ 2 h 231"/>
                  <a:gd name="T10" fmla="*/ 0 w 221"/>
                  <a:gd name="T11" fmla="*/ 15 h 2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1"/>
                  <a:gd name="T19" fmla="*/ 0 h 231"/>
                  <a:gd name="T20" fmla="*/ 221 w 221"/>
                  <a:gd name="T21" fmla="*/ 231 h 2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1" h="231">
                    <a:moveTo>
                      <a:pt x="0" y="116"/>
                    </a:moveTo>
                    <a:lnTo>
                      <a:pt x="90" y="225"/>
                    </a:lnTo>
                    <a:lnTo>
                      <a:pt x="202" y="231"/>
                    </a:lnTo>
                    <a:lnTo>
                      <a:pt x="221" y="0"/>
                    </a:lnTo>
                    <a:lnTo>
                      <a:pt x="141" y="14"/>
                    </a:lnTo>
                    <a:lnTo>
                      <a:pt x="0" y="11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6" name="Freeform 198">
                <a:extLst>
                  <a:ext uri="{FF2B5EF4-FFF2-40B4-BE49-F238E27FC236}">
                    <a16:creationId xmlns:a16="http://schemas.microsoft.com/office/drawing/2014/main" id="{0A1AB3DE-1637-02A5-56BA-7EB9A0446C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59034" y="1690698"/>
                <a:ext cx="279807" cy="116852"/>
              </a:xfrm>
              <a:custGeom>
                <a:avLst/>
                <a:gdLst>
                  <a:gd name="T0" fmla="*/ 0 w 308"/>
                  <a:gd name="T1" fmla="*/ 10 h 137"/>
                  <a:gd name="T2" fmla="*/ 3 w 308"/>
                  <a:gd name="T3" fmla="*/ 0 h 137"/>
                  <a:gd name="T4" fmla="*/ 10 w 308"/>
                  <a:gd name="T5" fmla="*/ 6 h 137"/>
                  <a:gd name="T6" fmla="*/ 24 w 308"/>
                  <a:gd name="T7" fmla="*/ 0 h 137"/>
                  <a:gd name="T8" fmla="*/ 35 w 308"/>
                  <a:gd name="T9" fmla="*/ 7 h 137"/>
                  <a:gd name="T10" fmla="*/ 32 w 308"/>
                  <a:gd name="T11" fmla="*/ 18 h 137"/>
                  <a:gd name="T12" fmla="*/ 31 w 308"/>
                  <a:gd name="T13" fmla="*/ 9 h 137"/>
                  <a:gd name="T14" fmla="*/ 24 w 308"/>
                  <a:gd name="T15" fmla="*/ 5 h 137"/>
                  <a:gd name="T16" fmla="*/ 17 w 308"/>
                  <a:gd name="T17" fmla="*/ 11 h 137"/>
                  <a:gd name="T18" fmla="*/ 18 w 308"/>
                  <a:gd name="T19" fmla="*/ 16 h 137"/>
                  <a:gd name="T20" fmla="*/ 15 w 308"/>
                  <a:gd name="T21" fmla="*/ 18 h 137"/>
                  <a:gd name="T22" fmla="*/ 0 w 308"/>
                  <a:gd name="T23" fmla="*/ 10 h 13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08"/>
                  <a:gd name="T37" fmla="*/ 0 h 137"/>
                  <a:gd name="T38" fmla="*/ 308 w 308"/>
                  <a:gd name="T39" fmla="*/ 137 h 13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08" h="137">
                    <a:moveTo>
                      <a:pt x="0" y="74"/>
                    </a:moveTo>
                    <a:lnTo>
                      <a:pt x="26" y="0"/>
                    </a:lnTo>
                    <a:lnTo>
                      <a:pt x="90" y="44"/>
                    </a:lnTo>
                    <a:lnTo>
                      <a:pt x="208" y="2"/>
                    </a:lnTo>
                    <a:lnTo>
                      <a:pt x="308" y="54"/>
                    </a:lnTo>
                    <a:lnTo>
                      <a:pt x="282" y="134"/>
                    </a:lnTo>
                    <a:lnTo>
                      <a:pt x="272" y="66"/>
                    </a:lnTo>
                    <a:lnTo>
                      <a:pt x="208" y="42"/>
                    </a:lnTo>
                    <a:lnTo>
                      <a:pt x="144" y="82"/>
                    </a:lnTo>
                    <a:lnTo>
                      <a:pt x="160" y="121"/>
                    </a:lnTo>
                    <a:lnTo>
                      <a:pt x="132" y="137"/>
                    </a:lnTo>
                    <a:lnTo>
                      <a:pt x="0" y="7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7" name="Freeform 199">
                <a:extLst>
                  <a:ext uri="{FF2B5EF4-FFF2-40B4-BE49-F238E27FC236}">
                    <a16:creationId xmlns:a16="http://schemas.microsoft.com/office/drawing/2014/main" id="{A2217038-9F08-A44B-B6FE-A4C790AE06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08310" y="1637585"/>
                <a:ext cx="49088" cy="39304"/>
              </a:xfrm>
              <a:custGeom>
                <a:avLst/>
                <a:gdLst>
                  <a:gd name="T0" fmla="*/ 0 w 52"/>
                  <a:gd name="T1" fmla="*/ 7 h 42"/>
                  <a:gd name="T2" fmla="*/ 6 w 52"/>
                  <a:gd name="T3" fmla="*/ 6 h 42"/>
                  <a:gd name="T4" fmla="*/ 6 w 52"/>
                  <a:gd name="T5" fmla="*/ 0 h 42"/>
                  <a:gd name="T6" fmla="*/ 0 w 52"/>
                  <a:gd name="T7" fmla="*/ 7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"/>
                  <a:gd name="T13" fmla="*/ 0 h 42"/>
                  <a:gd name="T14" fmla="*/ 52 w 52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" h="42">
                    <a:moveTo>
                      <a:pt x="0" y="42"/>
                    </a:moveTo>
                    <a:lnTo>
                      <a:pt x="52" y="36"/>
                    </a:lnTo>
                    <a:lnTo>
                      <a:pt x="52" y="0"/>
                    </a:lnTo>
                    <a:lnTo>
                      <a:pt x="0" y="4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268" name="Freeform 200">
                <a:extLst>
                  <a:ext uri="{FF2B5EF4-FFF2-40B4-BE49-F238E27FC236}">
                    <a16:creationId xmlns:a16="http://schemas.microsoft.com/office/drawing/2014/main" id="{F0404F00-0199-6FEC-192D-E90B91F077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50637" y="1571724"/>
                <a:ext cx="666383" cy="534328"/>
              </a:xfrm>
              <a:custGeom>
                <a:avLst/>
                <a:gdLst>
                  <a:gd name="T0" fmla="*/ 0 w 736"/>
                  <a:gd name="T1" fmla="*/ 23 h 631"/>
                  <a:gd name="T2" fmla="*/ 7 w 736"/>
                  <a:gd name="T3" fmla="*/ 37 h 631"/>
                  <a:gd name="T4" fmla="*/ 20 w 736"/>
                  <a:gd name="T5" fmla="*/ 39 h 631"/>
                  <a:gd name="T6" fmla="*/ 23 w 736"/>
                  <a:gd name="T7" fmla="*/ 45 h 631"/>
                  <a:gd name="T8" fmla="*/ 36 w 736"/>
                  <a:gd name="T9" fmla="*/ 44 h 631"/>
                  <a:gd name="T10" fmla="*/ 34 w 736"/>
                  <a:gd name="T11" fmla="*/ 69 h 631"/>
                  <a:gd name="T12" fmla="*/ 39 w 736"/>
                  <a:gd name="T13" fmla="*/ 80 h 631"/>
                  <a:gd name="T14" fmla="*/ 47 w 736"/>
                  <a:gd name="T15" fmla="*/ 83 h 631"/>
                  <a:gd name="T16" fmla="*/ 61 w 736"/>
                  <a:gd name="T17" fmla="*/ 73 h 631"/>
                  <a:gd name="T18" fmla="*/ 56 w 736"/>
                  <a:gd name="T19" fmla="*/ 71 h 631"/>
                  <a:gd name="T20" fmla="*/ 52 w 736"/>
                  <a:gd name="T21" fmla="*/ 58 h 631"/>
                  <a:gd name="T22" fmla="*/ 63 w 736"/>
                  <a:gd name="T23" fmla="*/ 60 h 631"/>
                  <a:gd name="T24" fmla="*/ 78 w 736"/>
                  <a:gd name="T25" fmla="*/ 52 h 631"/>
                  <a:gd name="T26" fmla="*/ 74 w 736"/>
                  <a:gd name="T27" fmla="*/ 45 h 631"/>
                  <a:gd name="T28" fmla="*/ 79 w 736"/>
                  <a:gd name="T29" fmla="*/ 39 h 631"/>
                  <a:gd name="T30" fmla="*/ 77 w 736"/>
                  <a:gd name="T31" fmla="*/ 34 h 631"/>
                  <a:gd name="T32" fmla="*/ 83 w 736"/>
                  <a:gd name="T33" fmla="*/ 29 h 631"/>
                  <a:gd name="T34" fmla="*/ 76 w 736"/>
                  <a:gd name="T35" fmla="*/ 27 h 631"/>
                  <a:gd name="T36" fmla="*/ 76 w 736"/>
                  <a:gd name="T37" fmla="*/ 21 h 631"/>
                  <a:gd name="T38" fmla="*/ 63 w 736"/>
                  <a:gd name="T39" fmla="*/ 14 h 631"/>
                  <a:gd name="T40" fmla="*/ 69 w 736"/>
                  <a:gd name="T41" fmla="*/ 12 h 631"/>
                  <a:gd name="T42" fmla="*/ 33 w 736"/>
                  <a:gd name="T43" fmla="*/ 13 h 631"/>
                  <a:gd name="T44" fmla="*/ 20 w 736"/>
                  <a:gd name="T45" fmla="*/ 0 h 631"/>
                  <a:gd name="T46" fmla="*/ 21 w 736"/>
                  <a:gd name="T47" fmla="*/ 6 h 631"/>
                  <a:gd name="T48" fmla="*/ 11 w 736"/>
                  <a:gd name="T49" fmla="*/ 11 h 631"/>
                  <a:gd name="T50" fmla="*/ 14 w 736"/>
                  <a:gd name="T51" fmla="*/ 21 h 631"/>
                  <a:gd name="T52" fmla="*/ 10 w 736"/>
                  <a:gd name="T53" fmla="*/ 25 h 631"/>
                  <a:gd name="T54" fmla="*/ 7 w 736"/>
                  <a:gd name="T55" fmla="*/ 16 h 631"/>
                  <a:gd name="T56" fmla="*/ 12 w 736"/>
                  <a:gd name="T57" fmla="*/ 4 h 631"/>
                  <a:gd name="T58" fmla="*/ 0 w 736"/>
                  <a:gd name="T59" fmla="*/ 23 h 631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736"/>
                  <a:gd name="T91" fmla="*/ 0 h 631"/>
                  <a:gd name="T92" fmla="*/ 736 w 736"/>
                  <a:gd name="T93" fmla="*/ 631 h 631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736" h="631">
                    <a:moveTo>
                      <a:pt x="0" y="176"/>
                    </a:moveTo>
                    <a:lnTo>
                      <a:pt x="67" y="281"/>
                    </a:lnTo>
                    <a:lnTo>
                      <a:pt x="177" y="297"/>
                    </a:lnTo>
                    <a:lnTo>
                      <a:pt x="209" y="339"/>
                    </a:lnTo>
                    <a:lnTo>
                      <a:pt x="317" y="332"/>
                    </a:lnTo>
                    <a:lnTo>
                      <a:pt x="301" y="525"/>
                    </a:lnTo>
                    <a:lnTo>
                      <a:pt x="349" y="605"/>
                    </a:lnTo>
                    <a:lnTo>
                      <a:pt x="413" y="631"/>
                    </a:lnTo>
                    <a:lnTo>
                      <a:pt x="544" y="553"/>
                    </a:lnTo>
                    <a:lnTo>
                      <a:pt x="494" y="541"/>
                    </a:lnTo>
                    <a:lnTo>
                      <a:pt x="464" y="438"/>
                    </a:lnTo>
                    <a:lnTo>
                      <a:pt x="560" y="457"/>
                    </a:lnTo>
                    <a:lnTo>
                      <a:pt x="694" y="393"/>
                    </a:lnTo>
                    <a:lnTo>
                      <a:pt x="660" y="339"/>
                    </a:lnTo>
                    <a:lnTo>
                      <a:pt x="704" y="294"/>
                    </a:lnTo>
                    <a:lnTo>
                      <a:pt x="686" y="256"/>
                    </a:lnTo>
                    <a:lnTo>
                      <a:pt x="736" y="218"/>
                    </a:lnTo>
                    <a:lnTo>
                      <a:pt x="670" y="208"/>
                    </a:lnTo>
                    <a:lnTo>
                      <a:pt x="670" y="160"/>
                    </a:lnTo>
                    <a:lnTo>
                      <a:pt x="564" y="106"/>
                    </a:lnTo>
                    <a:lnTo>
                      <a:pt x="612" y="90"/>
                    </a:lnTo>
                    <a:lnTo>
                      <a:pt x="289" y="98"/>
                    </a:lnTo>
                    <a:lnTo>
                      <a:pt x="183" y="0"/>
                    </a:lnTo>
                    <a:lnTo>
                      <a:pt x="189" y="48"/>
                    </a:lnTo>
                    <a:lnTo>
                      <a:pt x="97" y="82"/>
                    </a:lnTo>
                    <a:lnTo>
                      <a:pt x="122" y="160"/>
                    </a:lnTo>
                    <a:lnTo>
                      <a:pt x="90" y="186"/>
                    </a:lnTo>
                    <a:lnTo>
                      <a:pt x="67" y="118"/>
                    </a:lnTo>
                    <a:lnTo>
                      <a:pt x="103" y="28"/>
                    </a:lnTo>
                    <a:lnTo>
                      <a:pt x="0" y="17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marL="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67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yriad Pro"/>
                  <a:ea typeface="+mn-ea"/>
                  <a:cs typeface="Arial" pitchFamily="34" charset="0"/>
                </a:endParaRPr>
              </a:p>
            </p:txBody>
          </p:sp>
        </p:grpSp>
      </p:grpSp>
      <p:pic>
        <p:nvPicPr>
          <p:cNvPr id="2" name="Picture 6" descr="JAGUAR TCS RACING LAUNCH ALL-NEW JAGUAR I-TYPE 7 IN SÃO PAULO TO BEGIN  2024/25 ABB FIA FORMULA E WORLD CHAMPIONSHIP CAMPAIGN | Jaguar Racing Media  Newsroom">
            <a:extLst>
              <a:ext uri="{FF2B5EF4-FFF2-40B4-BE49-F238E27FC236}">
                <a16:creationId xmlns:a16="http://schemas.microsoft.com/office/drawing/2014/main" id="{C864DC3E-EE38-4C3D-841B-F11BF93BCE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0" t="24517" r="18040" b="18632"/>
          <a:stretch/>
        </p:blipFill>
        <p:spPr bwMode="auto">
          <a:xfrm>
            <a:off x="0" y="1102173"/>
            <a:ext cx="4973444" cy="305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" name="Title 9">
            <a:extLst>
              <a:ext uri="{FF2B5EF4-FFF2-40B4-BE49-F238E27FC236}">
                <a16:creationId xmlns:a16="http://schemas.microsoft.com/office/drawing/2014/main" id="{9560B1C6-4E84-FA1E-EA3B-A9DB9787E512}"/>
              </a:ext>
            </a:extLst>
          </p:cNvPr>
          <p:cNvSpPr txBox="1">
            <a:spLocks/>
          </p:cNvSpPr>
          <p:nvPr userDrawn="1"/>
        </p:nvSpPr>
        <p:spPr>
          <a:xfrm>
            <a:off x="5439420" y="2482806"/>
            <a:ext cx="3091880" cy="442021"/>
          </a:xfrm>
          <a:prstGeom prst="rect">
            <a:avLst/>
          </a:prstGeom>
        </p:spPr>
        <p:txBody>
          <a:bodyPr anchor="ctr"/>
          <a:lstStyle>
            <a:lvl1pPr algn="l" defTabSz="121911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solidFill>
                  <a:schemeClr val="tx1"/>
                </a:solidFill>
                <a:latin typeface="+mn-lt"/>
              </a:rPr>
              <a:t>The TCS Way.</a:t>
            </a:r>
          </a:p>
        </p:txBody>
      </p:sp>
    </p:spTree>
    <p:extLst>
      <p:ext uri="{BB962C8B-B14F-4D97-AF65-F5344CB8AC3E}">
        <p14:creationId xmlns:p14="http://schemas.microsoft.com/office/powerpoint/2010/main" val="334555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</p:sldLayoutIdLst>
  <p:hf sldNum="0" hdr="0" dt="0"/>
  <p:txStyles>
    <p:titleStyle>
      <a:lvl1pPr algn="l" defTabSz="914333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914333" rtl="0" eaLnBrk="1" latinLnBrk="0" hangingPunct="1">
        <a:lnSpc>
          <a:spcPct val="90000"/>
        </a:lnSpc>
        <a:spcBef>
          <a:spcPts val="1000"/>
        </a:spcBef>
        <a:buClr>
          <a:srgbClr val="007DC5"/>
        </a:buClr>
        <a:buFont typeface="Arial" panose="020B0604020202020204" pitchFamily="34" charset="0"/>
        <a:buChar char="•"/>
        <a:defRPr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71446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1446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71446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71446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411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108" userDrawn="1">
          <p15:clr>
            <a:srgbClr val="F26B43"/>
          </p15:clr>
        </p15:guide>
        <p15:guide id="4" orient="horz" pos="588" userDrawn="1">
          <p15:clr>
            <a:srgbClr val="F26B43"/>
          </p15:clr>
        </p15:guide>
        <p15:guide id="5" orient="horz" pos="684" userDrawn="1">
          <p15:clr>
            <a:srgbClr val="F26B43"/>
          </p15:clr>
        </p15:guide>
        <p15:guide id="6" orient="horz" pos="3132" userDrawn="1">
          <p15:clr>
            <a:srgbClr val="F26B43"/>
          </p15:clr>
        </p15:guide>
        <p15:guide id="8" pos="5664" userDrawn="1">
          <p15:clr>
            <a:srgbClr val="F26B43"/>
          </p15:clr>
        </p15:guide>
        <p15:guide id="9" pos="96" userDrawn="1">
          <p15:clr>
            <a:srgbClr val="F26B43"/>
          </p15:clr>
        </p15:guide>
        <p15:guide id="10" orient="horz" pos="415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999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6D7662B-6688-CAC7-D14E-03F1D90577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93999" y="4824533"/>
            <a:ext cx="1100528" cy="144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8DAE3-AA29-9371-70A6-3D9B530829A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324797" y="115698"/>
            <a:ext cx="531300" cy="472793"/>
          </a:xfrm>
          <a:prstGeom prst="rect">
            <a:avLst/>
          </a:prstGeom>
        </p:spPr>
      </p:pic>
      <p:pic>
        <p:nvPicPr>
          <p:cNvPr id="6" name="Picture 5" descr="A close-up of a sign&#10;&#10;Description automatically generated">
            <a:extLst>
              <a:ext uri="{FF2B5EF4-FFF2-40B4-BE49-F238E27FC236}">
                <a16:creationId xmlns:a16="http://schemas.microsoft.com/office/drawing/2014/main" id="{FC2F10CA-84F2-4431-2E92-490D4D41C07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99" y="184608"/>
            <a:ext cx="1691383" cy="40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C286A17B-5A85-3952-D3BD-ED9858AF86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24814" r="21396" b="24815"/>
          <a:stretch/>
        </p:blipFill>
        <p:spPr>
          <a:xfrm>
            <a:off x="8249623" y="265994"/>
            <a:ext cx="543413" cy="48357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68B49A4-47AE-D2F1-F5AD-E47B901321B8}"/>
              </a:ext>
            </a:extLst>
          </p:cNvPr>
          <p:cNvGrpSpPr/>
          <p:nvPr/>
        </p:nvGrpSpPr>
        <p:grpSpPr>
          <a:xfrm flipH="1">
            <a:off x="8727512" y="4773613"/>
            <a:ext cx="416488" cy="369887"/>
            <a:chOff x="6095999" y="5500004"/>
            <a:chExt cx="827365" cy="734792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B9586EA0-729B-E4C2-353E-D2717DF92B02}"/>
                </a:ext>
              </a:extLst>
            </p:cNvPr>
            <p:cNvSpPr/>
            <p:nvPr/>
          </p:nvSpPr>
          <p:spPr>
            <a:xfrm rot="5400000" flipH="1">
              <a:off x="6045324" y="5550679"/>
              <a:ext cx="734792" cy="633441"/>
            </a:xfrm>
            <a:prstGeom prst="triangle">
              <a:avLst/>
            </a:prstGeom>
            <a:solidFill>
              <a:srgbClr val="4E84C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DCC7D85A-A3C8-BA2A-8FF1-66B1B6E43053}"/>
                </a:ext>
              </a:extLst>
            </p:cNvPr>
            <p:cNvSpPr/>
            <p:nvPr/>
          </p:nvSpPr>
          <p:spPr>
            <a:xfrm rot="16200000">
              <a:off x="6490734" y="5550710"/>
              <a:ext cx="464677" cy="400583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E269CF8-A222-54BE-1689-23AFCBE42761}"/>
              </a:ext>
            </a:extLst>
          </p:cNvPr>
          <p:cNvSpPr/>
          <p:nvPr userDrawn="1"/>
        </p:nvSpPr>
        <p:spPr>
          <a:xfrm rot="16200000">
            <a:off x="3687088" y="3869602"/>
            <a:ext cx="288933" cy="249079"/>
          </a:xfrm>
          <a:prstGeom prst="triangl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E24AAC8-9078-A273-4664-32657287DEA5}"/>
              </a:ext>
            </a:extLst>
          </p:cNvPr>
          <p:cNvSpPr/>
          <p:nvPr userDrawn="1"/>
        </p:nvSpPr>
        <p:spPr>
          <a:xfrm rot="5400000" flipH="1">
            <a:off x="-691334" y="-4844"/>
            <a:ext cx="3072204" cy="2561554"/>
          </a:xfrm>
          <a:prstGeom prst="triangle">
            <a:avLst>
              <a:gd name="adj" fmla="val 54888"/>
            </a:avLst>
          </a:prstGeom>
          <a:solidFill>
            <a:srgbClr val="4E84C4">
              <a:alpha val="43137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04FB055-DBDD-F574-3E4F-6CDCED1E5EC1}"/>
              </a:ext>
            </a:extLst>
          </p:cNvPr>
          <p:cNvSpPr/>
          <p:nvPr userDrawn="1"/>
        </p:nvSpPr>
        <p:spPr>
          <a:xfrm rot="9010197" flipH="1">
            <a:off x="3076942" y="2260049"/>
            <a:ext cx="855000" cy="737068"/>
          </a:xfrm>
          <a:prstGeom prst="triangl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C64DBC75-63B8-A1D1-82A5-CF3FD34D7214}"/>
              </a:ext>
            </a:extLst>
          </p:cNvPr>
          <p:cNvSpPr/>
          <p:nvPr userDrawn="1"/>
        </p:nvSpPr>
        <p:spPr>
          <a:xfrm rot="9010197" flipH="1">
            <a:off x="2164686" y="2494550"/>
            <a:ext cx="415953" cy="358580"/>
          </a:xfrm>
          <a:prstGeom prst="triangl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931C662-C9CC-5DD1-3997-880C1F2F9FED}"/>
              </a:ext>
            </a:extLst>
          </p:cNvPr>
          <p:cNvSpPr/>
          <p:nvPr userDrawn="1"/>
        </p:nvSpPr>
        <p:spPr>
          <a:xfrm rot="5400000" flipH="1">
            <a:off x="-144763" y="3878242"/>
            <a:ext cx="2099053" cy="1809528"/>
          </a:xfrm>
          <a:prstGeom prst="triangle">
            <a:avLst/>
          </a:prstGeom>
          <a:solidFill>
            <a:srgbClr val="4E84C4">
              <a:alpha val="43137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0E83784-D3C2-5C67-AB97-BE037C15214B}"/>
              </a:ext>
            </a:extLst>
          </p:cNvPr>
          <p:cNvSpPr/>
          <p:nvPr userDrawn="1"/>
        </p:nvSpPr>
        <p:spPr>
          <a:xfrm rot="12589803">
            <a:off x="1952121" y="2463899"/>
            <a:ext cx="255982" cy="220674"/>
          </a:xfrm>
          <a:prstGeom prst="triangle">
            <a:avLst/>
          </a:prstGeom>
          <a:solidFill>
            <a:srgbClr val="4E84C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1903264-7D21-D2AB-BDCF-14AA83BE1613}"/>
              </a:ext>
            </a:extLst>
          </p:cNvPr>
          <p:cNvSpPr/>
          <p:nvPr userDrawn="1"/>
        </p:nvSpPr>
        <p:spPr>
          <a:xfrm rot="5400000" flipH="1">
            <a:off x="2364950" y="1478998"/>
            <a:ext cx="1431779" cy="1234292"/>
          </a:xfrm>
          <a:prstGeom prst="triangle">
            <a:avLst/>
          </a:prstGeom>
          <a:solidFill>
            <a:srgbClr val="4E84C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7B97305-5E02-1D01-8086-6EFAF9709BDF}"/>
              </a:ext>
            </a:extLst>
          </p:cNvPr>
          <p:cNvSpPr/>
          <p:nvPr/>
        </p:nvSpPr>
        <p:spPr>
          <a:xfrm rot="10800000" flipH="1">
            <a:off x="4158534" y="-296755"/>
            <a:ext cx="2351866" cy="990804"/>
          </a:xfrm>
          <a:prstGeom prst="triangle">
            <a:avLst>
              <a:gd name="adj" fmla="val 66129"/>
            </a:avLst>
          </a:prstGeom>
          <a:solidFill>
            <a:srgbClr val="4E84C4">
              <a:alpha val="43137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6EDB6CD-AE15-3FC8-85BA-CF947DD08BAC}"/>
              </a:ext>
            </a:extLst>
          </p:cNvPr>
          <p:cNvSpPr/>
          <p:nvPr userDrawn="1"/>
        </p:nvSpPr>
        <p:spPr>
          <a:xfrm rot="5400000" flipH="1">
            <a:off x="3410136" y="3869583"/>
            <a:ext cx="456887" cy="393868"/>
          </a:xfrm>
          <a:prstGeom prst="triangle">
            <a:avLst/>
          </a:prstGeom>
          <a:solidFill>
            <a:srgbClr val="4E84C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14"/>
          </a:p>
        </p:txBody>
      </p:sp>
      <p:pic>
        <p:nvPicPr>
          <p:cNvPr id="1030" name="Picture 6" descr="JAGUAR TCS RACING LAUNCH ALL-NEW JAGUAR I-TYPE 7 IN SÃO PAULO TO BEGIN  2024/25 ABB FIA FORMULA E WORLD CHAMPIONSHIP CAMPAIGN | Jaguar Racing Media  Newsroom">
            <a:extLst>
              <a:ext uri="{FF2B5EF4-FFF2-40B4-BE49-F238E27FC236}">
                <a16:creationId xmlns:a16="http://schemas.microsoft.com/office/drawing/2014/main" id="{EBCF3D9D-D8BB-CABD-D841-7B647D160F5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02"/>
          <a:stretch/>
        </p:blipFill>
        <p:spPr bwMode="auto">
          <a:xfrm>
            <a:off x="-1148607" y="-115497"/>
            <a:ext cx="6699375" cy="537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1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</p:sldLayoutIdLst>
  <p:txStyles>
    <p:titleStyle>
      <a:lvl1pPr algn="l" defTabSz="914378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37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3" orient="horz" pos="444" userDrawn="1">
          <p15:clr>
            <a:srgbClr val="F26B43"/>
          </p15:clr>
        </p15:guide>
        <p15:guide id="4" orient="horz" pos="828" userDrawn="1">
          <p15:clr>
            <a:srgbClr val="F26B43"/>
          </p15:clr>
        </p15:guide>
        <p15:guide id="5" pos="240">
          <p15:clr>
            <a:srgbClr val="F26B43"/>
          </p15:clr>
        </p15:guide>
        <p15:guide id="6" pos="5520" userDrawn="1">
          <p15:clr>
            <a:srgbClr val="F26B43"/>
          </p15:clr>
        </p15:guide>
        <p15:guide id="7" orient="horz" pos="2868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99" y="1276352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999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600" lvl="0" indent="-228600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6D7662B-6688-CAC7-D14E-03F1D90577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93999" y="4824533"/>
            <a:ext cx="1100528" cy="144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8DAE3-AA29-9371-70A6-3D9B530829A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324797" y="115698"/>
            <a:ext cx="531300" cy="472793"/>
          </a:xfrm>
          <a:prstGeom prst="rect">
            <a:avLst/>
          </a:prstGeom>
        </p:spPr>
      </p:pic>
      <p:pic>
        <p:nvPicPr>
          <p:cNvPr id="6" name="Picture 5" descr="A close-up of a sign&#10;&#10;Description automatically generated">
            <a:extLst>
              <a:ext uri="{FF2B5EF4-FFF2-40B4-BE49-F238E27FC236}">
                <a16:creationId xmlns:a16="http://schemas.microsoft.com/office/drawing/2014/main" id="{FC2F10CA-84F2-4431-2E92-490D4D41C07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99" y="184608"/>
            <a:ext cx="1691383" cy="40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chemeClr val="tx1"/>
          </a:solidFill>
          <a:latin typeface="Calibri"/>
          <a:ea typeface="+mj-ea"/>
          <a:cs typeface="Calibri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2" y="2227763"/>
            <a:ext cx="2650475" cy="68615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17305E2-6FBB-8A25-5385-E618C2F794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77812" y="4824533"/>
            <a:ext cx="1100528" cy="144727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A6772C0E-BE2D-07DD-5347-59C598B351B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12" y="184608"/>
            <a:ext cx="1691383" cy="4038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3718F7-DE7E-3A21-9F29-FB980F7F79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326950" y="115698"/>
            <a:ext cx="531300" cy="47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3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0" i="0" kern="0" spc="-5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>
          <p15:clr>
            <a:srgbClr val="F26B43"/>
          </p15:clr>
        </p15:guide>
        <p15:guide id="2" orient="horz" pos="2852">
          <p15:clr>
            <a:srgbClr val="F26B43"/>
          </p15:clr>
        </p15:guide>
        <p15:guide id="3" orient="horz" pos="360">
          <p15:clr>
            <a:srgbClr val="F26B43"/>
          </p15:clr>
        </p15:guide>
        <p15:guide id="4" orient="horz" pos="1620" userDrawn="1">
          <p15:clr>
            <a:srgbClr val="F26B43"/>
          </p15:clr>
        </p15:guide>
        <p15:guide id="5" pos="180">
          <p15:clr>
            <a:srgbClr val="F26B43"/>
          </p15:clr>
        </p15:guide>
        <p15:guide id="6" pos="55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7E20636-631C-49E3-A5F8-C3D8684F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7912" y="1405328"/>
            <a:ext cx="4729391" cy="381515"/>
          </a:xfrm>
        </p:spPr>
        <p:txBody>
          <a:bodyPr/>
          <a:lstStyle/>
          <a:p>
            <a:pPr algn="r"/>
            <a:r>
              <a:rPr lang="en-US" kern="120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ouschka Rounded Alt DemiBold" panose="020F0703000000020003" pitchFamily="34" charset="0"/>
                <a:cs typeface="Segoe UI Light" panose="020B0502040204020203" pitchFamily="34" charset="0"/>
              </a:rPr>
              <a:t>JTR AI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60BF4-5E71-0B2E-8228-E22164116461}"/>
              </a:ext>
            </a:extLst>
          </p:cNvPr>
          <p:cNvSpPr txBox="1"/>
          <p:nvPr/>
        </p:nvSpPr>
        <p:spPr>
          <a:xfrm>
            <a:off x="5509260" y="4171722"/>
            <a:ext cx="370332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accent1"/>
                </a:solidFill>
              </a:rPr>
              <a:t>TCS AI Consultants</a:t>
            </a:r>
            <a:r>
              <a:rPr lang="en-US" sz="1000" b="1">
                <a:solidFill>
                  <a:schemeClr val="accent1"/>
                </a:solidFill>
                <a:latin typeface="+mn-lt"/>
              </a:rPr>
              <a:t> </a:t>
            </a:r>
            <a:r>
              <a:rPr lang="en-GB" sz="1000">
                <a:solidFill>
                  <a:schemeClr val="bg1"/>
                </a:solidFill>
                <a:latin typeface="+mn-lt"/>
              </a:rPr>
              <a:t>Anirban De | Dr. Arindam Ghosh | Gaurav Gupta</a:t>
            </a:r>
            <a:endParaRPr lang="en-US" sz="10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247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A52CF-6D49-6B60-EA7A-2007E370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F924-83EB-D244-8E23-A1CBDB9B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42" y="73734"/>
            <a:ext cx="7886195" cy="553027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JTR Proposed Solutions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498A6-66A9-FE9D-96A6-041BDBE1F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72000" y="4759716"/>
            <a:ext cx="1876425" cy="178044"/>
          </a:xfrm>
        </p:spPr>
        <p:txBody>
          <a:bodyPr/>
          <a:lstStyle/>
          <a:p>
            <a:r>
              <a:rPr lang="en-US"/>
              <a:t>TCS JTR Confidential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63972D7-5627-0BD3-1B9D-F2CC8A2A7D6C}"/>
              </a:ext>
            </a:extLst>
          </p:cNvPr>
          <p:cNvGrpSpPr/>
          <p:nvPr/>
        </p:nvGrpSpPr>
        <p:grpSpPr>
          <a:xfrm>
            <a:off x="303524" y="1092264"/>
            <a:ext cx="2542259" cy="3411156"/>
            <a:chOff x="750301" y="1368550"/>
            <a:chExt cx="3389678" cy="5046360"/>
          </a:xfrm>
        </p:grpSpPr>
        <p:sp>
          <p:nvSpPr>
            <p:cNvPr id="40" name="Round Diagonal Corner Rectangle 31">
              <a:extLst>
                <a:ext uri="{FF2B5EF4-FFF2-40B4-BE49-F238E27FC236}">
                  <a16:creationId xmlns:a16="http://schemas.microsoft.com/office/drawing/2014/main" id="{536505EE-381B-A3F0-52AA-6C1D60FC15BB}"/>
                </a:ext>
              </a:extLst>
            </p:cNvPr>
            <p:cNvSpPr/>
            <p:nvPr/>
          </p:nvSpPr>
          <p:spPr>
            <a:xfrm>
              <a:off x="820663" y="1438137"/>
              <a:ext cx="3253566" cy="4907186"/>
            </a:xfrm>
            <a:prstGeom prst="round2DiagRect">
              <a:avLst>
                <a:gd name="adj1" fmla="val 0"/>
                <a:gd name="adj2" fmla="val 14150"/>
              </a:avLst>
            </a:prstGeom>
            <a:gradFill flip="none" rotWithShape="1">
              <a:gsLst>
                <a:gs pos="1000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 w="952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 dirty="0"/>
            </a:p>
          </p:txBody>
        </p:sp>
        <p:sp>
          <p:nvSpPr>
            <p:cNvPr id="41" name="Half Frame 40">
              <a:extLst>
                <a:ext uri="{FF2B5EF4-FFF2-40B4-BE49-F238E27FC236}">
                  <a16:creationId xmlns:a16="http://schemas.microsoft.com/office/drawing/2014/main" id="{85A5A2EB-5063-ABD8-EB32-DE2B37B179A2}"/>
                </a:ext>
              </a:extLst>
            </p:cNvPr>
            <p:cNvSpPr/>
            <p:nvPr/>
          </p:nvSpPr>
          <p:spPr>
            <a:xfrm>
              <a:off x="750301" y="1368550"/>
              <a:ext cx="1278875" cy="1109458"/>
            </a:xfrm>
            <a:prstGeom prst="halfFrame">
              <a:avLst>
                <a:gd name="adj1" fmla="val 7602"/>
                <a:gd name="adj2" fmla="val 6352"/>
              </a:avLst>
            </a:prstGeom>
            <a:solidFill>
              <a:srgbClr val="6D97D8"/>
            </a:solidFill>
            <a:ln w="952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>
                <a:solidFill>
                  <a:schemeClr val="tx1"/>
                </a:solidFill>
              </a:endParaRPr>
            </a:p>
          </p:txBody>
        </p:sp>
        <p:sp>
          <p:nvSpPr>
            <p:cNvPr id="42" name="Half Frame 41">
              <a:extLst>
                <a:ext uri="{FF2B5EF4-FFF2-40B4-BE49-F238E27FC236}">
                  <a16:creationId xmlns:a16="http://schemas.microsoft.com/office/drawing/2014/main" id="{3087070E-31D5-2A77-D0A9-A5246CBE5FD6}"/>
                </a:ext>
              </a:extLst>
            </p:cNvPr>
            <p:cNvSpPr/>
            <p:nvPr/>
          </p:nvSpPr>
          <p:spPr>
            <a:xfrm rot="10800000">
              <a:off x="2861104" y="5305452"/>
              <a:ext cx="1278875" cy="1109458"/>
            </a:xfrm>
            <a:prstGeom prst="halfFrame">
              <a:avLst>
                <a:gd name="adj1" fmla="val 7602"/>
                <a:gd name="adj2" fmla="val 6352"/>
              </a:avLst>
            </a:prstGeom>
            <a:solidFill>
              <a:srgbClr val="6D97D8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B270363-2D53-3301-C3C5-7171C6ECABE3}"/>
              </a:ext>
            </a:extLst>
          </p:cNvPr>
          <p:cNvGrpSpPr/>
          <p:nvPr/>
        </p:nvGrpSpPr>
        <p:grpSpPr>
          <a:xfrm>
            <a:off x="3367156" y="1092263"/>
            <a:ext cx="2542259" cy="3411156"/>
            <a:chOff x="4662344" y="1363119"/>
            <a:chExt cx="3389678" cy="5046360"/>
          </a:xfrm>
        </p:grpSpPr>
        <p:sp>
          <p:nvSpPr>
            <p:cNvPr id="44" name="Round Diagonal Corner Rectangle 31">
              <a:extLst>
                <a:ext uri="{FF2B5EF4-FFF2-40B4-BE49-F238E27FC236}">
                  <a16:creationId xmlns:a16="http://schemas.microsoft.com/office/drawing/2014/main" id="{5F0BFE41-DADC-4760-5522-53CBD54DBA4E}"/>
                </a:ext>
              </a:extLst>
            </p:cNvPr>
            <p:cNvSpPr/>
            <p:nvPr/>
          </p:nvSpPr>
          <p:spPr>
            <a:xfrm>
              <a:off x="4732706" y="1432706"/>
              <a:ext cx="3253566" cy="4907186"/>
            </a:xfrm>
            <a:prstGeom prst="round2DiagRect">
              <a:avLst>
                <a:gd name="adj1" fmla="val 0"/>
                <a:gd name="adj2" fmla="val 14150"/>
              </a:avLst>
            </a:prstGeom>
            <a:gradFill flip="none" rotWithShape="1">
              <a:gsLst>
                <a:gs pos="1000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 w="952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 dirty="0"/>
            </a:p>
          </p:txBody>
        </p:sp>
        <p:sp>
          <p:nvSpPr>
            <p:cNvPr id="45" name="Half Frame 44">
              <a:extLst>
                <a:ext uri="{FF2B5EF4-FFF2-40B4-BE49-F238E27FC236}">
                  <a16:creationId xmlns:a16="http://schemas.microsoft.com/office/drawing/2014/main" id="{6E19D039-CD28-2089-1FBD-6715661ACB13}"/>
                </a:ext>
              </a:extLst>
            </p:cNvPr>
            <p:cNvSpPr/>
            <p:nvPr/>
          </p:nvSpPr>
          <p:spPr>
            <a:xfrm>
              <a:off x="4662344" y="1363119"/>
              <a:ext cx="1278875" cy="1109458"/>
            </a:xfrm>
            <a:prstGeom prst="halfFrame">
              <a:avLst>
                <a:gd name="adj1" fmla="val 7602"/>
                <a:gd name="adj2" fmla="val 6352"/>
              </a:avLst>
            </a:prstGeom>
            <a:solidFill>
              <a:schemeClr val="accent2"/>
            </a:solidFill>
            <a:ln w="952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 dirty="0">
                <a:solidFill>
                  <a:schemeClr val="tx1"/>
                </a:solidFill>
              </a:endParaRPr>
            </a:p>
          </p:txBody>
        </p:sp>
        <p:sp>
          <p:nvSpPr>
            <p:cNvPr id="46" name="Half Frame 45">
              <a:extLst>
                <a:ext uri="{FF2B5EF4-FFF2-40B4-BE49-F238E27FC236}">
                  <a16:creationId xmlns:a16="http://schemas.microsoft.com/office/drawing/2014/main" id="{E62570B3-D62A-B095-4D3A-749966EDCA14}"/>
                </a:ext>
              </a:extLst>
            </p:cNvPr>
            <p:cNvSpPr/>
            <p:nvPr/>
          </p:nvSpPr>
          <p:spPr>
            <a:xfrm rot="10800000">
              <a:off x="6773147" y="5300021"/>
              <a:ext cx="1278875" cy="1109458"/>
            </a:xfrm>
            <a:prstGeom prst="halfFrame">
              <a:avLst>
                <a:gd name="adj1" fmla="val 7602"/>
                <a:gd name="adj2" fmla="val 6352"/>
              </a:avLst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FE5BB3-50C3-E7E4-7E8F-2BEDD34CDCC0}"/>
              </a:ext>
            </a:extLst>
          </p:cNvPr>
          <p:cNvGrpSpPr/>
          <p:nvPr/>
        </p:nvGrpSpPr>
        <p:grpSpPr>
          <a:xfrm>
            <a:off x="6430789" y="1092263"/>
            <a:ext cx="2542259" cy="3411156"/>
            <a:chOff x="8574385" y="1358409"/>
            <a:chExt cx="3389678" cy="5046360"/>
          </a:xfrm>
        </p:grpSpPr>
        <p:sp>
          <p:nvSpPr>
            <p:cNvPr id="48" name="Round Diagonal Corner Rectangle 31">
              <a:extLst>
                <a:ext uri="{FF2B5EF4-FFF2-40B4-BE49-F238E27FC236}">
                  <a16:creationId xmlns:a16="http://schemas.microsoft.com/office/drawing/2014/main" id="{691BE2E0-29CE-FF95-AAB9-188CF7BDABE4}"/>
                </a:ext>
              </a:extLst>
            </p:cNvPr>
            <p:cNvSpPr/>
            <p:nvPr/>
          </p:nvSpPr>
          <p:spPr>
            <a:xfrm>
              <a:off x="8644747" y="1427996"/>
              <a:ext cx="3253566" cy="4907186"/>
            </a:xfrm>
            <a:prstGeom prst="round2DiagRect">
              <a:avLst>
                <a:gd name="adj1" fmla="val 0"/>
                <a:gd name="adj2" fmla="val 14150"/>
              </a:avLst>
            </a:prstGeom>
            <a:gradFill flip="none" rotWithShape="1">
              <a:gsLst>
                <a:gs pos="1000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 w="952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 dirty="0"/>
            </a:p>
          </p:txBody>
        </p:sp>
        <p:sp>
          <p:nvSpPr>
            <p:cNvPr id="49" name="Half Frame 48">
              <a:extLst>
                <a:ext uri="{FF2B5EF4-FFF2-40B4-BE49-F238E27FC236}">
                  <a16:creationId xmlns:a16="http://schemas.microsoft.com/office/drawing/2014/main" id="{3428883A-5D85-80EA-2DBA-513BE2F9B629}"/>
                </a:ext>
              </a:extLst>
            </p:cNvPr>
            <p:cNvSpPr/>
            <p:nvPr/>
          </p:nvSpPr>
          <p:spPr>
            <a:xfrm>
              <a:off x="8574385" y="1358409"/>
              <a:ext cx="1278875" cy="1109458"/>
            </a:xfrm>
            <a:prstGeom prst="halfFrame">
              <a:avLst>
                <a:gd name="adj1" fmla="val 7602"/>
                <a:gd name="adj2" fmla="val 6352"/>
              </a:avLst>
            </a:prstGeom>
            <a:solidFill>
              <a:schemeClr val="accent5"/>
            </a:solidFill>
            <a:ln w="9525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 dirty="0">
                <a:solidFill>
                  <a:schemeClr val="tx1"/>
                </a:solidFill>
              </a:endParaRPr>
            </a:p>
          </p:txBody>
        </p:sp>
        <p:sp>
          <p:nvSpPr>
            <p:cNvPr id="50" name="Half Frame 49">
              <a:extLst>
                <a:ext uri="{FF2B5EF4-FFF2-40B4-BE49-F238E27FC236}">
                  <a16:creationId xmlns:a16="http://schemas.microsoft.com/office/drawing/2014/main" id="{64C00D6B-1D36-B2F9-611F-6B5FAF422BF0}"/>
                </a:ext>
              </a:extLst>
            </p:cNvPr>
            <p:cNvSpPr/>
            <p:nvPr/>
          </p:nvSpPr>
          <p:spPr>
            <a:xfrm rot="10800000">
              <a:off x="10685188" y="5295311"/>
              <a:ext cx="1278875" cy="1109458"/>
            </a:xfrm>
            <a:prstGeom prst="halfFrame">
              <a:avLst>
                <a:gd name="adj1" fmla="val 7602"/>
                <a:gd name="adj2" fmla="val 6352"/>
              </a:avLst>
            </a:prstGeom>
            <a:solidFill>
              <a:schemeClr val="accent5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14" dirty="0">
                <a:solidFill>
                  <a:schemeClr val="tx1"/>
                </a:solidFill>
              </a:endParaRPr>
            </a:p>
          </p:txBody>
        </p:sp>
      </p:grpSp>
      <p:pic>
        <p:nvPicPr>
          <p:cNvPr id="51" name="Picture 4" descr="Timeline - Free time and date icons">
            <a:extLst>
              <a:ext uri="{FF2B5EF4-FFF2-40B4-BE49-F238E27FC236}">
                <a16:creationId xmlns:a16="http://schemas.microsoft.com/office/drawing/2014/main" id="{FE21AED1-286B-914C-B48F-E7D9089BC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3" y="550528"/>
            <a:ext cx="271537" cy="2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0451652-21D4-3EA6-D903-EAADE5177965}"/>
              </a:ext>
            </a:extLst>
          </p:cNvPr>
          <p:cNvCxnSpPr>
            <a:cxnSpLocks/>
          </p:cNvCxnSpPr>
          <p:nvPr/>
        </p:nvCxnSpPr>
        <p:spPr>
          <a:xfrm flipV="1">
            <a:off x="356296" y="676045"/>
            <a:ext cx="8626365" cy="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C9810F3F-649F-DB61-1293-CAD0C456AAE4}"/>
              </a:ext>
            </a:extLst>
          </p:cNvPr>
          <p:cNvSpPr/>
          <p:nvPr/>
        </p:nvSpPr>
        <p:spPr>
          <a:xfrm>
            <a:off x="303524" y="607769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6540D1C-95B4-FB2B-2B53-C786EF494173}"/>
              </a:ext>
            </a:extLst>
          </p:cNvPr>
          <p:cNvSpPr/>
          <p:nvPr/>
        </p:nvSpPr>
        <p:spPr>
          <a:xfrm>
            <a:off x="3017485" y="607769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F685A5E-ABDE-1AEE-6579-6E974558524A}"/>
              </a:ext>
            </a:extLst>
          </p:cNvPr>
          <p:cNvSpPr/>
          <p:nvPr/>
        </p:nvSpPr>
        <p:spPr>
          <a:xfrm>
            <a:off x="6066370" y="607769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19743A6-80C9-3BB9-63C3-9BBDEBD0556C}"/>
              </a:ext>
            </a:extLst>
          </p:cNvPr>
          <p:cNvSpPr/>
          <p:nvPr/>
        </p:nvSpPr>
        <p:spPr>
          <a:xfrm>
            <a:off x="8899867" y="607769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C9472C0-3DDD-6355-D6EA-56F9199C6AB2}"/>
              </a:ext>
            </a:extLst>
          </p:cNvPr>
          <p:cNvSpPr txBox="1"/>
          <p:nvPr/>
        </p:nvSpPr>
        <p:spPr>
          <a:xfrm>
            <a:off x="1098151" y="484278"/>
            <a:ext cx="9440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4 – 6 Months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3509AC-3EA4-8A50-099B-4F36A740A4A9}"/>
              </a:ext>
            </a:extLst>
          </p:cNvPr>
          <p:cNvSpPr txBox="1"/>
          <p:nvPr/>
        </p:nvSpPr>
        <p:spPr>
          <a:xfrm>
            <a:off x="4194277" y="489245"/>
            <a:ext cx="1204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4 – 6 Months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6959B2-82FE-F6B4-3FE8-B809AFA0FEAF}"/>
              </a:ext>
            </a:extLst>
          </p:cNvPr>
          <p:cNvSpPr txBox="1"/>
          <p:nvPr/>
        </p:nvSpPr>
        <p:spPr>
          <a:xfrm>
            <a:off x="7266674" y="489526"/>
            <a:ext cx="1204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4 – 6 Months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5FC377-94B9-2703-5781-3C37F8C79724}"/>
              </a:ext>
            </a:extLst>
          </p:cNvPr>
          <p:cNvSpPr txBox="1"/>
          <p:nvPr/>
        </p:nvSpPr>
        <p:spPr>
          <a:xfrm>
            <a:off x="362440" y="1327732"/>
            <a:ext cx="2440175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1"/>
                </a:solidFill>
              </a:rPr>
              <a:t>Features: </a:t>
            </a:r>
            <a:r>
              <a:rPr lang="en-GB" sz="1050" dirty="0">
                <a:solidFill>
                  <a:schemeClr val="accent1"/>
                </a:solidFill>
              </a:rPr>
              <a:t>Personalized itinerary, tier-based experience, updates, live assistance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1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1"/>
                </a:solidFill>
              </a:rPr>
              <a:t>AI/GenAI: </a:t>
            </a:r>
            <a:r>
              <a:rPr lang="en-GB" sz="1050" dirty="0">
                <a:solidFill>
                  <a:schemeClr val="accent1"/>
                </a:solidFill>
              </a:rPr>
              <a:t>On-Ground Concierge Bot, Feedback Summarizer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b="1" dirty="0">
              <a:solidFill>
                <a:schemeClr val="accent4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1"/>
                </a:solidFill>
              </a:rPr>
              <a:t>Business Impact: </a:t>
            </a:r>
            <a:r>
              <a:rPr lang="en-GB" sz="1050" dirty="0">
                <a:solidFill>
                  <a:schemeClr val="accent1"/>
                </a:solidFill>
              </a:rPr>
              <a:t>Elevated VIP guest satisfaction, reduced manual planning, better post-event engagement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1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1"/>
                </a:solidFill>
              </a:rPr>
              <a:t>Dependencies:</a:t>
            </a:r>
            <a:r>
              <a:rPr lang="en-GB" sz="1050" dirty="0">
                <a:solidFill>
                  <a:schemeClr val="accent1"/>
                </a:solidFill>
              </a:rPr>
              <a:t> Mobile app (iOS/Android), data integration (guest tier, access, activations), approvals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1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1"/>
                </a:solidFill>
              </a:rPr>
              <a:t>Rationale:</a:t>
            </a:r>
            <a:r>
              <a:rPr lang="en-GB" sz="1050" dirty="0">
                <a:solidFill>
                  <a:schemeClr val="accent1"/>
                </a:solidFill>
              </a:rPr>
              <a:t> High stakeholder visibility; addresses repeated VIP coordination challenges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90FA4E-2FEF-206A-11D8-89940DFAB814}"/>
              </a:ext>
            </a:extLst>
          </p:cNvPr>
          <p:cNvSpPr txBox="1"/>
          <p:nvPr/>
        </p:nvSpPr>
        <p:spPr>
          <a:xfrm>
            <a:off x="3420660" y="1327732"/>
            <a:ext cx="2440175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2"/>
                </a:solidFill>
              </a:rPr>
              <a:t>Features: </a:t>
            </a:r>
            <a:r>
              <a:rPr lang="en-GB" sz="1050" dirty="0">
                <a:solidFill>
                  <a:schemeClr val="accent2"/>
                </a:solidFill>
              </a:rPr>
              <a:t>Auto-schedules race week, real-time replanning, slot recommendation, visibility sharing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2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2"/>
                </a:solidFill>
              </a:rPr>
              <a:t>AI/GenAI: </a:t>
            </a:r>
            <a:r>
              <a:rPr lang="en-GB" sz="1050" dirty="0">
                <a:solidFill>
                  <a:schemeClr val="accent2"/>
                </a:solidFill>
              </a:rPr>
              <a:t>GenAI Auto-Planner, Brief Generator, NL Update Assistant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2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2"/>
                </a:solidFill>
              </a:rPr>
              <a:t>Business Impact: </a:t>
            </a:r>
            <a:r>
              <a:rPr lang="en-GB" sz="1050" dirty="0">
                <a:solidFill>
                  <a:schemeClr val="accent2"/>
                </a:solidFill>
              </a:rPr>
              <a:t>Centralizes operations, reduces clash risks, real-time agility for teams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2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2"/>
                </a:solidFill>
              </a:rPr>
              <a:t>Dependencies: </a:t>
            </a:r>
            <a:r>
              <a:rPr lang="en-GB" sz="1050" dirty="0">
                <a:solidFill>
                  <a:schemeClr val="accent2"/>
                </a:solidFill>
              </a:rPr>
              <a:t>Coordination with PR, Ops, Garage, and Sponsor teams; full AI governance buy-in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2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2"/>
                </a:solidFill>
              </a:rPr>
              <a:t>Rationale:</a:t>
            </a:r>
            <a:r>
              <a:rPr lang="en-GB" sz="1050" dirty="0">
                <a:solidFill>
                  <a:schemeClr val="accent2"/>
                </a:solidFill>
              </a:rPr>
              <a:t> Solves WhatsApp/Excel chaos; increases alignment across race stakeholders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2C4A18-3E74-11F4-4C25-2DB0E6C519F5}"/>
              </a:ext>
            </a:extLst>
          </p:cNvPr>
          <p:cNvSpPr txBox="1"/>
          <p:nvPr/>
        </p:nvSpPr>
        <p:spPr>
          <a:xfrm>
            <a:off x="6483560" y="1327732"/>
            <a:ext cx="2440175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5"/>
                </a:solidFill>
              </a:rPr>
              <a:t>Features:</a:t>
            </a:r>
            <a:r>
              <a:rPr lang="en-GB" sz="1050" dirty="0">
                <a:solidFill>
                  <a:schemeClr val="accent5"/>
                </a:solidFill>
              </a:rPr>
              <a:t> Central public interface, store wait times, info hub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5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5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5"/>
                </a:solidFill>
              </a:rPr>
              <a:t>AI/GenAI:</a:t>
            </a:r>
            <a:r>
              <a:rPr lang="en-GB" sz="1050" dirty="0">
                <a:solidFill>
                  <a:schemeClr val="accent5"/>
                </a:solidFill>
              </a:rPr>
              <a:t> Not explicitly GenAI-enabled	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5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5"/>
                </a:solidFill>
              </a:rPr>
              <a:t>Business Impact:</a:t>
            </a:r>
            <a:r>
              <a:rPr lang="en-GB" sz="1050" dirty="0">
                <a:solidFill>
                  <a:schemeClr val="accent5"/>
                </a:solidFill>
              </a:rPr>
              <a:t> Basic public comms; low guest personalization; indirect ops benefit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5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5"/>
                </a:solidFill>
              </a:rPr>
              <a:t>Dependencies:</a:t>
            </a:r>
            <a:r>
              <a:rPr lang="en-GB" sz="1050" dirty="0">
                <a:solidFill>
                  <a:schemeClr val="accent5"/>
                </a:solidFill>
              </a:rPr>
              <a:t> App Store listing, brand governance, longer compliance cycle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5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n-GB" sz="1050" dirty="0">
              <a:solidFill>
                <a:schemeClr val="accent5"/>
              </a:solidFill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accent5"/>
                </a:solidFill>
              </a:rPr>
              <a:t>Rationale:</a:t>
            </a:r>
            <a:r>
              <a:rPr lang="en-GB" sz="1050" dirty="0">
                <a:solidFill>
                  <a:schemeClr val="accent5"/>
                </a:solidFill>
              </a:rPr>
              <a:t> Needed long-term, but deprioritized due to lower ops urgency and approval delays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35A84C9-73F6-B88D-5603-E5CC9DAD0B6D}"/>
              </a:ext>
            </a:extLst>
          </p:cNvPr>
          <p:cNvCxnSpPr>
            <a:cxnSpLocks/>
          </p:cNvCxnSpPr>
          <p:nvPr/>
        </p:nvCxnSpPr>
        <p:spPr>
          <a:xfrm flipV="1">
            <a:off x="350152" y="1925952"/>
            <a:ext cx="8559000" cy="1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F6E75EA-31A2-D5E6-F927-F50B2001812D}"/>
              </a:ext>
            </a:extLst>
          </p:cNvPr>
          <p:cNvSpPr txBox="1"/>
          <p:nvPr/>
        </p:nvSpPr>
        <p:spPr>
          <a:xfrm>
            <a:off x="371307" y="754380"/>
            <a:ext cx="2310933" cy="2908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GB" sz="1600" dirty="0">
                <a:solidFill>
                  <a:schemeClr val="accent1"/>
                </a:solidFill>
              </a:rPr>
              <a:t>Guest App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D6AF07-BEA4-37C4-67C7-66221CA67CDA}"/>
              </a:ext>
            </a:extLst>
          </p:cNvPr>
          <p:cNvSpPr txBox="1"/>
          <p:nvPr/>
        </p:nvSpPr>
        <p:spPr>
          <a:xfrm>
            <a:off x="3419928" y="753437"/>
            <a:ext cx="2310933" cy="2908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GB" sz="1600" dirty="0">
                <a:solidFill>
                  <a:schemeClr val="accent1"/>
                </a:solidFill>
              </a:rPr>
              <a:t>Scheduling Tool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5221674-878E-CBA2-179A-92B33DEB4230}"/>
              </a:ext>
            </a:extLst>
          </p:cNvPr>
          <p:cNvSpPr txBox="1"/>
          <p:nvPr/>
        </p:nvSpPr>
        <p:spPr>
          <a:xfrm>
            <a:off x="6545108" y="752155"/>
            <a:ext cx="2310933" cy="2908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GB" sz="1600" dirty="0">
                <a:solidFill>
                  <a:schemeClr val="accent1"/>
                </a:solidFill>
              </a:rPr>
              <a:t>JTR Website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4E17C3A-BA90-5166-66AC-278F1E4C169D}"/>
              </a:ext>
            </a:extLst>
          </p:cNvPr>
          <p:cNvCxnSpPr>
            <a:cxnSpLocks/>
          </p:cNvCxnSpPr>
          <p:nvPr/>
        </p:nvCxnSpPr>
        <p:spPr>
          <a:xfrm flipV="1">
            <a:off x="340867" y="2417971"/>
            <a:ext cx="8559000" cy="1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6FEC22C-01D0-5A4F-3484-84D8B4C66FAC}"/>
              </a:ext>
            </a:extLst>
          </p:cNvPr>
          <p:cNvCxnSpPr>
            <a:cxnSpLocks/>
          </p:cNvCxnSpPr>
          <p:nvPr/>
        </p:nvCxnSpPr>
        <p:spPr>
          <a:xfrm flipV="1">
            <a:off x="350152" y="3049908"/>
            <a:ext cx="8559000" cy="1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9104D40-3D68-2044-9DF1-CD79D864D653}"/>
              </a:ext>
            </a:extLst>
          </p:cNvPr>
          <p:cNvCxnSpPr>
            <a:cxnSpLocks/>
          </p:cNvCxnSpPr>
          <p:nvPr/>
        </p:nvCxnSpPr>
        <p:spPr>
          <a:xfrm flipV="1">
            <a:off x="360515" y="3657165"/>
            <a:ext cx="8559000" cy="1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27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F983-1EC7-41D9-71C3-2780CA2F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6A49-1F7F-231F-BE2B-5B274F194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42" y="73734"/>
            <a:ext cx="7886195" cy="553027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TCS Proposed Solutions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FF0D7-CF18-EC7A-F6DA-400C923B6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69900" y="4762584"/>
            <a:ext cx="1165199" cy="178044"/>
          </a:xfrm>
        </p:spPr>
        <p:txBody>
          <a:bodyPr/>
          <a:lstStyle/>
          <a:p>
            <a:r>
              <a:rPr lang="en-US" sz="900" dirty="0"/>
              <a:t>TCS JTR Confidential</a:t>
            </a:r>
          </a:p>
        </p:txBody>
      </p:sp>
      <p:pic>
        <p:nvPicPr>
          <p:cNvPr id="51" name="Picture 4" descr="Timeline - Free time and date icons">
            <a:extLst>
              <a:ext uri="{FF2B5EF4-FFF2-40B4-BE49-F238E27FC236}">
                <a16:creationId xmlns:a16="http://schemas.microsoft.com/office/drawing/2014/main" id="{1A6D11E0-2BDD-55FD-7472-6C7B1CF78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3" y="550528"/>
            <a:ext cx="271537" cy="2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FF1239B-947C-5676-4A50-22FA5B6EC263}"/>
              </a:ext>
            </a:extLst>
          </p:cNvPr>
          <p:cNvCxnSpPr>
            <a:cxnSpLocks/>
          </p:cNvCxnSpPr>
          <p:nvPr/>
        </p:nvCxnSpPr>
        <p:spPr>
          <a:xfrm flipV="1">
            <a:off x="356296" y="676045"/>
            <a:ext cx="8626365" cy="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E1D35132-0799-E7C1-DCBE-20B3DB274ABF}"/>
              </a:ext>
            </a:extLst>
          </p:cNvPr>
          <p:cNvSpPr/>
          <p:nvPr/>
        </p:nvSpPr>
        <p:spPr>
          <a:xfrm>
            <a:off x="303524" y="607769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A76D149-0E87-0647-A8AB-7F2D3E38A4CF}"/>
              </a:ext>
            </a:extLst>
          </p:cNvPr>
          <p:cNvSpPr/>
          <p:nvPr/>
        </p:nvSpPr>
        <p:spPr>
          <a:xfrm>
            <a:off x="1804212" y="602339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8265218-7FBF-5ED1-31C6-89C1CFB71014}"/>
              </a:ext>
            </a:extLst>
          </p:cNvPr>
          <p:cNvSpPr/>
          <p:nvPr/>
        </p:nvSpPr>
        <p:spPr>
          <a:xfrm>
            <a:off x="3669970" y="596005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A09B702-387E-AF22-344F-E272F46FA1E2}"/>
              </a:ext>
            </a:extLst>
          </p:cNvPr>
          <p:cNvSpPr/>
          <p:nvPr/>
        </p:nvSpPr>
        <p:spPr>
          <a:xfrm>
            <a:off x="8899867" y="607769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0D7676-0F49-3120-76E6-91FEA1F0EFD4}"/>
              </a:ext>
            </a:extLst>
          </p:cNvPr>
          <p:cNvSpPr txBox="1"/>
          <p:nvPr/>
        </p:nvSpPr>
        <p:spPr>
          <a:xfrm>
            <a:off x="594009" y="456134"/>
            <a:ext cx="9440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3 – 4 Months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DDECAB-61FE-BB6B-FE6E-1817F15F06F6}"/>
              </a:ext>
            </a:extLst>
          </p:cNvPr>
          <p:cNvSpPr txBox="1"/>
          <p:nvPr/>
        </p:nvSpPr>
        <p:spPr>
          <a:xfrm>
            <a:off x="4194277" y="489245"/>
            <a:ext cx="1204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3 – 4 Months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47867C-AD12-A449-D86C-AC0BA79E701A}"/>
              </a:ext>
            </a:extLst>
          </p:cNvPr>
          <p:cNvSpPr txBox="1"/>
          <p:nvPr/>
        </p:nvSpPr>
        <p:spPr>
          <a:xfrm>
            <a:off x="7684795" y="468430"/>
            <a:ext cx="1204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3 – 4 Months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90ACC4-0B31-E742-5381-610D48EB9317}"/>
              </a:ext>
            </a:extLst>
          </p:cNvPr>
          <p:cNvSpPr txBox="1"/>
          <p:nvPr/>
        </p:nvSpPr>
        <p:spPr>
          <a:xfrm>
            <a:off x="161601" y="901262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dirty="0">
                <a:solidFill>
                  <a:schemeClr val="accent1"/>
                </a:solidFill>
              </a:rPr>
              <a:t>Digital Fan Interaction &amp; Sentiment Hub</a:t>
            </a:r>
            <a:endParaRPr lang="en-GB" sz="11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E833C-32F6-D770-571E-D2D804E652A1}"/>
              </a:ext>
            </a:extLst>
          </p:cNvPr>
          <p:cNvSpPr txBox="1"/>
          <p:nvPr/>
        </p:nvSpPr>
        <p:spPr>
          <a:xfrm>
            <a:off x="27610" y="1220234"/>
            <a:ext cx="1938350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chemeClr val="accent1"/>
                </a:solidFill>
              </a:rPr>
              <a:t>Features:</a:t>
            </a:r>
            <a:r>
              <a:rPr lang="en-GB" sz="1050" dirty="0">
                <a:solidFill>
                  <a:schemeClr val="accent1"/>
                </a:solidFill>
              </a:rPr>
              <a:t> Real-time fan feedback capture, pre- &amp; post-race sentiment view</a:t>
            </a:r>
          </a:p>
          <a:p>
            <a:endParaRPr lang="en-GB" sz="1050" dirty="0">
              <a:solidFill>
                <a:schemeClr val="accent1"/>
              </a:solidFill>
            </a:endParaRPr>
          </a:p>
          <a:p>
            <a:r>
              <a:rPr lang="en-GB" sz="1050" b="1" dirty="0">
                <a:solidFill>
                  <a:schemeClr val="accent1"/>
                </a:solidFill>
              </a:rPr>
              <a:t>AI/GenAI:</a:t>
            </a:r>
            <a:r>
              <a:rPr lang="en-GB" sz="1050" dirty="0">
                <a:solidFill>
                  <a:schemeClr val="accent1"/>
                </a:solidFill>
              </a:rPr>
              <a:t> Sentiment Extraction &amp; Feedback Clustering	</a:t>
            </a:r>
          </a:p>
          <a:p>
            <a:endParaRPr lang="en-GB" sz="1050" dirty="0">
              <a:solidFill>
                <a:schemeClr val="accent1"/>
              </a:solidFill>
            </a:endParaRPr>
          </a:p>
          <a:p>
            <a:r>
              <a:rPr lang="en-GB" sz="1050" b="1" dirty="0">
                <a:solidFill>
                  <a:schemeClr val="accent1"/>
                </a:solidFill>
              </a:rPr>
              <a:t>Business Impact:</a:t>
            </a:r>
            <a:r>
              <a:rPr lang="en-GB" sz="1050" dirty="0">
                <a:solidFill>
                  <a:schemeClr val="accent1"/>
                </a:solidFill>
              </a:rPr>
              <a:t> Improves fan engagement, aids sponsor targeting, helps PR refine messaging	</a:t>
            </a:r>
          </a:p>
          <a:p>
            <a:endParaRPr lang="en-GB" sz="1050" dirty="0">
              <a:solidFill>
                <a:schemeClr val="accent1"/>
              </a:solidFill>
            </a:endParaRPr>
          </a:p>
          <a:p>
            <a:r>
              <a:rPr lang="en-GB" sz="1050" b="1" dirty="0">
                <a:solidFill>
                  <a:schemeClr val="accent1"/>
                </a:solidFill>
              </a:rPr>
              <a:t>Dependencies:</a:t>
            </a:r>
            <a:r>
              <a:rPr lang="en-GB" sz="1050" dirty="0">
                <a:solidFill>
                  <a:schemeClr val="accent1"/>
                </a:solidFill>
              </a:rPr>
              <a:t> Needs event feedback touchpoints + basic API access	</a:t>
            </a:r>
          </a:p>
          <a:p>
            <a:endParaRPr lang="en-GB" sz="1050" dirty="0">
              <a:solidFill>
                <a:schemeClr val="accent1"/>
              </a:solidFill>
            </a:endParaRPr>
          </a:p>
          <a:p>
            <a:r>
              <a:rPr lang="en-GB" sz="1050" b="1" dirty="0">
                <a:solidFill>
                  <a:schemeClr val="accent1"/>
                </a:solidFill>
              </a:rPr>
              <a:t>Rationale:</a:t>
            </a:r>
            <a:r>
              <a:rPr lang="en-GB" sz="1050" dirty="0">
                <a:solidFill>
                  <a:schemeClr val="accent1"/>
                </a:solidFill>
              </a:rPr>
              <a:t> </a:t>
            </a:r>
            <a:r>
              <a:rPr lang="en-GB" sz="1050" i="1" dirty="0">
                <a:solidFill>
                  <a:schemeClr val="accent1"/>
                </a:solidFill>
              </a:rPr>
              <a:t>JTR - </a:t>
            </a:r>
            <a:r>
              <a:rPr lang="en-GB" sz="1050" dirty="0">
                <a:solidFill>
                  <a:schemeClr val="accent1"/>
                </a:solidFill>
              </a:rPr>
              <a:t>Adds strategic fan insights. </a:t>
            </a:r>
            <a:r>
              <a:rPr lang="en-GB" sz="1050" i="1" dirty="0">
                <a:solidFill>
                  <a:schemeClr val="accent1"/>
                </a:solidFill>
              </a:rPr>
              <a:t>TCS</a:t>
            </a:r>
            <a:r>
              <a:rPr lang="en-GB" sz="1050" dirty="0">
                <a:solidFill>
                  <a:schemeClr val="accent1"/>
                </a:solidFill>
              </a:rPr>
              <a:t> - Fast GenAI proof point with comms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0BBB2-FF28-DE08-AD69-D46D5985A314}"/>
              </a:ext>
            </a:extLst>
          </p:cNvPr>
          <p:cNvSpPr txBox="1"/>
          <p:nvPr/>
        </p:nvSpPr>
        <p:spPr>
          <a:xfrm>
            <a:off x="1965960" y="901262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dirty="0">
                <a:solidFill>
                  <a:schemeClr val="accent2"/>
                </a:solidFill>
              </a:rPr>
              <a:t>Asset Intelligence Hub – Storage</a:t>
            </a:r>
            <a:endParaRPr lang="en-GB" sz="11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F9ED0-0EE9-3765-08B5-DAFA7691F61F}"/>
              </a:ext>
            </a:extLst>
          </p:cNvPr>
          <p:cNvSpPr txBox="1"/>
          <p:nvPr/>
        </p:nvSpPr>
        <p:spPr>
          <a:xfrm>
            <a:off x="1848790" y="1220234"/>
            <a:ext cx="1938350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chemeClr val="accent2"/>
                </a:solidFill>
              </a:rPr>
              <a:t>Features:</a:t>
            </a:r>
            <a:r>
              <a:rPr lang="en-GB" sz="1050" dirty="0">
                <a:solidFill>
                  <a:schemeClr val="accent2"/>
                </a:solidFill>
              </a:rPr>
              <a:t> Asset deduplication, reuse suggestions, cloud optimization</a:t>
            </a:r>
          </a:p>
          <a:p>
            <a:endParaRPr lang="en-GB" sz="1050" dirty="0">
              <a:solidFill>
                <a:schemeClr val="accent2"/>
              </a:solidFill>
            </a:endParaRPr>
          </a:p>
          <a:p>
            <a:r>
              <a:rPr lang="en-GB" sz="1050" b="1" dirty="0">
                <a:solidFill>
                  <a:schemeClr val="accent2"/>
                </a:solidFill>
              </a:rPr>
              <a:t>AI/GenAI:</a:t>
            </a:r>
            <a:r>
              <a:rPr lang="en-GB" sz="1050" dirty="0">
                <a:solidFill>
                  <a:schemeClr val="accent2"/>
                </a:solidFill>
              </a:rPr>
              <a:t> Content Similarity Detection	</a:t>
            </a:r>
          </a:p>
          <a:p>
            <a:endParaRPr lang="en-GB" sz="1050" dirty="0">
              <a:solidFill>
                <a:schemeClr val="accent2"/>
              </a:solidFill>
            </a:endParaRPr>
          </a:p>
          <a:p>
            <a:r>
              <a:rPr lang="en-GB" sz="1050" b="1" dirty="0">
                <a:solidFill>
                  <a:schemeClr val="accent2"/>
                </a:solidFill>
              </a:rPr>
              <a:t>Business Impact:</a:t>
            </a:r>
            <a:r>
              <a:rPr lang="en-GB" sz="1050" dirty="0">
                <a:solidFill>
                  <a:schemeClr val="accent2"/>
                </a:solidFill>
              </a:rPr>
              <a:t> Storage &amp; cost savings (15–30%), boosts creative reuse efficiency</a:t>
            </a:r>
          </a:p>
          <a:p>
            <a:r>
              <a:rPr lang="en-GB" sz="1050" dirty="0">
                <a:solidFill>
                  <a:schemeClr val="accent2"/>
                </a:solidFill>
              </a:rPr>
              <a:t>	</a:t>
            </a:r>
          </a:p>
          <a:p>
            <a:endParaRPr lang="en-GB" sz="1050" dirty="0">
              <a:solidFill>
                <a:schemeClr val="accent2"/>
              </a:solidFill>
            </a:endParaRPr>
          </a:p>
          <a:p>
            <a:r>
              <a:rPr lang="en-GB" sz="1050" b="1" dirty="0">
                <a:solidFill>
                  <a:schemeClr val="accent2"/>
                </a:solidFill>
              </a:rPr>
              <a:t>Dependencies:</a:t>
            </a:r>
            <a:r>
              <a:rPr lang="en-GB" sz="1050" dirty="0">
                <a:solidFill>
                  <a:schemeClr val="accent2"/>
                </a:solidFill>
              </a:rPr>
              <a:t> Access to cloud storage folders (DAM/PIM)</a:t>
            </a:r>
          </a:p>
          <a:p>
            <a:r>
              <a:rPr lang="en-GB" sz="1050" dirty="0">
                <a:solidFill>
                  <a:schemeClr val="accent2"/>
                </a:solidFill>
              </a:rPr>
              <a:t>	</a:t>
            </a:r>
          </a:p>
          <a:p>
            <a:endParaRPr lang="en-GB" sz="1050" dirty="0">
              <a:solidFill>
                <a:schemeClr val="accent2"/>
              </a:solidFill>
            </a:endParaRPr>
          </a:p>
          <a:p>
            <a:r>
              <a:rPr lang="en-GB" sz="1050" b="1" dirty="0">
                <a:solidFill>
                  <a:schemeClr val="accent2"/>
                </a:solidFill>
              </a:rPr>
              <a:t>Rationale:</a:t>
            </a:r>
            <a:r>
              <a:rPr lang="en-GB" sz="1050" dirty="0">
                <a:solidFill>
                  <a:schemeClr val="accent2"/>
                </a:solidFill>
              </a:rPr>
              <a:t> </a:t>
            </a:r>
            <a:r>
              <a:rPr lang="en-GB" sz="1050" i="1" dirty="0">
                <a:solidFill>
                  <a:schemeClr val="accent2"/>
                </a:solidFill>
              </a:rPr>
              <a:t>JTR - </a:t>
            </a:r>
            <a:r>
              <a:rPr lang="en-GB" sz="1050" dirty="0">
                <a:solidFill>
                  <a:schemeClr val="accent2"/>
                </a:solidFill>
              </a:rPr>
              <a:t>Operational cost focus. </a:t>
            </a:r>
            <a:r>
              <a:rPr lang="en-GB" sz="1050" i="1" dirty="0">
                <a:solidFill>
                  <a:schemeClr val="accent2"/>
                </a:solidFill>
              </a:rPr>
              <a:t>TCS</a:t>
            </a:r>
            <a:r>
              <a:rPr lang="en-GB" sz="1050" dirty="0">
                <a:solidFill>
                  <a:schemeClr val="accent2"/>
                </a:solidFill>
              </a:rPr>
              <a:t> - Mature GenAI solution, easily configurable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083E0-B239-21AA-4151-0C3ABC1551E1}"/>
              </a:ext>
            </a:extLst>
          </p:cNvPr>
          <p:cNvSpPr txBox="1"/>
          <p:nvPr/>
        </p:nvSpPr>
        <p:spPr>
          <a:xfrm>
            <a:off x="3669970" y="1220234"/>
            <a:ext cx="1938350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chemeClr val="accent3"/>
                </a:solidFill>
              </a:rPr>
              <a:t>Features:</a:t>
            </a:r>
            <a:r>
              <a:rPr lang="en-GB" sz="1050" dirty="0">
                <a:solidFill>
                  <a:schemeClr val="accent3"/>
                </a:solidFill>
              </a:rPr>
              <a:t> Tracks image use across platforms, detects reuse gaps</a:t>
            </a:r>
          </a:p>
          <a:p>
            <a:endParaRPr lang="en-GB" sz="1050" dirty="0">
              <a:solidFill>
                <a:schemeClr val="accent3"/>
              </a:solidFill>
            </a:endParaRPr>
          </a:p>
          <a:p>
            <a:r>
              <a:rPr lang="en-GB" sz="1050" b="1" dirty="0">
                <a:solidFill>
                  <a:schemeClr val="accent3"/>
                </a:solidFill>
              </a:rPr>
              <a:t>AI/GenAI:</a:t>
            </a:r>
            <a:r>
              <a:rPr lang="en-GB" sz="1050" dirty="0">
                <a:solidFill>
                  <a:schemeClr val="accent3"/>
                </a:solidFill>
              </a:rPr>
              <a:t> AI-led Asset Match + Platform Mapping	</a:t>
            </a:r>
          </a:p>
          <a:p>
            <a:endParaRPr lang="en-GB" sz="1050" dirty="0">
              <a:solidFill>
                <a:schemeClr val="accent3"/>
              </a:solidFill>
            </a:endParaRPr>
          </a:p>
          <a:p>
            <a:r>
              <a:rPr lang="en-GB" sz="1050" b="1" dirty="0">
                <a:solidFill>
                  <a:schemeClr val="accent3"/>
                </a:solidFill>
              </a:rPr>
              <a:t>Business Impact:</a:t>
            </a:r>
            <a:r>
              <a:rPr lang="en-GB" sz="1050" dirty="0">
                <a:solidFill>
                  <a:schemeClr val="accent3"/>
                </a:solidFill>
              </a:rPr>
              <a:t> Speeds publishing time by 40–50%, improves platform alignment</a:t>
            </a:r>
          </a:p>
          <a:p>
            <a:r>
              <a:rPr lang="en-GB" sz="1050" dirty="0">
                <a:solidFill>
                  <a:schemeClr val="accent3"/>
                </a:solidFill>
              </a:rPr>
              <a:t>	</a:t>
            </a:r>
          </a:p>
          <a:p>
            <a:endParaRPr lang="en-GB" sz="1050" dirty="0">
              <a:solidFill>
                <a:schemeClr val="accent3"/>
              </a:solidFill>
            </a:endParaRPr>
          </a:p>
          <a:p>
            <a:r>
              <a:rPr lang="en-GB" sz="1050" b="1" dirty="0">
                <a:solidFill>
                  <a:schemeClr val="accent3"/>
                </a:solidFill>
              </a:rPr>
              <a:t>Dependencies:</a:t>
            </a:r>
            <a:r>
              <a:rPr lang="en-GB" sz="1050" dirty="0">
                <a:solidFill>
                  <a:schemeClr val="accent3"/>
                </a:solidFill>
              </a:rPr>
              <a:t> Speeds publishing time by 40–50%, improves platform alignment	</a:t>
            </a:r>
          </a:p>
          <a:p>
            <a:endParaRPr lang="en-GB" sz="1050" dirty="0">
              <a:solidFill>
                <a:schemeClr val="accent3"/>
              </a:solidFill>
            </a:endParaRPr>
          </a:p>
          <a:p>
            <a:r>
              <a:rPr lang="en-GB" sz="1050" b="1" dirty="0">
                <a:solidFill>
                  <a:schemeClr val="accent3"/>
                </a:solidFill>
              </a:rPr>
              <a:t>Rationale:</a:t>
            </a:r>
            <a:r>
              <a:rPr lang="en-GB" sz="1050" dirty="0">
                <a:solidFill>
                  <a:schemeClr val="accent3"/>
                </a:solidFill>
              </a:rPr>
              <a:t> </a:t>
            </a:r>
            <a:r>
              <a:rPr lang="en-GB" sz="1050" i="1" dirty="0">
                <a:solidFill>
                  <a:schemeClr val="accent3"/>
                </a:solidFill>
              </a:rPr>
              <a:t>JTR - </a:t>
            </a:r>
            <a:r>
              <a:rPr lang="en-GB" sz="1050" dirty="0">
                <a:solidFill>
                  <a:schemeClr val="accent3"/>
                </a:solidFill>
              </a:rPr>
              <a:t>Fixes delay in creative reuse. </a:t>
            </a:r>
            <a:r>
              <a:rPr lang="en-GB" sz="1050" i="1" dirty="0">
                <a:solidFill>
                  <a:schemeClr val="accent3"/>
                </a:solidFill>
              </a:rPr>
              <a:t>TCS</a:t>
            </a:r>
            <a:r>
              <a:rPr lang="en-GB" sz="1050" dirty="0">
                <a:solidFill>
                  <a:schemeClr val="accent3"/>
                </a:solidFill>
              </a:rPr>
              <a:t> - Smart content pipeline use case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2D693-1EBE-5D41-F8B7-311E664CC26B}"/>
              </a:ext>
            </a:extLst>
          </p:cNvPr>
          <p:cNvSpPr txBox="1"/>
          <p:nvPr/>
        </p:nvSpPr>
        <p:spPr>
          <a:xfrm>
            <a:off x="5491150" y="1319294"/>
            <a:ext cx="1938350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chemeClr val="accent4"/>
                </a:solidFill>
              </a:rPr>
              <a:t>Features:</a:t>
            </a:r>
            <a:r>
              <a:rPr lang="en-GB" sz="1050" dirty="0">
                <a:solidFill>
                  <a:schemeClr val="accent4"/>
                </a:solidFill>
              </a:rPr>
              <a:t> Selects top media based on emotion, partner presence, media quality</a:t>
            </a:r>
          </a:p>
          <a:p>
            <a:endParaRPr lang="en-GB" sz="1050" dirty="0">
              <a:solidFill>
                <a:schemeClr val="accent4"/>
              </a:solidFill>
            </a:endParaRPr>
          </a:p>
          <a:p>
            <a:r>
              <a:rPr lang="en-GB" sz="1050" b="1" dirty="0">
                <a:solidFill>
                  <a:schemeClr val="accent4"/>
                </a:solidFill>
              </a:rPr>
              <a:t>AI/GenAI:</a:t>
            </a:r>
            <a:r>
              <a:rPr lang="en-GB" sz="1050" dirty="0">
                <a:solidFill>
                  <a:schemeClr val="accent4"/>
                </a:solidFill>
              </a:rPr>
              <a:t> GenAI-based Media Ranking &amp; Prioritization	</a:t>
            </a:r>
          </a:p>
          <a:p>
            <a:endParaRPr lang="en-GB" sz="1050" dirty="0">
              <a:solidFill>
                <a:schemeClr val="accent4"/>
              </a:solidFill>
            </a:endParaRPr>
          </a:p>
          <a:p>
            <a:r>
              <a:rPr lang="en-GB" sz="1050" b="1" dirty="0">
                <a:solidFill>
                  <a:schemeClr val="accent4"/>
                </a:solidFill>
              </a:rPr>
              <a:t>Business Impact:</a:t>
            </a:r>
            <a:r>
              <a:rPr lang="en-GB" sz="1050" dirty="0">
                <a:solidFill>
                  <a:schemeClr val="accent4"/>
                </a:solidFill>
              </a:rPr>
              <a:t> Enhances sponsor visibility, reduces editorial turnaround, storytelling uplift	</a:t>
            </a:r>
          </a:p>
          <a:p>
            <a:endParaRPr lang="en-GB" sz="1050" dirty="0">
              <a:solidFill>
                <a:schemeClr val="accent4"/>
              </a:solidFill>
            </a:endParaRPr>
          </a:p>
          <a:p>
            <a:r>
              <a:rPr lang="en-GB" sz="1050" b="1" dirty="0">
                <a:solidFill>
                  <a:schemeClr val="accent4"/>
                </a:solidFill>
              </a:rPr>
              <a:t>Dependencies:</a:t>
            </a:r>
            <a:r>
              <a:rPr lang="en-GB" sz="1050" dirty="0">
                <a:solidFill>
                  <a:schemeClr val="accent4"/>
                </a:solidFill>
              </a:rPr>
              <a:t> Requires asset pool and usage rights tagging</a:t>
            </a:r>
          </a:p>
          <a:p>
            <a:r>
              <a:rPr lang="en-GB" sz="1050" dirty="0">
                <a:solidFill>
                  <a:schemeClr val="accent4"/>
                </a:solidFill>
              </a:rPr>
              <a:t>	</a:t>
            </a:r>
          </a:p>
          <a:p>
            <a:r>
              <a:rPr lang="en-GB" sz="1050" b="1" dirty="0">
                <a:solidFill>
                  <a:schemeClr val="accent4"/>
                </a:solidFill>
              </a:rPr>
              <a:t>Rationale:</a:t>
            </a:r>
            <a:r>
              <a:rPr lang="en-GB" sz="1050" dirty="0">
                <a:solidFill>
                  <a:schemeClr val="accent4"/>
                </a:solidFill>
              </a:rPr>
              <a:t> </a:t>
            </a:r>
            <a:r>
              <a:rPr lang="en-GB" sz="1050" i="1" dirty="0">
                <a:solidFill>
                  <a:schemeClr val="accent4"/>
                </a:solidFill>
              </a:rPr>
              <a:t>JTR - </a:t>
            </a:r>
            <a:r>
              <a:rPr lang="en-GB" sz="1050" dirty="0">
                <a:solidFill>
                  <a:schemeClr val="accent4"/>
                </a:solidFill>
              </a:rPr>
              <a:t>Enhances media ROI. </a:t>
            </a:r>
            <a:r>
              <a:rPr lang="en-GB" sz="1050" i="1" dirty="0">
                <a:solidFill>
                  <a:schemeClr val="accent4"/>
                </a:solidFill>
              </a:rPr>
              <a:t>TCS</a:t>
            </a:r>
            <a:r>
              <a:rPr lang="en-GB" sz="1050" dirty="0">
                <a:solidFill>
                  <a:schemeClr val="accent4"/>
                </a:solidFill>
              </a:rPr>
              <a:t> - Strategic GenAI deployment for storytelling.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3345D-7884-7ED2-20EB-A704C486B516}"/>
              </a:ext>
            </a:extLst>
          </p:cNvPr>
          <p:cNvSpPr txBox="1"/>
          <p:nvPr/>
        </p:nvSpPr>
        <p:spPr>
          <a:xfrm>
            <a:off x="7312330" y="1220234"/>
            <a:ext cx="1938350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chemeClr val="accent5"/>
                </a:solidFill>
              </a:rPr>
              <a:t>Features:</a:t>
            </a:r>
            <a:r>
              <a:rPr lang="en-GB" sz="1050" dirty="0">
                <a:solidFill>
                  <a:schemeClr val="accent5"/>
                </a:solidFill>
              </a:rPr>
              <a:t> Speeds up time-to-publish; aligns creative, copy &amp; platform</a:t>
            </a:r>
          </a:p>
          <a:p>
            <a:endParaRPr lang="en-GB" sz="1050" dirty="0">
              <a:solidFill>
                <a:schemeClr val="accent5"/>
              </a:solidFill>
            </a:endParaRPr>
          </a:p>
          <a:p>
            <a:r>
              <a:rPr lang="en-GB" sz="1050" b="1" dirty="0">
                <a:solidFill>
                  <a:schemeClr val="accent5"/>
                </a:solidFill>
              </a:rPr>
              <a:t>AI/GenAI:</a:t>
            </a:r>
            <a:r>
              <a:rPr lang="en-GB" sz="1050" dirty="0">
                <a:solidFill>
                  <a:schemeClr val="accent5"/>
                </a:solidFill>
              </a:rPr>
              <a:t> Content Suggestion &amp; Publish Triggering	</a:t>
            </a:r>
          </a:p>
          <a:p>
            <a:endParaRPr lang="en-GB" sz="1050" dirty="0">
              <a:solidFill>
                <a:schemeClr val="accent5"/>
              </a:solidFill>
            </a:endParaRPr>
          </a:p>
          <a:p>
            <a:r>
              <a:rPr lang="en-GB" sz="1050" b="1" dirty="0">
                <a:solidFill>
                  <a:schemeClr val="accent5"/>
                </a:solidFill>
              </a:rPr>
              <a:t>Business Impact:</a:t>
            </a:r>
            <a:r>
              <a:rPr lang="en-GB" sz="1050" dirty="0">
                <a:solidFill>
                  <a:schemeClr val="accent5"/>
                </a:solidFill>
              </a:rPr>
              <a:t> Shrinks content ops load, improves timeliness of race-related campaigns	</a:t>
            </a:r>
          </a:p>
          <a:p>
            <a:endParaRPr lang="en-GB" sz="1050" dirty="0">
              <a:solidFill>
                <a:schemeClr val="accent5"/>
              </a:solidFill>
            </a:endParaRPr>
          </a:p>
          <a:p>
            <a:r>
              <a:rPr lang="en-GB" sz="1050" b="1" dirty="0">
                <a:solidFill>
                  <a:schemeClr val="accent5"/>
                </a:solidFill>
              </a:rPr>
              <a:t>Dependencies:</a:t>
            </a:r>
            <a:r>
              <a:rPr lang="en-GB" sz="1050" dirty="0">
                <a:solidFill>
                  <a:schemeClr val="accent5"/>
                </a:solidFill>
              </a:rPr>
              <a:t> Needs content scheduling access + social handles	</a:t>
            </a:r>
          </a:p>
          <a:p>
            <a:endParaRPr lang="en-GB" sz="1050" dirty="0">
              <a:solidFill>
                <a:schemeClr val="accent5"/>
              </a:solidFill>
            </a:endParaRPr>
          </a:p>
          <a:p>
            <a:r>
              <a:rPr lang="en-GB" sz="1050" b="1" dirty="0">
                <a:solidFill>
                  <a:schemeClr val="accent5"/>
                </a:solidFill>
              </a:rPr>
              <a:t>Rationale:</a:t>
            </a:r>
            <a:r>
              <a:rPr lang="en-GB" sz="1050" dirty="0">
                <a:solidFill>
                  <a:schemeClr val="accent5"/>
                </a:solidFill>
              </a:rPr>
              <a:t> </a:t>
            </a:r>
            <a:r>
              <a:rPr lang="en-GB" sz="1050" i="1" dirty="0">
                <a:solidFill>
                  <a:schemeClr val="accent5"/>
                </a:solidFill>
              </a:rPr>
              <a:t>JTR - </a:t>
            </a:r>
            <a:r>
              <a:rPr lang="en-GB" sz="1050" dirty="0">
                <a:solidFill>
                  <a:schemeClr val="accent5"/>
                </a:solidFill>
              </a:rPr>
              <a:t>Uplifts digital comms. </a:t>
            </a:r>
            <a:r>
              <a:rPr lang="en-GB" sz="1050" i="1" dirty="0">
                <a:solidFill>
                  <a:schemeClr val="accent5"/>
                </a:solidFill>
              </a:rPr>
              <a:t>TCS</a:t>
            </a:r>
            <a:r>
              <a:rPr lang="en-GB" sz="1050" dirty="0">
                <a:solidFill>
                  <a:schemeClr val="accent5"/>
                </a:solidFill>
              </a:rPr>
              <a:t> - Bridges creative-to-platform with GenAI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E61F28-7073-ECC4-C4F4-852AD1944D5E}"/>
              </a:ext>
            </a:extLst>
          </p:cNvPr>
          <p:cNvSpPr txBox="1"/>
          <p:nvPr/>
        </p:nvSpPr>
        <p:spPr>
          <a:xfrm>
            <a:off x="3846519" y="901262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dirty="0">
                <a:solidFill>
                  <a:schemeClr val="accent3"/>
                </a:solidFill>
              </a:rPr>
              <a:t>Social Asset Intelligence Layer</a:t>
            </a:r>
            <a:endParaRPr lang="en-GB" sz="1100" dirty="0">
              <a:solidFill>
                <a:schemeClr val="accent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A4B02E-1E9E-C69A-390B-7890BD10D458}"/>
              </a:ext>
            </a:extLst>
          </p:cNvPr>
          <p:cNvSpPr txBox="1"/>
          <p:nvPr/>
        </p:nvSpPr>
        <p:spPr>
          <a:xfrm>
            <a:off x="5643550" y="901262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dirty="0">
                <a:solidFill>
                  <a:schemeClr val="accent4"/>
                </a:solidFill>
              </a:rPr>
              <a:t>Post-Race Media Optimiser</a:t>
            </a:r>
            <a:endParaRPr lang="en-GB" sz="1100" dirty="0">
              <a:solidFill>
                <a:schemeClr val="accent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8E906-85F0-05A8-B137-C2166A8EF9A6}"/>
              </a:ext>
            </a:extLst>
          </p:cNvPr>
          <p:cNvSpPr txBox="1"/>
          <p:nvPr/>
        </p:nvSpPr>
        <p:spPr>
          <a:xfrm>
            <a:off x="7445559" y="901262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dirty="0">
                <a:solidFill>
                  <a:schemeClr val="accent5"/>
                </a:solidFill>
              </a:rPr>
              <a:t>Digital Content Publishing </a:t>
            </a:r>
            <a:r>
              <a:rPr lang="fr-FR" sz="1100" dirty="0" err="1">
                <a:solidFill>
                  <a:schemeClr val="accent5"/>
                </a:solidFill>
              </a:rPr>
              <a:t>Orchestrator</a:t>
            </a:r>
            <a:endParaRPr lang="en-GB" sz="1100" dirty="0">
              <a:solidFill>
                <a:schemeClr val="accent5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8D7286-66F9-4790-412D-7AA6693C5357}"/>
              </a:ext>
            </a:extLst>
          </p:cNvPr>
          <p:cNvCxnSpPr>
            <a:cxnSpLocks/>
          </p:cNvCxnSpPr>
          <p:nvPr/>
        </p:nvCxnSpPr>
        <p:spPr>
          <a:xfrm flipV="1">
            <a:off x="25833" y="1819172"/>
            <a:ext cx="907200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EC1C3A-D0D7-A99D-050B-2229BA50915F}"/>
              </a:ext>
            </a:extLst>
          </p:cNvPr>
          <p:cNvCxnSpPr>
            <a:cxnSpLocks/>
          </p:cNvCxnSpPr>
          <p:nvPr/>
        </p:nvCxnSpPr>
        <p:spPr>
          <a:xfrm flipV="1">
            <a:off x="25833" y="2316402"/>
            <a:ext cx="907200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B105B3-E905-9E7A-65D4-0D0EFD59EED8}"/>
              </a:ext>
            </a:extLst>
          </p:cNvPr>
          <p:cNvCxnSpPr>
            <a:cxnSpLocks/>
          </p:cNvCxnSpPr>
          <p:nvPr/>
        </p:nvCxnSpPr>
        <p:spPr>
          <a:xfrm flipV="1">
            <a:off x="15240" y="3114777"/>
            <a:ext cx="907200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267181-C30C-F574-5FBA-21DCF449DADA}"/>
              </a:ext>
            </a:extLst>
          </p:cNvPr>
          <p:cNvCxnSpPr>
            <a:cxnSpLocks/>
          </p:cNvCxnSpPr>
          <p:nvPr/>
        </p:nvCxnSpPr>
        <p:spPr>
          <a:xfrm flipV="1">
            <a:off x="15240" y="3758026"/>
            <a:ext cx="907200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2AB963-55E2-BFA1-9E17-61023E706E36}"/>
              </a:ext>
            </a:extLst>
          </p:cNvPr>
          <p:cNvCxnSpPr>
            <a:cxnSpLocks/>
          </p:cNvCxnSpPr>
          <p:nvPr/>
        </p:nvCxnSpPr>
        <p:spPr>
          <a:xfrm rot="5400000" flipV="1">
            <a:off x="99883" y="2710981"/>
            <a:ext cx="352800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71450F-686D-786E-175C-ED250A5F7963}"/>
              </a:ext>
            </a:extLst>
          </p:cNvPr>
          <p:cNvCxnSpPr>
            <a:cxnSpLocks/>
          </p:cNvCxnSpPr>
          <p:nvPr/>
        </p:nvCxnSpPr>
        <p:spPr>
          <a:xfrm rot="5400000" flipV="1">
            <a:off x="1957432" y="2710981"/>
            <a:ext cx="352800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95B5EAE-EB45-C2C0-7F8F-DFAE9782D664}"/>
              </a:ext>
            </a:extLst>
          </p:cNvPr>
          <p:cNvCxnSpPr>
            <a:cxnSpLocks/>
          </p:cNvCxnSpPr>
          <p:nvPr/>
        </p:nvCxnSpPr>
        <p:spPr>
          <a:xfrm rot="5400000" flipV="1">
            <a:off x="3749718" y="2710981"/>
            <a:ext cx="352800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895353-6991-9B9E-C4A1-20685447D033}"/>
              </a:ext>
            </a:extLst>
          </p:cNvPr>
          <p:cNvCxnSpPr>
            <a:cxnSpLocks/>
          </p:cNvCxnSpPr>
          <p:nvPr/>
        </p:nvCxnSpPr>
        <p:spPr>
          <a:xfrm rot="5400000" flipV="1">
            <a:off x="5542004" y="2710981"/>
            <a:ext cx="352800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010A737-766B-3CDB-D483-C34F3A23A88C}"/>
              </a:ext>
            </a:extLst>
          </p:cNvPr>
          <p:cNvCxnSpPr>
            <a:cxnSpLocks/>
          </p:cNvCxnSpPr>
          <p:nvPr/>
        </p:nvCxnSpPr>
        <p:spPr>
          <a:xfrm flipV="1">
            <a:off x="33900" y="1234036"/>
            <a:ext cx="907200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lg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855EC4A-559A-D718-1727-79C056DB4486}"/>
              </a:ext>
            </a:extLst>
          </p:cNvPr>
          <p:cNvSpPr/>
          <p:nvPr/>
        </p:nvSpPr>
        <p:spPr>
          <a:xfrm>
            <a:off x="5450165" y="618458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7BCE93-1F92-F5A3-DDCF-095FD89AC3ED}"/>
              </a:ext>
            </a:extLst>
          </p:cNvPr>
          <p:cNvSpPr/>
          <p:nvPr/>
        </p:nvSpPr>
        <p:spPr>
          <a:xfrm>
            <a:off x="7266674" y="602339"/>
            <a:ext cx="135566" cy="1336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614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997F9A-B237-DCEE-6157-229864CC459A}"/>
              </a:ext>
            </a:extLst>
          </p:cNvPr>
          <p:cNvSpPr txBox="1"/>
          <p:nvPr/>
        </p:nvSpPr>
        <p:spPr>
          <a:xfrm>
            <a:off x="2277141" y="456134"/>
            <a:ext cx="1204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3 – 4 Months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AD81A7-CAA4-E6D2-ACA1-4D2BE9D93B47}"/>
              </a:ext>
            </a:extLst>
          </p:cNvPr>
          <p:cNvSpPr txBox="1"/>
          <p:nvPr/>
        </p:nvSpPr>
        <p:spPr>
          <a:xfrm>
            <a:off x="5858256" y="456134"/>
            <a:ext cx="12041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3 – 4 Months</a:t>
            </a:r>
          </a:p>
        </p:txBody>
      </p:sp>
    </p:spTree>
    <p:extLst>
      <p:ext uri="{BB962C8B-B14F-4D97-AF65-F5344CB8AC3E}">
        <p14:creationId xmlns:p14="http://schemas.microsoft.com/office/powerpoint/2010/main" val="230966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A1F4-462A-0994-C38A-74FF71D4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7D3C-7DEE-EE17-5DAA-EE721A6F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30" y="85053"/>
            <a:ext cx="8836710" cy="553027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Solution 1: Smart </a:t>
            </a:r>
            <a:r>
              <a:rPr lang="en-GB" dirty="0" err="1">
                <a:solidFill>
                  <a:schemeClr val="accent1"/>
                </a:solidFill>
              </a:rPr>
              <a:t>RaceOps</a:t>
            </a:r>
            <a:r>
              <a:rPr lang="en-GB" dirty="0">
                <a:solidFill>
                  <a:schemeClr val="accent1"/>
                </a:solidFill>
              </a:rPr>
              <a:t> Scheduler (16-24 weeks)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sz="1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GenAI-powered orchestration engine that dynamically plans, adapts, and communicates race-week schedules with agility and intelligence.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A105338-37DD-938B-7095-43EB925C512A}"/>
              </a:ext>
            </a:extLst>
          </p:cNvPr>
          <p:cNvSpPr txBox="1">
            <a:spLocks/>
          </p:cNvSpPr>
          <p:nvPr/>
        </p:nvSpPr>
        <p:spPr>
          <a:xfrm>
            <a:off x="4572000" y="4759716"/>
            <a:ext cx="1876425" cy="1780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TCS JTR Confidential</a:t>
            </a:r>
            <a:endParaRPr lang="en-US" dirty="0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C4F0AD8B-FFC5-F59E-F194-08E4C5FDB7CB}"/>
              </a:ext>
            </a:extLst>
          </p:cNvPr>
          <p:cNvSpPr/>
          <p:nvPr/>
        </p:nvSpPr>
        <p:spPr>
          <a:xfrm>
            <a:off x="6268763" y="6604216"/>
            <a:ext cx="1290918" cy="82296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BA28EC9-02C5-F0EF-5639-08A37DD2AACC}"/>
              </a:ext>
            </a:extLst>
          </p:cNvPr>
          <p:cNvCxnSpPr/>
          <p:nvPr/>
        </p:nvCxnSpPr>
        <p:spPr>
          <a:xfrm flipH="1">
            <a:off x="0" y="2195056"/>
            <a:ext cx="9144000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83389B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096DD7-E915-29F4-2531-EB887B5AFB2D}"/>
              </a:ext>
            </a:extLst>
          </p:cNvPr>
          <p:cNvSpPr txBox="1"/>
          <p:nvPr/>
        </p:nvSpPr>
        <p:spPr>
          <a:xfrm>
            <a:off x="201698" y="1469375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GenAI Schedule Auto-Composer</a:t>
            </a:r>
            <a:endParaRPr lang="en-US" sz="12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E4496D7-9480-529B-F438-72EAACB5434F}"/>
              </a:ext>
            </a:extLst>
          </p:cNvPr>
          <p:cNvSpPr/>
          <p:nvPr/>
        </p:nvSpPr>
        <p:spPr>
          <a:xfrm>
            <a:off x="865166" y="2114056"/>
            <a:ext cx="162000" cy="162000"/>
          </a:xfrm>
          <a:prstGeom prst="ellipse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8DA19CE-542E-C939-1323-8AC89AED748D}"/>
              </a:ext>
            </a:extLst>
          </p:cNvPr>
          <p:cNvSpPr/>
          <p:nvPr/>
        </p:nvSpPr>
        <p:spPr>
          <a:xfrm>
            <a:off x="8409731" y="2114056"/>
            <a:ext cx="162000" cy="162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6845499-E3DA-BBF6-3866-B41C77F0C308}"/>
              </a:ext>
            </a:extLst>
          </p:cNvPr>
          <p:cNvSpPr/>
          <p:nvPr/>
        </p:nvSpPr>
        <p:spPr>
          <a:xfrm>
            <a:off x="6900818" y="2114056"/>
            <a:ext cx="162000" cy="162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6B53ADA6-ED61-54A9-C62D-AB740D356BC8}"/>
              </a:ext>
            </a:extLst>
          </p:cNvPr>
          <p:cNvSpPr/>
          <p:nvPr/>
        </p:nvSpPr>
        <p:spPr>
          <a:xfrm>
            <a:off x="5391905" y="2114056"/>
            <a:ext cx="162000" cy="16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3BFBB3EE-DE5F-6048-0647-532F5F583399}"/>
              </a:ext>
            </a:extLst>
          </p:cNvPr>
          <p:cNvSpPr/>
          <p:nvPr/>
        </p:nvSpPr>
        <p:spPr>
          <a:xfrm>
            <a:off x="3882992" y="2114056"/>
            <a:ext cx="162000" cy="16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168FFD9-84AE-263D-7369-ADD2924391C6}"/>
              </a:ext>
            </a:extLst>
          </p:cNvPr>
          <p:cNvSpPr/>
          <p:nvPr/>
        </p:nvSpPr>
        <p:spPr>
          <a:xfrm>
            <a:off x="2374079" y="2114056"/>
            <a:ext cx="162000" cy="16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2C2187E-6DAE-694E-E76B-FEF0FA6F1F76}"/>
              </a:ext>
            </a:extLst>
          </p:cNvPr>
          <p:cNvCxnSpPr>
            <a:stCxn id="61" idx="0"/>
            <a:endCxn id="60" idx="2"/>
          </p:cNvCxnSpPr>
          <p:nvPr/>
        </p:nvCxnSpPr>
        <p:spPr>
          <a:xfrm flipV="1">
            <a:off x="946166" y="1931040"/>
            <a:ext cx="0" cy="183016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0634B3AD-0F20-9C0E-CD91-EDD5D47C66ED}"/>
              </a:ext>
            </a:extLst>
          </p:cNvPr>
          <p:cNvSpPr txBox="1"/>
          <p:nvPr/>
        </p:nvSpPr>
        <p:spPr>
          <a:xfrm>
            <a:off x="1657270" y="2529894"/>
            <a:ext cx="15964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Real-Time Disruption </a:t>
            </a:r>
            <a:r>
              <a:rPr lang="en-US" sz="1200" b="1" dirty="0" err="1">
                <a:solidFill>
                  <a:schemeClr val="accent2"/>
                </a:solidFill>
              </a:rPr>
              <a:t>Replanner</a:t>
            </a:r>
            <a:endParaRPr lang="en-US" sz="1200" b="1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6EEB32D-169A-09D4-D568-96DB8E6F46EC}"/>
              </a:ext>
            </a:extLst>
          </p:cNvPr>
          <p:cNvSpPr txBox="1"/>
          <p:nvPr/>
        </p:nvSpPr>
        <p:spPr>
          <a:xfrm>
            <a:off x="3219525" y="1502566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Smart Slot Recommender</a:t>
            </a:r>
            <a:endParaRPr lang="en-US" sz="1200" b="1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CA3B4CD-DD44-6B1C-F7EF-DA14229C4326}"/>
              </a:ext>
            </a:extLst>
          </p:cNvPr>
          <p:cNvSpPr txBox="1"/>
          <p:nvPr/>
        </p:nvSpPr>
        <p:spPr>
          <a:xfrm>
            <a:off x="4725419" y="2491950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GenAI Brief Generator</a:t>
            </a:r>
            <a:endParaRPr lang="en-US" sz="1200" b="1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4E6426D-53DD-4249-01DF-D37ACC039AE2}"/>
              </a:ext>
            </a:extLst>
          </p:cNvPr>
          <p:cNvSpPr txBox="1"/>
          <p:nvPr/>
        </p:nvSpPr>
        <p:spPr>
          <a:xfrm>
            <a:off x="6234805" y="1464622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Natural Language Update Assistant</a:t>
            </a:r>
            <a:endParaRPr lang="en-US" sz="1200" b="1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A8C5C96-AF85-9912-58C2-64B09EBFB074}"/>
              </a:ext>
            </a:extLst>
          </p:cNvPr>
          <p:cNvSpPr txBox="1"/>
          <p:nvPr/>
        </p:nvSpPr>
        <p:spPr>
          <a:xfrm>
            <a:off x="7744356" y="2432837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B0F0"/>
                </a:solidFill>
              </a:rPr>
              <a:t>Cross-Function Visibility Layer</a:t>
            </a:r>
            <a:endParaRPr lang="en-US" sz="1200" b="1" dirty="0">
              <a:solidFill>
                <a:srgbClr val="00B0F0"/>
              </a:solidFill>
              <a:latin typeface="+mn-lt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2B2A3F3-DE0B-1880-4731-7C529E655214}"/>
              </a:ext>
            </a:extLst>
          </p:cNvPr>
          <p:cNvCxnSpPr>
            <a:cxnSpLocks/>
            <a:stCxn id="131" idx="4"/>
            <a:endCxn id="133" idx="0"/>
          </p:cNvCxnSpPr>
          <p:nvPr/>
        </p:nvCxnSpPr>
        <p:spPr>
          <a:xfrm>
            <a:off x="2455079" y="2276056"/>
            <a:ext cx="426" cy="253838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11DC302-DF68-30E9-0278-8DC65523254A}"/>
              </a:ext>
            </a:extLst>
          </p:cNvPr>
          <p:cNvCxnSpPr>
            <a:stCxn id="130" idx="0"/>
            <a:endCxn id="134" idx="2"/>
          </p:cNvCxnSpPr>
          <p:nvPr/>
        </p:nvCxnSpPr>
        <p:spPr>
          <a:xfrm flipV="1">
            <a:off x="3963992" y="1964231"/>
            <a:ext cx="1" cy="149825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B2CC160-A04F-D498-8FF2-EF79865692E9}"/>
              </a:ext>
            </a:extLst>
          </p:cNvPr>
          <p:cNvCxnSpPr>
            <a:cxnSpLocks/>
            <a:stCxn id="129" idx="4"/>
            <a:endCxn id="135" idx="0"/>
          </p:cNvCxnSpPr>
          <p:nvPr/>
        </p:nvCxnSpPr>
        <p:spPr>
          <a:xfrm flipH="1">
            <a:off x="5469887" y="2276056"/>
            <a:ext cx="3018" cy="215894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5BA7087-D5FA-EC1E-3629-BB0F45B6EC4B}"/>
              </a:ext>
            </a:extLst>
          </p:cNvPr>
          <p:cNvCxnSpPr>
            <a:cxnSpLocks/>
            <a:stCxn id="128" idx="0"/>
            <a:endCxn id="136" idx="2"/>
          </p:cNvCxnSpPr>
          <p:nvPr/>
        </p:nvCxnSpPr>
        <p:spPr>
          <a:xfrm flipH="1" flipV="1">
            <a:off x="6979273" y="1926287"/>
            <a:ext cx="2545" cy="187769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DF56752-0EA4-9955-DCAB-D1F655F676CD}"/>
              </a:ext>
            </a:extLst>
          </p:cNvPr>
          <p:cNvCxnSpPr>
            <a:stCxn id="63" idx="4"/>
            <a:endCxn id="137" idx="0"/>
          </p:cNvCxnSpPr>
          <p:nvPr/>
        </p:nvCxnSpPr>
        <p:spPr>
          <a:xfrm flipH="1">
            <a:off x="8488824" y="2276056"/>
            <a:ext cx="1907" cy="15678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834B3A3-29C6-8599-2331-F6362A7D305D}"/>
              </a:ext>
            </a:extLst>
          </p:cNvPr>
          <p:cNvSpPr txBox="1"/>
          <p:nvPr/>
        </p:nvSpPr>
        <p:spPr>
          <a:xfrm>
            <a:off x="319590" y="782822"/>
            <a:ext cx="1488936" cy="72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Builds day-wise schedules by learning from past races patterns, partner tiers, driver sessions, logistics slots, and staffing inputs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A9D14D2-CB2C-D098-15E9-2BD63E458C85}"/>
              </a:ext>
            </a:extLst>
          </p:cNvPr>
          <p:cNvSpPr txBox="1"/>
          <p:nvPr/>
        </p:nvSpPr>
        <p:spPr>
          <a:xfrm>
            <a:off x="1702991" y="2965139"/>
            <a:ext cx="148893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Automatically reshuffles plans if red flags, VIP delays, weather events, or activation clashes arise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9BCA928-D802-C3D8-75BA-CE02B842F287}"/>
              </a:ext>
            </a:extLst>
          </p:cNvPr>
          <p:cNvSpPr txBox="1"/>
          <p:nvPr/>
        </p:nvSpPr>
        <p:spPr>
          <a:xfrm>
            <a:off x="3215538" y="956069"/>
            <a:ext cx="148893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Suggests best-fit time slots for interviews, garage tours, content capture based on context and constraints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9002D99-6D43-2E46-FFAF-730D82CC962C}"/>
              </a:ext>
            </a:extLst>
          </p:cNvPr>
          <p:cNvSpPr txBox="1"/>
          <p:nvPr/>
        </p:nvSpPr>
        <p:spPr>
          <a:xfrm>
            <a:off x="4724993" y="2912052"/>
            <a:ext cx="148893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Auto-generates daily briefings (run sheet summaries, handover notes, conflict alerts) for teams and partners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2C1BB20-EFE0-4879-8513-CF5CB56B29EE}"/>
              </a:ext>
            </a:extLst>
          </p:cNvPr>
          <p:cNvSpPr txBox="1"/>
          <p:nvPr/>
        </p:nvSpPr>
        <p:spPr>
          <a:xfrm>
            <a:off x="6256221" y="1050056"/>
            <a:ext cx="1488936" cy="469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“Shift influencer tour post-qualifying” - GenAI parses this and updates the master plan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24A86DD-6ACA-124E-DE53-7E947B48A00E}"/>
              </a:ext>
            </a:extLst>
          </p:cNvPr>
          <p:cNvSpPr txBox="1"/>
          <p:nvPr/>
        </p:nvSpPr>
        <p:spPr>
          <a:xfrm>
            <a:off x="7767431" y="2843818"/>
            <a:ext cx="148893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Gives Creative, PR, Ops, Hospitality, and Partnerships teams a shared live view of the evolving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618ED-4D1D-620D-1EEA-7DD22C7419C5}"/>
              </a:ext>
            </a:extLst>
          </p:cNvPr>
          <p:cNvSpPr txBox="1"/>
          <p:nvPr/>
        </p:nvSpPr>
        <p:spPr>
          <a:xfrm>
            <a:off x="238590" y="3996188"/>
            <a:ext cx="2216489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Reduces</a:t>
            </a:r>
            <a:r>
              <a:rPr lang="en-GB" dirty="0"/>
              <a:t> operational friction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Improves</a:t>
            </a:r>
            <a:r>
              <a:rPr lang="en-GB" dirty="0"/>
              <a:t> garage + PR team coordination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Saves time </a:t>
            </a:r>
            <a:r>
              <a:rPr lang="en-GB" dirty="0"/>
              <a:t>from manual rescheduling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Enables </a:t>
            </a:r>
            <a:r>
              <a:rPr lang="en-GB" b="1" dirty="0"/>
              <a:t>real-time agility </a:t>
            </a:r>
            <a:r>
              <a:rPr lang="en-GB" dirty="0"/>
              <a:t>during race week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A2887-6396-A563-B158-AFA5122809B8}"/>
              </a:ext>
            </a:extLst>
          </p:cNvPr>
          <p:cNvSpPr txBox="1"/>
          <p:nvPr/>
        </p:nvSpPr>
        <p:spPr>
          <a:xfrm>
            <a:off x="3151293" y="3996188"/>
            <a:ext cx="255840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Data from partner tiers, activation schedules, garage access, weather inputs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Cross-team alignment (Ops, PR, Sponsor </a:t>
            </a:r>
            <a:r>
              <a:rPr lang="en-GB" dirty="0" err="1"/>
              <a:t>Mgmt</a:t>
            </a:r>
            <a:r>
              <a:rPr lang="en-GB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Governance &amp; AI CDO approval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706D98-2E8A-E7AE-7941-075A37F32BE5}"/>
              </a:ext>
            </a:extLst>
          </p:cNvPr>
          <p:cNvSpPr txBox="1"/>
          <p:nvPr/>
        </p:nvSpPr>
        <p:spPr>
          <a:xfrm>
            <a:off x="6405913" y="3996188"/>
            <a:ext cx="2082911" cy="721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JTR: </a:t>
            </a:r>
            <a:r>
              <a:rPr lang="en-GB" dirty="0"/>
              <a:t>Solves real-time scheduling chaos, replaces WhatsApp/manual sheets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TCS: </a:t>
            </a:r>
            <a:r>
              <a:rPr lang="en-GB" dirty="0"/>
              <a:t>Strong GenAI case study, can extend to other motorsports/teams later</a:t>
            </a:r>
          </a:p>
        </p:txBody>
      </p:sp>
      <p:pic>
        <p:nvPicPr>
          <p:cNvPr id="1026" name="Picture 2" descr="Artificial intelligence - Free computer icons">
            <a:extLst>
              <a:ext uri="{FF2B5EF4-FFF2-40B4-BE49-F238E27FC236}">
                <a16:creationId xmlns:a16="http://schemas.microsoft.com/office/drawing/2014/main" id="{6AD67155-85EE-91C8-338D-A44C8764A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51" y="1575213"/>
            <a:ext cx="223878" cy="22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rtificial intelligence - Free computer icons">
            <a:extLst>
              <a:ext uri="{FF2B5EF4-FFF2-40B4-BE49-F238E27FC236}">
                <a16:creationId xmlns:a16="http://schemas.microsoft.com/office/drawing/2014/main" id="{27FA6D4D-E34F-A21A-9CC6-3A36B5482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756" y="2648787"/>
            <a:ext cx="223878" cy="22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Artificial intelligence - Free computer icons">
            <a:extLst>
              <a:ext uri="{FF2B5EF4-FFF2-40B4-BE49-F238E27FC236}">
                <a16:creationId xmlns:a16="http://schemas.microsoft.com/office/drawing/2014/main" id="{9B5D67A7-7026-436C-A8D9-B4A70980C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866" y="1600476"/>
            <a:ext cx="223878" cy="22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rtificial intelligence - Free computer icons">
            <a:extLst>
              <a:ext uri="{FF2B5EF4-FFF2-40B4-BE49-F238E27FC236}">
                <a16:creationId xmlns:a16="http://schemas.microsoft.com/office/drawing/2014/main" id="{379EB312-B91E-62E3-9609-73A314FFF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740" y="2614362"/>
            <a:ext cx="223878" cy="22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E2F862-B581-8E6F-8B18-9435F73EDDD1}"/>
              </a:ext>
            </a:extLst>
          </p:cNvPr>
          <p:cNvSpPr txBox="1"/>
          <p:nvPr/>
        </p:nvSpPr>
        <p:spPr>
          <a:xfrm>
            <a:off x="530208" y="3752033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b="1" dirty="0">
                <a:solidFill>
                  <a:schemeClr val="accent1"/>
                </a:solidFill>
              </a:rPr>
              <a:t>Business Impact</a:t>
            </a:r>
            <a:endParaRPr lang="en-GB" sz="1100" b="1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F7D5CF-AFA1-C5F7-C1FA-6118F639ADED}"/>
              </a:ext>
            </a:extLst>
          </p:cNvPr>
          <p:cNvSpPr txBox="1"/>
          <p:nvPr/>
        </p:nvSpPr>
        <p:spPr>
          <a:xfrm>
            <a:off x="3555348" y="3735862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b="1" dirty="0" err="1">
                <a:solidFill>
                  <a:schemeClr val="accent1"/>
                </a:solidFill>
              </a:rPr>
              <a:t>Dependencies</a:t>
            </a:r>
            <a:endParaRPr lang="en-GB" sz="1100" b="1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CB0A27-A5C7-26C3-9275-81C806194509}"/>
              </a:ext>
            </a:extLst>
          </p:cNvPr>
          <p:cNvSpPr txBox="1"/>
          <p:nvPr/>
        </p:nvSpPr>
        <p:spPr>
          <a:xfrm>
            <a:off x="6689708" y="3738095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b="1" dirty="0">
                <a:solidFill>
                  <a:schemeClr val="accent1"/>
                </a:solidFill>
              </a:rPr>
              <a:t>Business </a:t>
            </a:r>
            <a:r>
              <a:rPr lang="fr-FR" sz="1100" b="1" dirty="0" err="1">
                <a:solidFill>
                  <a:schemeClr val="accent1"/>
                </a:solidFill>
              </a:rPr>
              <a:t>Rationale</a:t>
            </a:r>
            <a:endParaRPr lang="en-GB" sz="1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48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B4F8-0BCD-3BC4-86ED-E2BF79A1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47AC-7D99-793C-2AC2-F74037E55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30" y="85053"/>
            <a:ext cx="8836710" cy="553027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Solution 2: Intelligent Guest Companion App (16-24 weeks)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sz="1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 digital concierge that personalizes every guest’s experience — from itinerary to feedback — while easing race-day operations.</a:t>
            </a: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B418029-F403-60FD-0F8B-35356ED7A13B}"/>
              </a:ext>
            </a:extLst>
          </p:cNvPr>
          <p:cNvSpPr txBox="1">
            <a:spLocks/>
          </p:cNvSpPr>
          <p:nvPr/>
        </p:nvSpPr>
        <p:spPr>
          <a:xfrm>
            <a:off x="4572000" y="4759716"/>
            <a:ext cx="1876425" cy="1780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TCS JTR Confidential</a:t>
            </a:r>
            <a:endParaRPr lang="en-US" dirty="0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5B7AD0C7-64AF-DDAD-1E49-6AB12187FE12}"/>
              </a:ext>
            </a:extLst>
          </p:cNvPr>
          <p:cNvSpPr/>
          <p:nvPr/>
        </p:nvSpPr>
        <p:spPr>
          <a:xfrm>
            <a:off x="6268763" y="6604216"/>
            <a:ext cx="1290918" cy="82296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98AC56E-303E-7C4D-0812-12232744D520}"/>
              </a:ext>
            </a:extLst>
          </p:cNvPr>
          <p:cNvCxnSpPr/>
          <p:nvPr/>
        </p:nvCxnSpPr>
        <p:spPr>
          <a:xfrm flipH="1">
            <a:off x="0" y="2195056"/>
            <a:ext cx="9144000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83389B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15EEE56-D7EE-8B2B-CBE4-CC4A611B3993}"/>
              </a:ext>
            </a:extLst>
          </p:cNvPr>
          <p:cNvSpPr txBox="1"/>
          <p:nvPr/>
        </p:nvSpPr>
        <p:spPr>
          <a:xfrm>
            <a:off x="201698" y="1469375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Dynamic Guest Journey Builder</a:t>
            </a:r>
            <a:endParaRPr lang="en-US" sz="12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A05EA-D478-7523-84C8-747A07FD46DF}"/>
              </a:ext>
            </a:extLst>
          </p:cNvPr>
          <p:cNvSpPr/>
          <p:nvPr/>
        </p:nvSpPr>
        <p:spPr>
          <a:xfrm>
            <a:off x="865166" y="2114056"/>
            <a:ext cx="162000" cy="162000"/>
          </a:xfrm>
          <a:prstGeom prst="ellipse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7336A64-E743-A4AB-B80A-E0CA717744DA}"/>
              </a:ext>
            </a:extLst>
          </p:cNvPr>
          <p:cNvSpPr/>
          <p:nvPr/>
        </p:nvSpPr>
        <p:spPr>
          <a:xfrm>
            <a:off x="8409731" y="2114056"/>
            <a:ext cx="162000" cy="1620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6D93A8C4-E510-8D81-4E28-4479EA5FDBFE}"/>
              </a:ext>
            </a:extLst>
          </p:cNvPr>
          <p:cNvSpPr/>
          <p:nvPr/>
        </p:nvSpPr>
        <p:spPr>
          <a:xfrm>
            <a:off x="6900818" y="2114056"/>
            <a:ext cx="162000" cy="162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F3ACA2D3-323A-027F-F277-F61296990C9D}"/>
              </a:ext>
            </a:extLst>
          </p:cNvPr>
          <p:cNvSpPr/>
          <p:nvPr/>
        </p:nvSpPr>
        <p:spPr>
          <a:xfrm>
            <a:off x="5391905" y="2114056"/>
            <a:ext cx="162000" cy="16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8B041D57-1766-5914-A41D-E261862E7BF9}"/>
              </a:ext>
            </a:extLst>
          </p:cNvPr>
          <p:cNvSpPr/>
          <p:nvPr/>
        </p:nvSpPr>
        <p:spPr>
          <a:xfrm>
            <a:off x="3882992" y="2114056"/>
            <a:ext cx="162000" cy="16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F24746EE-A3DD-A45C-7A63-CF47E53D0D68}"/>
              </a:ext>
            </a:extLst>
          </p:cNvPr>
          <p:cNvSpPr/>
          <p:nvPr/>
        </p:nvSpPr>
        <p:spPr>
          <a:xfrm>
            <a:off x="2374079" y="2114056"/>
            <a:ext cx="162000" cy="16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B317A8D-032E-2127-DD78-2A6A85AD63E5}"/>
              </a:ext>
            </a:extLst>
          </p:cNvPr>
          <p:cNvCxnSpPr>
            <a:stCxn id="61" idx="0"/>
            <a:endCxn id="60" idx="2"/>
          </p:cNvCxnSpPr>
          <p:nvPr/>
        </p:nvCxnSpPr>
        <p:spPr>
          <a:xfrm flipV="1">
            <a:off x="946166" y="1931040"/>
            <a:ext cx="0" cy="183016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2C61E97-ADA5-76F5-AC74-A8F52EEC22D9}"/>
              </a:ext>
            </a:extLst>
          </p:cNvPr>
          <p:cNvSpPr txBox="1"/>
          <p:nvPr/>
        </p:nvSpPr>
        <p:spPr>
          <a:xfrm>
            <a:off x="1657270" y="2529894"/>
            <a:ext cx="15964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2"/>
                </a:solidFill>
              </a:rPr>
              <a:t>On-Ground GenAI Concierge Bot</a:t>
            </a:r>
            <a:endParaRPr lang="en-US" sz="1200" b="1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10BECDA-0C85-61F7-38CF-6188C461FF2B}"/>
              </a:ext>
            </a:extLst>
          </p:cNvPr>
          <p:cNvSpPr txBox="1"/>
          <p:nvPr/>
        </p:nvSpPr>
        <p:spPr>
          <a:xfrm>
            <a:off x="3219525" y="1502566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3"/>
                </a:solidFill>
              </a:rPr>
              <a:t>Live Update &amp; Disruption Notifier</a:t>
            </a:r>
            <a:endParaRPr lang="en-US" sz="1200" b="1" dirty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69400CB-58E8-3BD7-ABAA-1DFF72A2D2B6}"/>
              </a:ext>
            </a:extLst>
          </p:cNvPr>
          <p:cNvSpPr txBox="1"/>
          <p:nvPr/>
        </p:nvSpPr>
        <p:spPr>
          <a:xfrm>
            <a:off x="4725419" y="2491950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4"/>
                </a:solidFill>
              </a:rPr>
              <a:t>Feedback Auto-Summarizer</a:t>
            </a:r>
            <a:endParaRPr lang="en-US" sz="1200" b="1" dirty="0">
              <a:solidFill>
                <a:schemeClr val="accent4"/>
              </a:solidFill>
              <a:latin typeface="+mn-lt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D468A7E-F9DB-F06D-5993-9AFC1BB5A429}"/>
              </a:ext>
            </a:extLst>
          </p:cNvPr>
          <p:cNvSpPr txBox="1"/>
          <p:nvPr/>
        </p:nvSpPr>
        <p:spPr>
          <a:xfrm>
            <a:off x="6234805" y="1464622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5"/>
                </a:solidFill>
              </a:rPr>
              <a:t>Memory Capsule Generator</a:t>
            </a:r>
            <a:endParaRPr lang="en-US" sz="1200" b="1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8E2AB6D-99B5-D285-BC2E-13CB85A512D8}"/>
              </a:ext>
            </a:extLst>
          </p:cNvPr>
          <p:cNvSpPr txBox="1"/>
          <p:nvPr/>
        </p:nvSpPr>
        <p:spPr>
          <a:xfrm>
            <a:off x="7744356" y="2432837"/>
            <a:ext cx="1488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B0F0"/>
                </a:solidFill>
              </a:rPr>
              <a:t>Integrated Ticketing &amp; Access Layer</a:t>
            </a:r>
            <a:endParaRPr lang="en-US" sz="1200" b="1" dirty="0">
              <a:solidFill>
                <a:srgbClr val="00B0F0"/>
              </a:solidFill>
              <a:latin typeface="+mn-lt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D4DD41A-B197-D4DD-F8E1-2591F370E1B3}"/>
              </a:ext>
            </a:extLst>
          </p:cNvPr>
          <p:cNvCxnSpPr>
            <a:cxnSpLocks/>
            <a:stCxn id="131" idx="4"/>
            <a:endCxn id="133" idx="0"/>
          </p:cNvCxnSpPr>
          <p:nvPr/>
        </p:nvCxnSpPr>
        <p:spPr>
          <a:xfrm>
            <a:off x="2455079" y="2276056"/>
            <a:ext cx="426" cy="253838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082775A-937E-82FA-7660-D8D8F8630561}"/>
              </a:ext>
            </a:extLst>
          </p:cNvPr>
          <p:cNvCxnSpPr>
            <a:stCxn id="130" idx="0"/>
            <a:endCxn id="134" idx="2"/>
          </p:cNvCxnSpPr>
          <p:nvPr/>
        </p:nvCxnSpPr>
        <p:spPr>
          <a:xfrm flipV="1">
            <a:off x="3963992" y="1964231"/>
            <a:ext cx="1" cy="149825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587D12A-09F1-D1C2-90F7-F7CE3FA47A18}"/>
              </a:ext>
            </a:extLst>
          </p:cNvPr>
          <p:cNvCxnSpPr>
            <a:cxnSpLocks/>
            <a:stCxn id="129" idx="4"/>
            <a:endCxn id="135" idx="0"/>
          </p:cNvCxnSpPr>
          <p:nvPr/>
        </p:nvCxnSpPr>
        <p:spPr>
          <a:xfrm flipH="1">
            <a:off x="5469887" y="2276056"/>
            <a:ext cx="3018" cy="215894"/>
          </a:xfrm>
          <a:prstGeom prst="line">
            <a:avLst/>
          </a:prstGeom>
          <a:ln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0C4228D-DCC3-1D30-14F5-8EF39ABC04B1}"/>
              </a:ext>
            </a:extLst>
          </p:cNvPr>
          <p:cNvCxnSpPr>
            <a:cxnSpLocks/>
            <a:stCxn id="128" idx="0"/>
            <a:endCxn id="136" idx="2"/>
          </p:cNvCxnSpPr>
          <p:nvPr/>
        </p:nvCxnSpPr>
        <p:spPr>
          <a:xfrm flipH="1" flipV="1">
            <a:off x="6979273" y="1926287"/>
            <a:ext cx="2545" cy="187769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791AB17-19AB-E69E-4C3E-BFBFD6289709}"/>
              </a:ext>
            </a:extLst>
          </p:cNvPr>
          <p:cNvCxnSpPr>
            <a:stCxn id="63" idx="4"/>
            <a:endCxn id="137" idx="0"/>
          </p:cNvCxnSpPr>
          <p:nvPr/>
        </p:nvCxnSpPr>
        <p:spPr>
          <a:xfrm flipH="1">
            <a:off x="8488824" y="2276056"/>
            <a:ext cx="1907" cy="15678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A7EFD0E-4980-0D7F-C644-F799D064E3C1}"/>
              </a:ext>
            </a:extLst>
          </p:cNvPr>
          <p:cNvSpPr txBox="1"/>
          <p:nvPr/>
        </p:nvSpPr>
        <p:spPr>
          <a:xfrm>
            <a:off x="319590" y="936629"/>
            <a:ext cx="148893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Creates a personalized itinerary based on partner tier, guest profile, prior attendance, and preferences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E056091-582D-D99B-9F2E-83E2FBEEF675}"/>
              </a:ext>
            </a:extLst>
          </p:cNvPr>
          <p:cNvSpPr txBox="1"/>
          <p:nvPr/>
        </p:nvSpPr>
        <p:spPr>
          <a:xfrm>
            <a:off x="1702991" y="2965139"/>
            <a:ext cx="148893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Answers real-time questions via chat: “Where’s my suite?”, “What time is the pit walk?”, etc.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5F93099-D506-8613-6700-B61B7428FB77}"/>
              </a:ext>
            </a:extLst>
          </p:cNvPr>
          <p:cNvSpPr txBox="1"/>
          <p:nvPr/>
        </p:nvSpPr>
        <p:spPr>
          <a:xfrm>
            <a:off x="3215538" y="956069"/>
            <a:ext cx="1488936" cy="469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Instantly informs guests of time or location changes to their experience schedule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001B35B-67F8-A72C-B14E-96E6AC3BD102}"/>
              </a:ext>
            </a:extLst>
          </p:cNvPr>
          <p:cNvSpPr txBox="1"/>
          <p:nvPr/>
        </p:nvSpPr>
        <p:spPr>
          <a:xfrm>
            <a:off x="4724993" y="2912052"/>
            <a:ext cx="1488936" cy="469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Converts guest feedback into structured NPS-style insights with sentiment indicators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15F45E6-2797-DF04-961A-B8A456D03FC6}"/>
              </a:ext>
            </a:extLst>
          </p:cNvPr>
          <p:cNvSpPr txBox="1"/>
          <p:nvPr/>
        </p:nvSpPr>
        <p:spPr>
          <a:xfrm>
            <a:off x="6255420" y="959745"/>
            <a:ext cx="148893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Curates personalized race-day highlights, photos, and quotes post-event — sent to the guest as a recap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6AE21F6-CE38-863C-53E6-7EB649429033}"/>
              </a:ext>
            </a:extLst>
          </p:cNvPr>
          <p:cNvSpPr txBox="1"/>
          <p:nvPr/>
        </p:nvSpPr>
        <p:spPr>
          <a:xfrm>
            <a:off x="7767431" y="2843818"/>
            <a:ext cx="148893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Linked to real-time ticket inventory, ensuring seamless entry, QR management, and entitlement enforcement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3C4A6-E53F-42DD-D467-9D146B66F381}"/>
              </a:ext>
            </a:extLst>
          </p:cNvPr>
          <p:cNvSpPr txBox="1"/>
          <p:nvPr/>
        </p:nvSpPr>
        <p:spPr>
          <a:xfrm>
            <a:off x="238590" y="3996188"/>
            <a:ext cx="2216489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Elevates </a:t>
            </a:r>
            <a:r>
              <a:rPr lang="en-GB" dirty="0"/>
              <a:t>guest/VIP experience </a:t>
            </a:r>
            <a:endParaRPr lang="en-GB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Eases ops </a:t>
            </a:r>
            <a:r>
              <a:rPr lang="en-GB" dirty="0"/>
              <a:t>by removing manual queries </a:t>
            </a:r>
            <a:endParaRPr lang="en-GB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Drives data-driven improvement </a:t>
            </a:r>
            <a:r>
              <a:rPr lang="en-GB" dirty="0"/>
              <a:t>of hospitality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1498F-6D33-B9E7-8FE4-8822ED569F23}"/>
              </a:ext>
            </a:extLst>
          </p:cNvPr>
          <p:cNvSpPr txBox="1"/>
          <p:nvPr/>
        </p:nvSpPr>
        <p:spPr>
          <a:xfrm>
            <a:off x="3151293" y="3996188"/>
            <a:ext cx="2558406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Guest tier data, access management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iOS + Android App Store listing and approval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Event-specific content (highlights/photos) 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Governance &amp; AI CDO approval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46049-C17B-37D9-6D02-F5ADAE83245B}"/>
              </a:ext>
            </a:extLst>
          </p:cNvPr>
          <p:cNvSpPr txBox="1"/>
          <p:nvPr/>
        </p:nvSpPr>
        <p:spPr>
          <a:xfrm>
            <a:off x="6405913" y="3996188"/>
            <a:ext cx="2082911" cy="59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JTR: </a:t>
            </a:r>
            <a:r>
              <a:rPr lang="en-GB" dirty="0"/>
              <a:t>High visibility and immediate impact on guest experience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TCS: </a:t>
            </a:r>
            <a:r>
              <a:rPr lang="en-GB" dirty="0"/>
              <a:t>Rich GenAI use case + strong showcase in premium event tech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C197C-7765-562D-68B5-A8CA336E9E89}"/>
              </a:ext>
            </a:extLst>
          </p:cNvPr>
          <p:cNvSpPr txBox="1"/>
          <p:nvPr/>
        </p:nvSpPr>
        <p:spPr>
          <a:xfrm>
            <a:off x="530208" y="3752033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b="1" dirty="0">
                <a:solidFill>
                  <a:schemeClr val="accent1"/>
                </a:solidFill>
              </a:rPr>
              <a:t>Business Impact</a:t>
            </a:r>
            <a:endParaRPr lang="en-GB" sz="1100" b="1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94DE26-7A5B-611A-ADCD-5630A9CA492F}"/>
              </a:ext>
            </a:extLst>
          </p:cNvPr>
          <p:cNvSpPr txBox="1"/>
          <p:nvPr/>
        </p:nvSpPr>
        <p:spPr>
          <a:xfrm>
            <a:off x="3555348" y="3735862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b="1" dirty="0" err="1">
                <a:solidFill>
                  <a:schemeClr val="accent1"/>
                </a:solidFill>
              </a:rPr>
              <a:t>Dependencies</a:t>
            </a:r>
            <a:endParaRPr lang="en-GB" sz="1100" b="1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272D8-0218-4016-F8B3-33DF7E3FF8D4}"/>
              </a:ext>
            </a:extLst>
          </p:cNvPr>
          <p:cNvSpPr txBox="1"/>
          <p:nvPr/>
        </p:nvSpPr>
        <p:spPr>
          <a:xfrm>
            <a:off x="6689708" y="3738095"/>
            <a:ext cx="1515319" cy="2899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r-FR" sz="1100" b="1" dirty="0">
                <a:solidFill>
                  <a:schemeClr val="accent1"/>
                </a:solidFill>
              </a:rPr>
              <a:t>Business </a:t>
            </a:r>
            <a:r>
              <a:rPr lang="fr-FR" sz="1100" b="1" dirty="0" err="1">
                <a:solidFill>
                  <a:schemeClr val="accent1"/>
                </a:solidFill>
              </a:rPr>
              <a:t>Rationale</a:t>
            </a:r>
            <a:endParaRPr lang="en-GB" sz="1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32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A5663-04FC-898B-90AE-22E7EF50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FCB6CB-FF8F-669B-8C54-55F40D05B7AC}"/>
              </a:ext>
            </a:extLst>
          </p:cNvPr>
          <p:cNvSpPr txBox="1"/>
          <p:nvPr/>
        </p:nvSpPr>
        <p:spPr>
          <a:xfrm>
            <a:off x="6179127" y="3792279"/>
            <a:ext cx="2442575" cy="8893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3200">
                <a:latin typeface="Houschka Rounded Alt DemiBold" panose="020F0703000000020003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988600657"/>
      </p:ext>
    </p:extLst>
  </p:cSld>
  <p:clrMapOvr>
    <a:masterClrMapping/>
  </p:clrMapOvr>
</p:sld>
</file>

<file path=ppt/theme/theme1.xml><?xml version="1.0" encoding="utf-8"?>
<a:theme xmlns:a="http://schemas.openxmlformats.org/drawingml/2006/main" name="1_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2.xml><?xml version="1.0" encoding="utf-8"?>
<a:theme xmlns:a="http://schemas.openxmlformats.org/drawingml/2006/main" name="3_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3.xml><?xml version="1.0" encoding="utf-8"?>
<a:theme xmlns:a="http://schemas.openxmlformats.org/drawingml/2006/main" name="Title Slide_White Blue 1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76190C37-D32D-4A12-9906-65F7FE0288D7}"/>
    </a:ext>
  </a:extLst>
</a:theme>
</file>

<file path=ppt/theme/theme4.xml><?xml version="1.0" encoding="utf-8"?>
<a:theme xmlns:a="http://schemas.openxmlformats.org/drawingml/2006/main" name="1_Title Slide_Black Blue 1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8A473F64-A4FE-4660-9414-92A8A2F93746}"/>
    </a:ext>
  </a:extLst>
</a:theme>
</file>

<file path=ppt/theme/theme5.xml><?xml version="1.0" encoding="utf-8"?>
<a:theme xmlns:a="http://schemas.openxmlformats.org/drawingml/2006/main" name="1_Title Slide_White Blue_without image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76190C37-D32D-4A12-9906-65F7FE0288D7}"/>
    </a:ext>
  </a:extLst>
</a:theme>
</file>

<file path=ppt/theme/theme6.xml><?xml version="1.0" encoding="utf-8"?>
<a:theme xmlns:a="http://schemas.openxmlformats.org/drawingml/2006/main" name="1_Divider Slide_White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A50E3EA0-9598-4E5F-87F7-B378FD69FD7B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3CC9BBD288424BBD7696BB0E0CB197" ma:contentTypeVersion="2" ma:contentTypeDescription="Create a new document." ma:contentTypeScope="" ma:versionID="332d735e8002790081ce96e7c69fe4e0">
  <xsd:schema xmlns:xsd="http://www.w3.org/2001/XMLSchema" xmlns:xs="http://www.w3.org/2001/XMLSchema" xmlns:p="http://schemas.microsoft.com/office/2006/metadata/properties" xmlns:ns2="cf320743-77bf-4b99-adc5-8ad6c82a9448" targetNamespace="http://schemas.microsoft.com/office/2006/metadata/properties" ma:root="true" ma:fieldsID="d7f381816facc8847cc499da3fdcf939" ns2:_="">
    <xsd:import namespace="cf320743-77bf-4b99-adc5-8ad6c82a944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320743-77bf-4b99-adc5-8ad6c82a944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C37ED8-06D3-4BAF-925E-0E0C6BD526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AF5C6A-5960-454A-8719-796B23C7C761}">
  <ds:schemaRefs>
    <ds:schemaRef ds:uri="cf320743-77bf-4b99-adc5-8ad6c82a94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BB1B480-7C1E-4300-A913-41CAD33511F4}">
  <ds:schemaRefs>
    <ds:schemaRef ds:uri="cf320743-77bf-4b99-adc5-8ad6c82a944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Content Slide_White</Template>
  <TotalTime>13</TotalTime>
  <Words>1073</Words>
  <Application>Microsoft Office PowerPoint</Application>
  <PresentationFormat>On-screen Show (16:9)</PresentationFormat>
  <Paragraphs>152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Houschka Rounded Alt DemiBold</vt:lpstr>
      <vt:lpstr>Myriad Pro</vt:lpstr>
      <vt:lpstr>Wingdings</vt:lpstr>
      <vt:lpstr>1_Content Slide_White_with color logo</vt:lpstr>
      <vt:lpstr>3_Content Slide_White_with color logo</vt:lpstr>
      <vt:lpstr>Title Slide_White Blue 1</vt:lpstr>
      <vt:lpstr>1_Title Slide_Black Blue 1</vt:lpstr>
      <vt:lpstr>1_Title Slide_White Blue_without image</vt:lpstr>
      <vt:lpstr>1_Divider Slide_White</vt:lpstr>
      <vt:lpstr>JTR AI STUDY</vt:lpstr>
      <vt:lpstr>JTR Proposed Solutions</vt:lpstr>
      <vt:lpstr>TCS Proposed Solutions</vt:lpstr>
      <vt:lpstr>Solution 1: Smart RaceOps Scheduler (16-24 weeks) A GenAI-powered orchestration engine that dynamically plans, adapts, and communicates race-week schedules with agility and intelligence.</vt:lpstr>
      <vt:lpstr>Solution 2: Intelligent Guest Companion App (16-24 weeks) A digital concierge that personalizes every guest’s experience — from itinerary to feedback — while easing race-day operations.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new branded PowerPoint template</dc:title>
  <dc:creator>Anirban De</dc:creator>
  <cp:lastModifiedBy>Dr Arindam Ghosh</cp:lastModifiedBy>
  <cp:revision>4</cp:revision>
  <dcterms:created xsi:type="dcterms:W3CDTF">2023-12-07T09:46:25Z</dcterms:created>
  <dcterms:modified xsi:type="dcterms:W3CDTF">2025-08-11T09:14:44Z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0x0101003F3CC9BBD288424BBD7696BB0E0CB197</vt:lpwstr>
  </property>
  <property fmtid="{D5CDD505-2E9C-101B-9397-08002B2CF9AE}" pid="3" name="MSIP_Label_289eaf13-f528-470e-bf6b-38b666617431_Enabled">
    <vt:lpwstr>true</vt:lpwstr>
  </property>
  <property fmtid="{D5CDD505-2E9C-101B-9397-08002B2CF9AE}" pid="4" name="MSIP_Label_289eaf13-f528-470e-bf6b-38b666617431_SetDate">
    <vt:lpwstr>2024-11-25T12:08:09Z</vt:lpwstr>
  </property>
  <property fmtid="{D5CDD505-2E9C-101B-9397-08002B2CF9AE}" pid="5" name="MSIP_Label_289eaf13-f528-470e-bf6b-38b666617431_Method">
    <vt:lpwstr>Standard</vt:lpwstr>
  </property>
  <property fmtid="{D5CDD505-2E9C-101B-9397-08002B2CF9AE}" pid="6" name="MSIP_Label_289eaf13-f528-470e-bf6b-38b666617431_Name">
    <vt:lpwstr>Proprietary</vt:lpwstr>
  </property>
  <property fmtid="{D5CDD505-2E9C-101B-9397-08002B2CF9AE}" pid="7" name="MSIP_Label_289eaf13-f528-470e-bf6b-38b666617431_SiteId">
    <vt:lpwstr>4c087f80-1e07-4f72-9e41-d7d9748d0f4c</vt:lpwstr>
  </property>
  <property fmtid="{D5CDD505-2E9C-101B-9397-08002B2CF9AE}" pid="8" name="MSIP_Label_289eaf13-f528-470e-bf6b-38b666617431_ActionId">
    <vt:lpwstr>d2fc8666-8376-4256-a22b-67b6d0d8f745</vt:lpwstr>
  </property>
  <property fmtid="{D5CDD505-2E9C-101B-9397-08002B2CF9AE}" pid="9" name="MSIP_Label_289eaf13-f528-470e-bf6b-38b666617431_ContentBits">
    <vt:lpwstr>0</vt:lpwstr>
  </property>
</Properties>
</file>