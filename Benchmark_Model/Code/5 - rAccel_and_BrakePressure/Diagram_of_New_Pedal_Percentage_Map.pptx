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dam Ghosh" userId="7e012f24-33f2-4992-b2a4-b57fd690d1d6" providerId="ADAL" clId="{8D3996F6-90CB-4B45-B4D9-B7A1C0B25089}"/>
    <pc:docChg chg="undo custSel addSld modSld sldOrd">
      <pc:chgData name="Arindam Ghosh" userId="7e012f24-33f2-4992-b2a4-b57fd690d1d6" providerId="ADAL" clId="{8D3996F6-90CB-4B45-B4D9-B7A1C0B25089}" dt="2025-02-12T11:58:04.513" v="117" actId="1076"/>
      <pc:docMkLst>
        <pc:docMk/>
      </pc:docMkLst>
      <pc:sldChg chg="addSp delSp modSp mod">
        <pc:chgData name="Arindam Ghosh" userId="7e012f24-33f2-4992-b2a4-b57fd690d1d6" providerId="ADAL" clId="{8D3996F6-90CB-4B45-B4D9-B7A1C0B25089}" dt="2025-02-12T11:57:33.129" v="116" actId="1076"/>
        <pc:sldMkLst>
          <pc:docMk/>
          <pc:sldMk cId="4265270483" sldId="257"/>
        </pc:sldMkLst>
        <pc:spChg chg="mod">
          <ac:chgData name="Arindam Ghosh" userId="7e012f24-33f2-4992-b2a4-b57fd690d1d6" providerId="ADAL" clId="{8D3996F6-90CB-4B45-B4D9-B7A1C0B25089}" dt="2025-02-12T11:57:33.129" v="116" actId="1076"/>
          <ac:spMkLst>
            <pc:docMk/>
            <pc:sldMk cId="4265270483" sldId="257"/>
            <ac:spMk id="6" creationId="{C8347CB3-D9BD-2E66-7528-C1C054607EBE}"/>
          </ac:spMkLst>
        </pc:spChg>
        <pc:spChg chg="add mod">
          <ac:chgData name="Arindam Ghosh" userId="7e012f24-33f2-4992-b2a4-b57fd690d1d6" providerId="ADAL" clId="{8D3996F6-90CB-4B45-B4D9-B7A1C0B25089}" dt="2025-02-12T11:52:20.964" v="98" actId="1076"/>
          <ac:spMkLst>
            <pc:docMk/>
            <pc:sldMk cId="4265270483" sldId="257"/>
            <ac:spMk id="15" creationId="{D9DE6CF9-9B95-4E48-43F5-38B351681C36}"/>
          </ac:spMkLst>
        </pc:spChg>
        <pc:picChg chg="mod">
          <ac:chgData name="Arindam Ghosh" userId="7e012f24-33f2-4992-b2a4-b57fd690d1d6" providerId="ADAL" clId="{8D3996F6-90CB-4B45-B4D9-B7A1C0B25089}" dt="2025-02-12T11:56:39.928" v="115" actId="108"/>
          <ac:picMkLst>
            <pc:docMk/>
            <pc:sldMk cId="4265270483" sldId="257"/>
            <ac:picMk id="4" creationId="{DD60146D-515B-687B-F71A-D9570D3A08EA}"/>
          </ac:picMkLst>
        </pc:picChg>
      </pc:sldChg>
      <pc:sldChg chg="addSp delSp modSp add mod ord">
        <pc:chgData name="Arindam Ghosh" userId="7e012f24-33f2-4992-b2a4-b57fd690d1d6" providerId="ADAL" clId="{8D3996F6-90CB-4B45-B4D9-B7A1C0B25089}" dt="2025-02-12T11:58:04.513" v="117" actId="1076"/>
        <pc:sldMkLst>
          <pc:docMk/>
          <pc:sldMk cId="2607691264" sldId="258"/>
        </pc:sldMkLst>
        <pc:spChg chg="add mod">
          <ac:chgData name="Arindam Ghosh" userId="7e012f24-33f2-4992-b2a4-b57fd690d1d6" providerId="ADAL" clId="{8D3996F6-90CB-4B45-B4D9-B7A1C0B25089}" dt="2025-02-12T11:52:08.978" v="89" actId="1076"/>
          <ac:spMkLst>
            <pc:docMk/>
            <pc:sldMk cId="2607691264" sldId="258"/>
            <ac:spMk id="2" creationId="{EA1C3730-EB59-E62C-A67F-25DC650A81D8}"/>
          </ac:spMkLst>
        </pc:spChg>
        <pc:spChg chg="mod">
          <ac:chgData name="Arindam Ghosh" userId="7e012f24-33f2-4992-b2a4-b57fd690d1d6" providerId="ADAL" clId="{8D3996F6-90CB-4B45-B4D9-B7A1C0B25089}" dt="2025-02-12T11:56:16.601" v="112" actId="14100"/>
          <ac:spMkLst>
            <pc:docMk/>
            <pc:sldMk cId="2607691264" sldId="258"/>
            <ac:spMk id="3" creationId="{1C4FCDA3-C8EA-D5ED-6CB8-E751B74C684B}"/>
          </ac:spMkLst>
        </pc:spChg>
        <pc:spChg chg="mod">
          <ac:chgData name="Arindam Ghosh" userId="7e012f24-33f2-4992-b2a4-b57fd690d1d6" providerId="ADAL" clId="{8D3996F6-90CB-4B45-B4D9-B7A1C0B25089}" dt="2025-02-12T11:58:04.513" v="117" actId="1076"/>
          <ac:spMkLst>
            <pc:docMk/>
            <pc:sldMk cId="2607691264" sldId="258"/>
            <ac:spMk id="6" creationId="{3EB4C4C3-7A46-4D1F-59FF-FC900DCE84A2}"/>
          </ac:spMkLst>
        </pc:spChg>
        <pc:cxnChg chg="mod">
          <ac:chgData name="Arindam Ghosh" userId="7e012f24-33f2-4992-b2a4-b57fd690d1d6" providerId="ADAL" clId="{8D3996F6-90CB-4B45-B4D9-B7A1C0B25089}" dt="2025-02-12T11:51:51.978" v="85" actId="14100"/>
          <ac:cxnSpMkLst>
            <pc:docMk/>
            <pc:sldMk cId="2607691264" sldId="258"/>
            <ac:cxnSpMk id="8" creationId="{198C405B-52D9-0421-E949-9B38EEAB4493}"/>
          </ac:cxnSpMkLst>
        </pc:cxnChg>
      </pc:sldChg>
    </pc:docChg>
  </pc:docChgLst>
  <pc:docChgLst>
    <pc:chgData name="Alex Gyetvai" userId="8a180420-570c-40a3-a8a8-8554775c2ad8" providerId="ADAL" clId="{E99FB79C-3D81-4E98-8C48-8DEE7966AA2B}"/>
    <pc:docChg chg="modSld sldOrd">
      <pc:chgData name="Alex Gyetvai" userId="8a180420-570c-40a3-a8a8-8554775c2ad8" providerId="ADAL" clId="{E99FB79C-3D81-4E98-8C48-8DEE7966AA2B}" dt="2025-02-18T14:27:38.704" v="24"/>
      <pc:docMkLst>
        <pc:docMk/>
      </pc:docMkLst>
      <pc:sldChg chg="ord">
        <pc:chgData name="Alex Gyetvai" userId="8a180420-570c-40a3-a8a8-8554775c2ad8" providerId="ADAL" clId="{E99FB79C-3D81-4E98-8C48-8DEE7966AA2B}" dt="2025-02-18T14:27:38.704" v="24"/>
        <pc:sldMkLst>
          <pc:docMk/>
          <pc:sldMk cId="4265270483" sldId="257"/>
        </pc:sldMkLst>
      </pc:sldChg>
      <pc:sldChg chg="addSp modSp mod">
        <pc:chgData name="Alex Gyetvai" userId="8a180420-570c-40a3-a8a8-8554775c2ad8" providerId="ADAL" clId="{E99FB79C-3D81-4E98-8C48-8DEE7966AA2B}" dt="2025-02-12T11:56:08.041" v="22" actId="1076"/>
        <pc:sldMkLst>
          <pc:docMk/>
          <pc:sldMk cId="2607691264" sldId="258"/>
        </pc:sldMkLst>
        <pc:spChg chg="add mod">
          <ac:chgData name="Alex Gyetvai" userId="8a180420-570c-40a3-a8a8-8554775c2ad8" providerId="ADAL" clId="{E99FB79C-3D81-4E98-8C48-8DEE7966AA2B}" dt="2025-02-12T11:56:08.041" v="22" actId="1076"/>
          <ac:spMkLst>
            <pc:docMk/>
            <pc:sldMk cId="2607691264" sldId="258"/>
            <ac:spMk id="3" creationId="{1C4FCDA3-C8EA-D5ED-6CB8-E751B74C68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2F883-B915-4FA9-BC83-CEE5488727EE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5B8F3-9804-4B66-804B-81666ADD92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56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5B8F3-9804-4B66-804B-81666ADD925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6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73D6-3E0D-D90A-09ED-2F2972885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47BCE-CC32-53AC-3CD8-75C0D5755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4AE40-F57D-26E1-FEF0-2D1EFA81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7E439-BFFA-7A26-5FC9-61229427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56E8D-1191-A985-FA51-A7171274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49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5F6E-62D3-3B04-0B42-748584CF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1D2D-C0E4-6398-D521-934210B7D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6520-4699-B883-653C-83E9C519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B1834-02A6-3A8A-0FBF-E281258E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8F56-9A67-1579-AEA1-C1E199A6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66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A16E-C31C-ADCC-A642-09AE8289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8B7B3-BE8D-D45A-85F2-08F2BE7BB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7289B-BB68-4A4F-46F1-E45CE644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2839-6DEB-49CF-4A3E-966AC9EF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665F-0138-EE97-34D1-08C957F7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56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B99D-C672-94F8-9E39-94AD7497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6B12-9596-BDE8-403A-9D896856E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95376-2236-A47C-F86A-F76781BC4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FDF5A-8506-E1A3-4288-C00F9FBD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58B65-7528-52C8-A5BD-CD628648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632CD-C7B7-F18E-DC5C-CEF9FDE5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58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3CE9-BEBB-6CFE-3FAE-ED18C833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351DA-7198-FBD4-9BF3-7B3E7BCF7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0C977-6F62-2C95-076A-8F1FE29EE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6CDF5-69D4-0060-FC36-277192A54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70035-8A17-B566-342E-014B40145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D8E0B-6C24-7C49-4A99-D8675AEE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495C3B-3952-718E-A5D8-0CCAE90C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8AAE4-C566-33AC-5A90-EBF902F7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67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E31C-8E06-BAFF-5EBA-40C07844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FDFD7-B95E-091A-F5D2-A60AC464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1BE46-319F-5654-A935-64B17286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78C73-FCC6-2C98-5C76-9E00AF05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61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12C42-B0A9-5795-500C-F204AF9E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D823A-ECA8-7BC1-1773-B0778C89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D8C4-737C-64A5-B90E-3FD39C2F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61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5DC9-C2B2-3D4D-592D-B09D0DC7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F7EA-0DBC-828E-DDBE-D55152120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F4A30-C4D1-071A-8E62-D700AC79B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0211-8BD0-AA2D-982E-A616B0E4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F3B2E-C627-4C4C-1014-879D1900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E61F1-9DF8-FACB-5573-D19E175C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05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68E0-4DE7-F7C5-159F-CEF44138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8AC1D-32B8-CEE0-524E-DAF3834FA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64ED-2F24-0A37-26DC-C648C1E00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812D4-7EAA-B01F-3C73-488EC83E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26F7B-623B-04BE-BB34-0286BD9D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524A7-4CDA-4063-7BD1-23353589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75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9E20-161E-45A0-4074-B47DD278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D28D1-25BC-3CEE-DFE1-EF31D39A6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7811-BE80-AD0C-7FDD-077001F9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2D18E-3793-52C5-100C-59F7677A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CB823-4C74-FC3B-E461-9A07E9E1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55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7A36A-20ED-15C3-476A-38E35AD34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9A7DD-C5A1-0F19-4096-9B2FC4BE0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E28F-37F1-A450-670F-477DA01E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008AE-FD5A-86FE-B71B-5EC35210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EF0D-862D-0723-3E01-E84E27A8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38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7044D-F714-7A13-323B-97A64F7D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A7189-D18F-A3E8-FF4B-272160FEE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082FB-C761-E2D0-915A-C7A1974E0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1DE41-4CF2-49EC-8454-AEA81AC1A55D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9C2B-500A-2D0D-5320-306E0205B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6BEDE-FBC9-398F-7318-AD3F44FA5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52D16-10A7-4366-8EA2-3AA58621E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64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94DB8F00-9D1C-9F2E-0849-5EDD20158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DD60146D-515B-687B-F71A-D9570D3A0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C06F79-8BF0-DC68-AB1D-EEA4F8E7F339}"/>
              </a:ext>
            </a:extLst>
          </p:cNvPr>
          <p:cNvSpPr/>
          <p:nvPr/>
        </p:nvSpPr>
        <p:spPr>
          <a:xfrm>
            <a:off x="584199" y="3261784"/>
            <a:ext cx="1143001" cy="334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Pedal Demand % / Bar (Brake Pressure)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347CB3-D9BD-2E66-7528-C1C054607EBE}"/>
              </a:ext>
            </a:extLst>
          </p:cNvPr>
          <p:cNvSpPr/>
          <p:nvPr/>
        </p:nvSpPr>
        <p:spPr>
          <a:xfrm>
            <a:off x="3225802" y="2125135"/>
            <a:ext cx="1888066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9B9D91-4A97-0C22-28BB-084D1762B9FD}"/>
              </a:ext>
            </a:extLst>
          </p:cNvPr>
          <p:cNvCxnSpPr>
            <a:cxnSpLocks/>
          </p:cNvCxnSpPr>
          <p:nvPr/>
        </p:nvCxnSpPr>
        <p:spPr>
          <a:xfrm>
            <a:off x="1854200" y="2582335"/>
            <a:ext cx="3344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DE6CF9-9B95-4E48-43F5-38B351681C36}"/>
              </a:ext>
            </a:extLst>
          </p:cNvPr>
          <p:cNvSpPr txBox="1"/>
          <p:nvPr/>
        </p:nvSpPr>
        <p:spPr>
          <a:xfrm>
            <a:off x="6096000" y="16936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DiL</a:t>
            </a:r>
          </a:p>
        </p:txBody>
      </p:sp>
    </p:spTree>
    <p:extLst>
      <p:ext uri="{BB962C8B-B14F-4D97-AF65-F5344CB8AC3E}">
        <p14:creationId xmlns:p14="http://schemas.microsoft.com/office/powerpoint/2010/main" val="426527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1FB9-A718-AB67-F2B8-8095531C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5010069C-9385-7384-5345-ED30149F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12571A-DF40-350D-55F5-E58EE4B27B7A}"/>
              </a:ext>
            </a:extLst>
          </p:cNvPr>
          <p:cNvSpPr/>
          <p:nvPr/>
        </p:nvSpPr>
        <p:spPr>
          <a:xfrm>
            <a:off x="584199" y="3261784"/>
            <a:ext cx="1143001" cy="334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Pedal Demand % / Bar (Brake Pressure)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B4C4C3-7A46-4D1F-59FF-FC900DCE84A2}"/>
              </a:ext>
            </a:extLst>
          </p:cNvPr>
          <p:cNvSpPr/>
          <p:nvPr/>
        </p:nvSpPr>
        <p:spPr>
          <a:xfrm>
            <a:off x="3217175" y="2099734"/>
            <a:ext cx="5266265" cy="13292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8C405B-52D9-0421-E949-9B38EEAB4493}"/>
              </a:ext>
            </a:extLst>
          </p:cNvPr>
          <p:cNvCxnSpPr>
            <a:cxnSpLocks/>
          </p:cNvCxnSpPr>
          <p:nvPr/>
        </p:nvCxnSpPr>
        <p:spPr>
          <a:xfrm>
            <a:off x="1854200" y="2582335"/>
            <a:ext cx="6773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1C3730-EB59-E62C-A67F-25DC650A81D8}"/>
              </a:ext>
            </a:extLst>
          </p:cNvPr>
          <p:cNvSpPr txBox="1"/>
          <p:nvPr/>
        </p:nvSpPr>
        <p:spPr>
          <a:xfrm>
            <a:off x="4012769" y="254569"/>
            <a:ext cx="416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Our Local Machine (For Testing Purpose)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FCDA3-C8EA-D5ED-6CB8-E751B74C684B}"/>
              </a:ext>
            </a:extLst>
          </p:cNvPr>
          <p:cNvSpPr txBox="1"/>
          <p:nvPr/>
        </p:nvSpPr>
        <p:spPr>
          <a:xfrm>
            <a:off x="9280788" y="2366891"/>
            <a:ext cx="492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err="1"/>
              <a:t>nMGU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607691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Arindam Ghosh</dc:creator>
  <cp:lastModifiedBy>Alex Gyetvai</cp:lastModifiedBy>
  <cp:revision>1</cp:revision>
  <dcterms:created xsi:type="dcterms:W3CDTF">2025-02-12T11:27:18Z</dcterms:created>
  <dcterms:modified xsi:type="dcterms:W3CDTF">2025-02-19T11:23:13Z</dcterms:modified>
</cp:coreProperties>
</file>