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4" r:id="rId2"/>
    <p:sldId id="2147480095" r:id="rId3"/>
    <p:sldId id="2147480094" r:id="rId4"/>
    <p:sldId id="2147480096" r:id="rId5"/>
    <p:sldId id="2147480099" r:id="rId6"/>
    <p:sldId id="214748009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82BF7-3A03-46B5-949F-7FD7C7E603CA}" v="6" dt="2024-06-17T13:55:30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Gyetvai" userId="8a180420-570c-40a3-a8a8-8554775c2ad8" providerId="ADAL" clId="{0AC82BF7-3A03-46B5-949F-7FD7C7E603CA}"/>
    <pc:docChg chg="undo custSel addSld delSld modSld">
      <pc:chgData name="Alex Gyetvai" userId="8a180420-570c-40a3-a8a8-8554775c2ad8" providerId="ADAL" clId="{0AC82BF7-3A03-46B5-949F-7FD7C7E603CA}" dt="2024-06-17T14:11:14.565" v="186" actId="20577"/>
      <pc:docMkLst>
        <pc:docMk/>
      </pc:docMkLst>
      <pc:sldChg chg="new del">
        <pc:chgData name="Alex Gyetvai" userId="8a180420-570c-40a3-a8a8-8554775c2ad8" providerId="ADAL" clId="{0AC82BF7-3A03-46B5-949F-7FD7C7E603CA}" dt="2024-06-17T13:49:44.088" v="1" actId="2696"/>
        <pc:sldMkLst>
          <pc:docMk/>
          <pc:sldMk cId="3714495676" sldId="2147480098"/>
        </pc:sldMkLst>
      </pc:sldChg>
      <pc:sldChg chg="addSp delSp modSp mod">
        <pc:chgData name="Alex Gyetvai" userId="8a180420-570c-40a3-a8a8-8554775c2ad8" providerId="ADAL" clId="{0AC82BF7-3A03-46B5-949F-7FD7C7E603CA}" dt="2024-06-17T14:11:14.565" v="186" actId="20577"/>
        <pc:sldMkLst>
          <pc:docMk/>
          <pc:sldMk cId="2857318123" sldId="2147480099"/>
        </pc:sldMkLst>
        <pc:spChg chg="mod topLvl">
          <ac:chgData name="Alex Gyetvai" userId="8a180420-570c-40a3-a8a8-8554775c2ad8" providerId="ADAL" clId="{0AC82BF7-3A03-46B5-949F-7FD7C7E603CA}" dt="2024-06-17T14:11:14.565" v="186" actId="20577"/>
          <ac:spMkLst>
            <pc:docMk/>
            <pc:sldMk cId="2857318123" sldId="2147480099"/>
            <ac:spMk id="3" creationId="{DCD14C7A-6DCB-B9DD-538E-78A559A3D7E0}"/>
          </ac:spMkLst>
        </pc:spChg>
        <pc:spChg chg="del mod topLvl">
          <ac:chgData name="Alex Gyetvai" userId="8a180420-570c-40a3-a8a8-8554775c2ad8" providerId="ADAL" clId="{0AC82BF7-3A03-46B5-949F-7FD7C7E603CA}" dt="2024-06-17T13:50:22.274" v="10" actId="478"/>
          <ac:spMkLst>
            <pc:docMk/>
            <pc:sldMk cId="2857318123" sldId="2147480099"/>
            <ac:spMk id="5" creationId="{D88FB86C-2EC4-6AD4-2DD3-F6B072ADE0D8}"/>
          </ac:spMkLst>
        </pc:spChg>
        <pc:spChg chg="del mod topLvl">
          <ac:chgData name="Alex Gyetvai" userId="8a180420-570c-40a3-a8a8-8554775c2ad8" providerId="ADAL" clId="{0AC82BF7-3A03-46B5-949F-7FD7C7E603CA}" dt="2024-06-17T13:50:23.154" v="11" actId="478"/>
          <ac:spMkLst>
            <pc:docMk/>
            <pc:sldMk cId="2857318123" sldId="2147480099"/>
            <ac:spMk id="18" creationId="{0488BAAD-220E-367B-F997-2177457D2727}"/>
          </ac:spMkLst>
        </pc:spChg>
        <pc:spChg chg="del mod topLvl">
          <ac:chgData name="Alex Gyetvai" userId="8a180420-570c-40a3-a8a8-8554775c2ad8" providerId="ADAL" clId="{0AC82BF7-3A03-46B5-949F-7FD7C7E603CA}" dt="2024-06-17T13:50:11.258" v="5" actId="478"/>
          <ac:spMkLst>
            <pc:docMk/>
            <pc:sldMk cId="2857318123" sldId="2147480099"/>
            <ac:spMk id="67" creationId="{23A52A47-4874-58B1-3AA4-C97AA7796B3B}"/>
          </ac:spMkLst>
        </pc:spChg>
        <pc:grpChg chg="add del mod topLvl">
          <ac:chgData name="Alex Gyetvai" userId="8a180420-570c-40a3-a8a8-8554775c2ad8" providerId="ADAL" clId="{0AC82BF7-3A03-46B5-949F-7FD7C7E603CA}" dt="2024-06-17T13:50:18.111" v="8" actId="165"/>
          <ac:grpSpMkLst>
            <pc:docMk/>
            <pc:sldMk cId="2857318123" sldId="2147480099"/>
            <ac:grpSpMk id="30" creationId="{07C84CAA-7026-5BDE-80AB-404251D16201}"/>
          </ac:grpSpMkLst>
        </pc:grpChg>
        <pc:grpChg chg="del">
          <ac:chgData name="Alex Gyetvai" userId="8a180420-570c-40a3-a8a8-8554775c2ad8" providerId="ADAL" clId="{0AC82BF7-3A03-46B5-949F-7FD7C7E603CA}" dt="2024-06-17T13:50:04.366" v="2" actId="165"/>
          <ac:grpSpMkLst>
            <pc:docMk/>
            <pc:sldMk cId="2857318123" sldId="2147480099"/>
            <ac:grpSpMk id="33" creationId="{F54768C5-8E12-0A19-1A3F-4077B9A8541E}"/>
          </ac:grpSpMkLst>
        </pc:grpChg>
        <pc:cxnChg chg="mod">
          <ac:chgData name="Alex Gyetvai" userId="8a180420-570c-40a3-a8a8-8554775c2ad8" providerId="ADAL" clId="{0AC82BF7-3A03-46B5-949F-7FD7C7E603CA}" dt="2024-06-17T13:50:11.258" v="5" actId="478"/>
          <ac:cxnSpMkLst>
            <pc:docMk/>
            <pc:sldMk cId="2857318123" sldId="2147480099"/>
            <ac:cxnSpMk id="36" creationId="{2B9C392C-66DA-9ABF-0EB5-770AFF673429}"/>
          </ac:cxnSpMkLst>
        </pc:cxnChg>
        <pc:cxnChg chg="del mod topLvl">
          <ac:chgData name="Alex Gyetvai" userId="8a180420-570c-40a3-a8a8-8554775c2ad8" providerId="ADAL" clId="{0AC82BF7-3A03-46B5-949F-7FD7C7E603CA}" dt="2024-06-17T13:50:24.429" v="13" actId="478"/>
          <ac:cxnSpMkLst>
            <pc:docMk/>
            <pc:sldMk cId="2857318123" sldId="2147480099"/>
            <ac:cxnSpMk id="93" creationId="{7B450EA7-14CE-259C-1F7D-A16C047BC2AC}"/>
          </ac:cxnSpMkLst>
        </pc:cxnChg>
        <pc:cxnChg chg="del mod topLvl">
          <ac:chgData name="Alex Gyetvai" userId="8a180420-570c-40a3-a8a8-8554775c2ad8" providerId="ADAL" clId="{0AC82BF7-3A03-46B5-949F-7FD7C7E603CA}" dt="2024-06-17T13:50:25.209" v="14" actId="478"/>
          <ac:cxnSpMkLst>
            <pc:docMk/>
            <pc:sldMk cId="2857318123" sldId="2147480099"/>
            <ac:cxnSpMk id="95" creationId="{1D2DD302-134B-AFE5-44E0-FF4A0CA6938D}"/>
          </ac:cxnSpMkLst>
        </pc:cxnChg>
        <pc:cxnChg chg="del mod topLvl">
          <ac:chgData name="Alex Gyetvai" userId="8a180420-570c-40a3-a8a8-8554775c2ad8" providerId="ADAL" clId="{0AC82BF7-3A03-46B5-949F-7FD7C7E603CA}" dt="2024-06-17T13:50:23.705" v="12" actId="478"/>
          <ac:cxnSpMkLst>
            <pc:docMk/>
            <pc:sldMk cId="2857318123" sldId="2147480099"/>
            <ac:cxnSpMk id="102" creationId="{ACC08779-2DF7-4AA4-AE2B-BCD06E8F5DD6}"/>
          </ac:cxnSpMkLst>
        </pc:cxnChg>
      </pc:sldChg>
    </pc:docChg>
  </pc:docChgLst>
  <pc:docChgLst>
    <pc:chgData name="Arindam Ghosh" userId="7e012f24-33f2-4992-b2a4-b57fd690d1d6" providerId="ADAL" clId="{5A5DEEB3-1821-482E-937A-0BBD8F430159}"/>
    <pc:docChg chg="undo custSel addSld delSld modSld sldOrd">
      <pc:chgData name="Arindam Ghosh" userId="7e012f24-33f2-4992-b2a4-b57fd690d1d6" providerId="ADAL" clId="{5A5DEEB3-1821-482E-937A-0BBD8F430159}" dt="2024-05-29T11:37:36.202" v="368" actId="14100"/>
      <pc:docMkLst>
        <pc:docMk/>
      </pc:docMkLst>
      <pc:sldChg chg="add del">
        <pc:chgData name="Arindam Ghosh" userId="7e012f24-33f2-4992-b2a4-b57fd690d1d6" providerId="ADAL" clId="{5A5DEEB3-1821-482E-937A-0BBD8F430159}" dt="2024-05-29T11:02:49.408" v="2"/>
        <pc:sldMkLst>
          <pc:docMk/>
          <pc:sldMk cId="1889362568" sldId="334"/>
        </pc:sldMkLst>
      </pc:sldChg>
      <pc:sldChg chg="addSp delSp modSp mod">
        <pc:chgData name="Arindam Ghosh" userId="7e012f24-33f2-4992-b2a4-b57fd690d1d6" providerId="ADAL" clId="{5A5DEEB3-1821-482E-937A-0BBD8F430159}" dt="2024-05-29T11:07:37.433" v="78"/>
        <pc:sldMkLst>
          <pc:docMk/>
          <pc:sldMk cId="974251912" sldId="2147480094"/>
        </pc:sldMkLst>
        <pc:spChg chg="mod">
          <ac:chgData name="Arindam Ghosh" userId="7e012f24-33f2-4992-b2a4-b57fd690d1d6" providerId="ADAL" clId="{5A5DEEB3-1821-482E-937A-0BBD8F430159}" dt="2024-05-29T11:04:24.985" v="33" actId="20577"/>
          <ac:spMkLst>
            <pc:docMk/>
            <pc:sldMk cId="974251912" sldId="2147480094"/>
            <ac:spMk id="2" creationId="{A97A0429-ECAD-7256-B9E0-B2363E53570B}"/>
          </ac:spMkLst>
        </pc:spChg>
        <pc:spChg chg="mod topLvl">
          <ac:chgData name="Arindam Ghosh" userId="7e012f24-33f2-4992-b2a4-b57fd690d1d6" providerId="ADAL" clId="{5A5DEEB3-1821-482E-937A-0BBD8F430159}" dt="2024-05-29T11:04:44.060" v="34" actId="165"/>
          <ac:spMkLst>
            <pc:docMk/>
            <pc:sldMk cId="974251912" sldId="2147480094"/>
            <ac:spMk id="3" creationId="{DCD14C7A-6DCB-B9DD-538E-78A559A3D7E0}"/>
          </ac:spMkLst>
        </pc:spChg>
        <pc:spChg chg="mod topLvl">
          <ac:chgData name="Arindam Ghosh" userId="7e012f24-33f2-4992-b2a4-b57fd690d1d6" providerId="ADAL" clId="{5A5DEEB3-1821-482E-937A-0BBD8F430159}" dt="2024-05-29T11:05:22.402" v="54" actId="164"/>
          <ac:spMkLst>
            <pc:docMk/>
            <pc:sldMk cId="974251912" sldId="2147480094"/>
            <ac:spMk id="4" creationId="{A17F9C57-C357-5900-69CF-A3780BDF14DE}"/>
          </ac:spMkLst>
        </pc:spChg>
        <pc:spChg chg="mod topLvl">
          <ac:chgData name="Arindam Ghosh" userId="7e012f24-33f2-4992-b2a4-b57fd690d1d6" providerId="ADAL" clId="{5A5DEEB3-1821-482E-937A-0BBD8F430159}" dt="2024-05-29T11:04:44.060" v="34" actId="165"/>
          <ac:spMkLst>
            <pc:docMk/>
            <pc:sldMk cId="974251912" sldId="2147480094"/>
            <ac:spMk id="5" creationId="{D88FB86C-2EC4-6AD4-2DD3-F6B072ADE0D8}"/>
          </ac:spMkLst>
        </pc:spChg>
        <pc:spChg chg="del mod topLvl">
          <ac:chgData name="Arindam Ghosh" userId="7e012f24-33f2-4992-b2a4-b57fd690d1d6" providerId="ADAL" clId="{5A5DEEB3-1821-482E-937A-0BBD8F430159}" dt="2024-05-29T11:04:47.543" v="36" actId="478"/>
          <ac:spMkLst>
            <pc:docMk/>
            <pc:sldMk cId="974251912" sldId="2147480094"/>
            <ac:spMk id="7" creationId="{D97FC487-F287-8F59-BDE9-097C30594DDA}"/>
          </ac:spMkLst>
        </pc:spChg>
        <pc:spChg chg="del mod topLvl">
          <ac:chgData name="Arindam Ghosh" userId="7e012f24-33f2-4992-b2a4-b57fd690d1d6" providerId="ADAL" clId="{5A5DEEB3-1821-482E-937A-0BBD8F430159}" dt="2024-05-29T11:04:48.223" v="37" actId="478"/>
          <ac:spMkLst>
            <pc:docMk/>
            <pc:sldMk cId="974251912" sldId="2147480094"/>
            <ac:spMk id="8" creationId="{C7DC9218-8A24-FF63-0820-DD1E49AF97AF}"/>
          </ac:spMkLst>
        </pc:spChg>
        <pc:spChg chg="del mod topLvl">
          <ac:chgData name="Arindam Ghosh" userId="7e012f24-33f2-4992-b2a4-b57fd690d1d6" providerId="ADAL" clId="{5A5DEEB3-1821-482E-937A-0BBD8F430159}" dt="2024-05-29T11:04:50.618" v="42" actId="478"/>
          <ac:spMkLst>
            <pc:docMk/>
            <pc:sldMk cId="974251912" sldId="2147480094"/>
            <ac:spMk id="9" creationId="{7E876A97-52D3-92EB-766A-184FF7D5A3C5}"/>
          </ac:spMkLst>
        </pc:spChg>
        <pc:spChg chg="mod topLvl">
          <ac:chgData name="Arindam Ghosh" userId="7e012f24-33f2-4992-b2a4-b57fd690d1d6" providerId="ADAL" clId="{5A5DEEB3-1821-482E-937A-0BBD8F430159}" dt="2024-05-29T11:05:22.402" v="54" actId="164"/>
          <ac:spMkLst>
            <pc:docMk/>
            <pc:sldMk cId="974251912" sldId="2147480094"/>
            <ac:spMk id="12" creationId="{6C535363-2245-AB95-1BA7-1D7ADDB06577}"/>
          </ac:spMkLst>
        </pc:spChg>
        <pc:spChg chg="mod">
          <ac:chgData name="Arindam Ghosh" userId="7e012f24-33f2-4992-b2a4-b57fd690d1d6" providerId="ADAL" clId="{5A5DEEB3-1821-482E-937A-0BBD8F430159}" dt="2024-05-29T11:04:58.475" v="51"/>
          <ac:spMkLst>
            <pc:docMk/>
            <pc:sldMk cId="974251912" sldId="2147480094"/>
            <ac:spMk id="16" creationId="{B19D0D23-F611-C276-6CD5-8C26C30F373F}"/>
          </ac:spMkLst>
        </pc:spChg>
        <pc:spChg chg="mod">
          <ac:chgData name="Arindam Ghosh" userId="7e012f24-33f2-4992-b2a4-b57fd690d1d6" providerId="ADAL" clId="{5A5DEEB3-1821-482E-937A-0BBD8F430159}" dt="2024-05-29T11:04:58.475" v="51"/>
          <ac:spMkLst>
            <pc:docMk/>
            <pc:sldMk cId="974251912" sldId="2147480094"/>
            <ac:spMk id="17" creationId="{93A4A45C-6731-2C2F-0C99-262F3F7412F1}"/>
          </ac:spMkLst>
        </pc:spChg>
        <pc:spChg chg="mod topLvl">
          <ac:chgData name="Arindam Ghosh" userId="7e012f24-33f2-4992-b2a4-b57fd690d1d6" providerId="ADAL" clId="{5A5DEEB3-1821-482E-937A-0BBD8F430159}" dt="2024-05-29T11:04:44.060" v="34" actId="165"/>
          <ac:spMkLst>
            <pc:docMk/>
            <pc:sldMk cId="974251912" sldId="2147480094"/>
            <ac:spMk id="18" creationId="{0488BAAD-220E-367B-F997-2177457D2727}"/>
          </ac:spMkLst>
        </pc:spChg>
        <pc:spChg chg="mod">
          <ac:chgData name="Arindam Ghosh" userId="7e012f24-33f2-4992-b2a4-b57fd690d1d6" providerId="ADAL" clId="{5A5DEEB3-1821-482E-937A-0BBD8F430159}" dt="2024-05-29T11:05:06.775" v="52"/>
          <ac:spMkLst>
            <pc:docMk/>
            <pc:sldMk cId="974251912" sldId="2147480094"/>
            <ac:spMk id="22" creationId="{F27210E9-36D6-ABB8-071C-D5F3AB23FDC7}"/>
          </ac:spMkLst>
        </pc:spChg>
        <pc:spChg chg="mod">
          <ac:chgData name="Arindam Ghosh" userId="7e012f24-33f2-4992-b2a4-b57fd690d1d6" providerId="ADAL" clId="{5A5DEEB3-1821-482E-937A-0BBD8F430159}" dt="2024-05-29T11:05:06.775" v="52"/>
          <ac:spMkLst>
            <pc:docMk/>
            <pc:sldMk cId="974251912" sldId="2147480094"/>
            <ac:spMk id="23" creationId="{5BEC2220-77D5-D1D5-4865-06F87FD1C7A4}"/>
          </ac:spMkLst>
        </pc:spChg>
        <pc:spChg chg="del mod topLvl">
          <ac:chgData name="Arindam Ghosh" userId="7e012f24-33f2-4992-b2a4-b57fd690d1d6" providerId="ADAL" clId="{5A5DEEB3-1821-482E-937A-0BBD8F430159}" dt="2024-05-29T11:04:48.643" v="39" actId="478"/>
          <ac:spMkLst>
            <pc:docMk/>
            <pc:sldMk cId="974251912" sldId="2147480094"/>
            <ac:spMk id="24" creationId="{EA03A32A-5DBD-01C2-EB81-E135248D07E9}"/>
          </ac:spMkLst>
        </pc:spChg>
        <pc:spChg chg="del mod topLvl">
          <ac:chgData name="Arindam Ghosh" userId="7e012f24-33f2-4992-b2a4-b57fd690d1d6" providerId="ADAL" clId="{5A5DEEB3-1821-482E-937A-0BBD8F430159}" dt="2024-05-29T11:04:53.378" v="46" actId="478"/>
          <ac:spMkLst>
            <pc:docMk/>
            <pc:sldMk cId="974251912" sldId="2147480094"/>
            <ac:spMk id="25" creationId="{39B10184-D95A-B319-9899-26F26B9CDED6}"/>
          </ac:spMkLst>
        </pc:spChg>
        <pc:spChg chg="add mod">
          <ac:chgData name="Arindam Ghosh" userId="7e012f24-33f2-4992-b2a4-b57fd690d1d6" providerId="ADAL" clId="{5A5DEEB3-1821-482E-937A-0BBD8F430159}" dt="2024-05-29T11:05:13.291" v="53"/>
          <ac:spMkLst>
            <pc:docMk/>
            <pc:sldMk cId="974251912" sldId="2147480094"/>
            <ac:spMk id="29" creationId="{8C808E35-CEA5-1D65-DBDD-479288D3C915}"/>
          </ac:spMkLst>
        </pc:spChg>
        <pc:spChg chg="mod">
          <ac:chgData name="Arindam Ghosh" userId="7e012f24-33f2-4992-b2a4-b57fd690d1d6" providerId="ADAL" clId="{5A5DEEB3-1821-482E-937A-0BBD8F430159}" dt="2024-05-29T11:07:37.433" v="78"/>
          <ac:spMkLst>
            <pc:docMk/>
            <pc:sldMk cId="974251912" sldId="2147480094"/>
            <ac:spMk id="32" creationId="{2F8E6930-EA02-3D85-2EB9-EA8F65584291}"/>
          </ac:spMkLst>
        </pc:spChg>
        <pc:spChg chg="mod">
          <ac:chgData name="Arindam Ghosh" userId="7e012f24-33f2-4992-b2a4-b57fd690d1d6" providerId="ADAL" clId="{5A5DEEB3-1821-482E-937A-0BBD8F430159}" dt="2024-05-29T11:07:37.433" v="78"/>
          <ac:spMkLst>
            <pc:docMk/>
            <pc:sldMk cId="974251912" sldId="2147480094"/>
            <ac:spMk id="34" creationId="{B8EBE534-FC5B-3735-306E-B938BCB304CF}"/>
          </ac:spMkLst>
        </pc:spChg>
        <pc:spChg chg="mod topLvl">
          <ac:chgData name="Arindam Ghosh" userId="7e012f24-33f2-4992-b2a4-b57fd690d1d6" providerId="ADAL" clId="{5A5DEEB3-1821-482E-937A-0BBD8F430159}" dt="2024-05-29T11:04:44.060" v="34" actId="165"/>
          <ac:spMkLst>
            <pc:docMk/>
            <pc:sldMk cId="974251912" sldId="2147480094"/>
            <ac:spMk id="67" creationId="{23A52A47-4874-58B1-3AA4-C97AA7796B3B}"/>
          </ac:spMkLst>
        </pc:spChg>
        <pc:spChg chg="del mod topLvl">
          <ac:chgData name="Arindam Ghosh" userId="7e012f24-33f2-4992-b2a4-b57fd690d1d6" providerId="ADAL" clId="{5A5DEEB3-1821-482E-937A-0BBD8F430159}" dt="2024-05-29T11:04:46.538" v="35" actId="478"/>
          <ac:spMkLst>
            <pc:docMk/>
            <pc:sldMk cId="974251912" sldId="2147480094"/>
            <ac:spMk id="68" creationId="{307F85F1-CEBB-A13B-9BAE-23641A38CCE6}"/>
          </ac:spMkLst>
        </pc:spChg>
        <pc:spChg chg="del mod topLvl">
          <ac:chgData name="Arindam Ghosh" userId="7e012f24-33f2-4992-b2a4-b57fd690d1d6" providerId="ADAL" clId="{5A5DEEB3-1821-482E-937A-0BBD8F430159}" dt="2024-05-29T11:04:57.032" v="50" actId="478"/>
          <ac:spMkLst>
            <pc:docMk/>
            <pc:sldMk cId="974251912" sldId="2147480094"/>
            <ac:spMk id="118" creationId="{E90684F5-4F9A-96D1-BF15-F2C148D8C5B1}"/>
          </ac:spMkLst>
        </pc:spChg>
        <pc:grpChg chg="del">
          <ac:chgData name="Arindam Ghosh" userId="7e012f24-33f2-4992-b2a4-b57fd690d1d6" providerId="ADAL" clId="{5A5DEEB3-1821-482E-937A-0BBD8F430159}" dt="2024-05-29T11:04:44.060" v="34" actId="165"/>
          <ac:grpSpMkLst>
            <pc:docMk/>
            <pc:sldMk cId="974251912" sldId="2147480094"/>
            <ac:grpSpMk id="6" creationId="{2C2ED1FB-944F-A53C-DD8D-58DE00CFCF10}"/>
          </ac:grpSpMkLst>
        </pc:grpChg>
        <pc:grpChg chg="add mod">
          <ac:chgData name="Arindam Ghosh" userId="7e012f24-33f2-4992-b2a4-b57fd690d1d6" providerId="ADAL" clId="{5A5DEEB3-1821-482E-937A-0BBD8F430159}" dt="2024-05-29T11:04:58.475" v="51"/>
          <ac:grpSpMkLst>
            <pc:docMk/>
            <pc:sldMk cId="974251912" sldId="2147480094"/>
            <ac:grpSpMk id="14" creationId="{DE7F7B5F-ED8F-7D90-8DED-AD60BE1BC212}"/>
          </ac:grpSpMkLst>
        </pc:grpChg>
        <pc:grpChg chg="add mod">
          <ac:chgData name="Arindam Ghosh" userId="7e012f24-33f2-4992-b2a4-b57fd690d1d6" providerId="ADAL" clId="{5A5DEEB3-1821-482E-937A-0BBD8F430159}" dt="2024-05-29T11:05:06.775" v="52"/>
          <ac:grpSpMkLst>
            <pc:docMk/>
            <pc:sldMk cId="974251912" sldId="2147480094"/>
            <ac:grpSpMk id="21" creationId="{37BF02EF-E2EF-6725-B975-9F2E310E7289}"/>
          </ac:grpSpMkLst>
        </pc:grpChg>
        <pc:grpChg chg="add del mod">
          <ac:chgData name="Arindam Ghosh" userId="7e012f24-33f2-4992-b2a4-b57fd690d1d6" providerId="ADAL" clId="{5A5DEEB3-1821-482E-937A-0BBD8F430159}" dt="2024-05-29T11:07:26.171" v="75" actId="478"/>
          <ac:grpSpMkLst>
            <pc:docMk/>
            <pc:sldMk cId="974251912" sldId="2147480094"/>
            <ac:grpSpMk id="30" creationId="{7A658E17-6677-B755-BE03-FFB237ED7D5E}"/>
          </ac:grpSpMkLst>
        </pc:grpChg>
        <pc:grpChg chg="add mod">
          <ac:chgData name="Arindam Ghosh" userId="7e012f24-33f2-4992-b2a4-b57fd690d1d6" providerId="ADAL" clId="{5A5DEEB3-1821-482E-937A-0BBD8F430159}" dt="2024-05-29T11:07:37.433" v="78"/>
          <ac:grpSpMkLst>
            <pc:docMk/>
            <pc:sldMk cId="974251912" sldId="2147480094"/>
            <ac:grpSpMk id="31" creationId="{3643EF6B-E08F-385E-625D-B0E3DBD067E1}"/>
          </ac:grpSpMkLst>
        </pc:grpChg>
        <pc:cxnChg chg="del mod topLvl">
          <ac:chgData name="Arindam Ghosh" userId="7e012f24-33f2-4992-b2a4-b57fd690d1d6" providerId="ADAL" clId="{5A5DEEB3-1821-482E-937A-0BBD8F430159}" dt="2024-05-29T11:04:54.230" v="47" actId="478"/>
          <ac:cxnSpMkLst>
            <pc:docMk/>
            <pc:sldMk cId="974251912" sldId="2147480094"/>
            <ac:cxnSpMk id="15" creationId="{F28A1A2F-2703-075A-23E0-34336291700A}"/>
          </ac:cxnSpMkLst>
        </pc:cxnChg>
        <pc:cxnChg chg="add mod">
          <ac:chgData name="Arindam Ghosh" userId="7e012f24-33f2-4992-b2a4-b57fd690d1d6" providerId="ADAL" clId="{5A5DEEB3-1821-482E-937A-0BBD8F430159}" dt="2024-05-29T11:04:58.475" v="51"/>
          <ac:cxnSpMkLst>
            <pc:docMk/>
            <pc:sldMk cId="974251912" sldId="2147480094"/>
            <ac:cxnSpMk id="19" creationId="{553FBFBA-1274-85A3-72B6-4298B7B4ADBB}"/>
          </ac:cxnSpMkLst>
        </pc:cxnChg>
        <pc:cxnChg chg="add mod">
          <ac:chgData name="Arindam Ghosh" userId="7e012f24-33f2-4992-b2a4-b57fd690d1d6" providerId="ADAL" clId="{5A5DEEB3-1821-482E-937A-0BBD8F430159}" dt="2024-05-29T11:04:58.475" v="51"/>
          <ac:cxnSpMkLst>
            <pc:docMk/>
            <pc:sldMk cId="974251912" sldId="2147480094"/>
            <ac:cxnSpMk id="20" creationId="{E2C4E212-519C-72A9-8A83-3E9D123EE534}"/>
          </ac:cxnSpMkLst>
        </pc:cxnChg>
        <pc:cxnChg chg="del mod topLvl">
          <ac:chgData name="Arindam Ghosh" userId="7e012f24-33f2-4992-b2a4-b57fd690d1d6" providerId="ADAL" clId="{5A5DEEB3-1821-482E-937A-0BBD8F430159}" dt="2024-05-29T11:04:52.725" v="45" actId="478"/>
          <ac:cxnSpMkLst>
            <pc:docMk/>
            <pc:sldMk cId="974251912" sldId="2147480094"/>
            <ac:cxnSpMk id="26" creationId="{EA69375B-9DB4-5B25-772F-5510022F492E}"/>
          </ac:cxnSpMkLst>
        </pc:cxnChg>
        <pc:cxnChg chg="add mod">
          <ac:chgData name="Arindam Ghosh" userId="7e012f24-33f2-4992-b2a4-b57fd690d1d6" providerId="ADAL" clId="{5A5DEEB3-1821-482E-937A-0BBD8F430159}" dt="2024-05-29T11:05:06.775" v="52"/>
          <ac:cxnSpMkLst>
            <pc:docMk/>
            <pc:sldMk cId="974251912" sldId="2147480094"/>
            <ac:cxnSpMk id="27" creationId="{EEAE0F50-982A-DEC3-EB29-F0CCB3969BC8}"/>
          </ac:cxnSpMkLst>
        </pc:cxnChg>
        <pc:cxnChg chg="add mod">
          <ac:chgData name="Arindam Ghosh" userId="7e012f24-33f2-4992-b2a4-b57fd690d1d6" providerId="ADAL" clId="{5A5DEEB3-1821-482E-937A-0BBD8F430159}" dt="2024-05-29T11:05:06.775" v="52"/>
          <ac:cxnSpMkLst>
            <pc:docMk/>
            <pc:sldMk cId="974251912" sldId="2147480094"/>
            <ac:cxnSpMk id="28" creationId="{AF9046AC-1BFB-F6D6-4218-997A09E93E5A}"/>
          </ac:cxnSpMkLst>
        </pc:cxnChg>
        <pc:cxnChg chg="del mod topLvl">
          <ac:chgData name="Arindam Ghosh" userId="7e012f24-33f2-4992-b2a4-b57fd690d1d6" providerId="ADAL" clId="{5A5DEEB3-1821-482E-937A-0BBD8F430159}" dt="2024-05-29T11:04:49.742" v="40" actId="478"/>
          <ac:cxnSpMkLst>
            <pc:docMk/>
            <pc:sldMk cId="974251912" sldId="2147480094"/>
            <ac:cxnSpMk id="33" creationId="{7EF508C4-8A81-A742-7EED-00B87D09CF1D}"/>
          </ac:cxnSpMkLst>
        </pc:cxnChg>
        <pc:cxnChg chg="mod">
          <ac:chgData name="Arindam Ghosh" userId="7e012f24-33f2-4992-b2a4-b57fd690d1d6" providerId="ADAL" clId="{5A5DEEB3-1821-482E-937A-0BBD8F430159}" dt="2024-05-29T11:07:37.433" v="78"/>
          <ac:cxnSpMkLst>
            <pc:docMk/>
            <pc:sldMk cId="974251912" sldId="2147480094"/>
            <ac:cxnSpMk id="35" creationId="{DA3D68AD-A232-E556-7F0F-BB26AEF24391}"/>
          </ac:cxnSpMkLst>
        </pc:cxnChg>
        <pc:cxnChg chg="del mod topLvl">
          <ac:chgData name="Arindam Ghosh" userId="7e012f24-33f2-4992-b2a4-b57fd690d1d6" providerId="ADAL" clId="{5A5DEEB3-1821-482E-937A-0BBD8F430159}" dt="2024-05-29T11:04:51.716" v="44" actId="478"/>
          <ac:cxnSpMkLst>
            <pc:docMk/>
            <pc:sldMk cId="974251912" sldId="2147480094"/>
            <ac:cxnSpMk id="38" creationId="{BDBBE6A8-2DE4-6D08-5E02-B17F90F3B1E0}"/>
          </ac:cxnSpMkLst>
        </pc:cxnChg>
        <pc:cxnChg chg="del mod topLvl">
          <ac:chgData name="Arindam Ghosh" userId="7e012f24-33f2-4992-b2a4-b57fd690d1d6" providerId="ADAL" clId="{5A5DEEB3-1821-482E-937A-0BBD8F430159}" dt="2024-05-29T11:04:55.401" v="48" actId="478"/>
          <ac:cxnSpMkLst>
            <pc:docMk/>
            <pc:sldMk cId="974251912" sldId="2147480094"/>
            <ac:cxnSpMk id="46" creationId="{326D6583-0569-4B51-BF51-F38B47146247}"/>
          </ac:cxnSpMkLst>
        </pc:cxnChg>
        <pc:cxnChg chg="del mod topLvl">
          <ac:chgData name="Arindam Ghosh" userId="7e012f24-33f2-4992-b2a4-b57fd690d1d6" providerId="ADAL" clId="{5A5DEEB3-1821-482E-937A-0BBD8F430159}" dt="2024-05-29T11:04:56.385" v="49" actId="478"/>
          <ac:cxnSpMkLst>
            <pc:docMk/>
            <pc:sldMk cId="974251912" sldId="2147480094"/>
            <ac:cxnSpMk id="52" creationId="{CE6CDBC4-E97B-4A76-0CE0-13490A3AD67B}"/>
          </ac:cxnSpMkLst>
        </pc:cxnChg>
        <pc:cxnChg chg="del mod topLvl">
          <ac:chgData name="Arindam Ghosh" userId="7e012f24-33f2-4992-b2a4-b57fd690d1d6" providerId="ADAL" clId="{5A5DEEB3-1821-482E-937A-0BBD8F430159}" dt="2024-05-29T11:07:28.508" v="76" actId="478"/>
          <ac:cxnSpMkLst>
            <pc:docMk/>
            <pc:sldMk cId="974251912" sldId="2147480094"/>
            <ac:cxnSpMk id="60" creationId="{202859E2-2C02-9CEB-5AF1-E28FD2958E48}"/>
          </ac:cxnSpMkLst>
        </pc:cxnChg>
        <pc:cxnChg chg="mod topLvl">
          <ac:chgData name="Arindam Ghosh" userId="7e012f24-33f2-4992-b2a4-b57fd690d1d6" providerId="ADAL" clId="{5A5DEEB3-1821-482E-937A-0BBD8F430159}" dt="2024-05-29T11:04:44.060" v="34" actId="165"/>
          <ac:cxnSpMkLst>
            <pc:docMk/>
            <pc:sldMk cId="974251912" sldId="2147480094"/>
            <ac:cxnSpMk id="93" creationId="{7B450EA7-14CE-259C-1F7D-A16C047BC2AC}"/>
          </ac:cxnSpMkLst>
        </pc:cxnChg>
        <pc:cxnChg chg="mod topLvl">
          <ac:chgData name="Arindam Ghosh" userId="7e012f24-33f2-4992-b2a4-b57fd690d1d6" providerId="ADAL" clId="{5A5DEEB3-1821-482E-937A-0BBD8F430159}" dt="2024-05-29T11:04:44.060" v="34" actId="165"/>
          <ac:cxnSpMkLst>
            <pc:docMk/>
            <pc:sldMk cId="974251912" sldId="2147480094"/>
            <ac:cxnSpMk id="95" creationId="{1D2DD302-134B-AFE5-44E0-FF4A0CA6938D}"/>
          </ac:cxnSpMkLst>
        </pc:cxnChg>
        <pc:cxnChg chg="mod topLvl">
          <ac:chgData name="Arindam Ghosh" userId="7e012f24-33f2-4992-b2a4-b57fd690d1d6" providerId="ADAL" clId="{5A5DEEB3-1821-482E-937A-0BBD8F430159}" dt="2024-05-29T11:04:44.060" v="34" actId="165"/>
          <ac:cxnSpMkLst>
            <pc:docMk/>
            <pc:sldMk cId="974251912" sldId="2147480094"/>
            <ac:cxnSpMk id="102" creationId="{ACC08779-2DF7-4AA4-AE2B-BCD06E8F5DD6}"/>
          </ac:cxnSpMkLst>
        </pc:cxnChg>
      </pc:sldChg>
      <pc:sldChg chg="addSp delSp modSp mod ord">
        <pc:chgData name="Arindam Ghosh" userId="7e012f24-33f2-4992-b2a4-b57fd690d1d6" providerId="ADAL" clId="{5A5DEEB3-1821-482E-937A-0BBD8F430159}" dt="2024-05-29T11:15:34.965" v="156" actId="20577"/>
        <pc:sldMkLst>
          <pc:docMk/>
          <pc:sldMk cId="25719986" sldId="2147480095"/>
        </pc:sldMkLst>
        <pc:spChg chg="mod">
          <ac:chgData name="Arindam Ghosh" userId="7e012f24-33f2-4992-b2a4-b57fd690d1d6" providerId="ADAL" clId="{5A5DEEB3-1821-482E-937A-0BBD8F430159}" dt="2024-05-29T11:06:11.231" v="70"/>
          <ac:spMkLst>
            <pc:docMk/>
            <pc:sldMk cId="25719986" sldId="2147480095"/>
            <ac:spMk id="2" creationId="{A97A0429-ECAD-7256-B9E0-B2363E53570B}"/>
          </ac:spMkLst>
        </pc:spChg>
        <pc:spChg chg="mod">
          <ac:chgData name="Arindam Ghosh" userId="7e012f24-33f2-4992-b2a4-b57fd690d1d6" providerId="ADAL" clId="{5A5DEEB3-1821-482E-937A-0BBD8F430159}" dt="2024-05-29T11:06:57.530" v="71" actId="1076"/>
          <ac:spMkLst>
            <pc:docMk/>
            <pc:sldMk cId="25719986" sldId="2147480095"/>
            <ac:spMk id="20" creationId="{0131C448-7CF2-D451-3865-080753B73185}"/>
          </ac:spMkLst>
        </pc:spChg>
        <pc:spChg chg="mod">
          <ac:chgData name="Arindam Ghosh" userId="7e012f24-33f2-4992-b2a4-b57fd690d1d6" providerId="ADAL" clId="{5A5DEEB3-1821-482E-937A-0BBD8F430159}" dt="2024-05-29T11:06:57.530" v="71" actId="1076"/>
          <ac:spMkLst>
            <pc:docMk/>
            <pc:sldMk cId="25719986" sldId="2147480095"/>
            <ac:spMk id="21" creationId="{C8A2C1BF-ABC4-0AD1-5864-D876AC3087AF}"/>
          </ac:spMkLst>
        </pc:spChg>
        <pc:spChg chg="mod">
          <ac:chgData name="Arindam Ghosh" userId="7e012f24-33f2-4992-b2a4-b57fd690d1d6" providerId="ADAL" clId="{5A5DEEB3-1821-482E-937A-0BBD8F430159}" dt="2024-05-29T11:06:57.530" v="71" actId="1076"/>
          <ac:spMkLst>
            <pc:docMk/>
            <pc:sldMk cId="25719986" sldId="2147480095"/>
            <ac:spMk id="22" creationId="{CEB87E27-F40A-6963-7C61-1B6DB42600FB}"/>
          </ac:spMkLst>
        </pc:spChg>
        <pc:spChg chg="mod">
          <ac:chgData name="Arindam Ghosh" userId="7e012f24-33f2-4992-b2a4-b57fd690d1d6" providerId="ADAL" clId="{5A5DEEB3-1821-482E-937A-0BBD8F430159}" dt="2024-05-29T11:06:57.530" v="71" actId="1076"/>
          <ac:spMkLst>
            <pc:docMk/>
            <pc:sldMk cId="25719986" sldId="2147480095"/>
            <ac:spMk id="23" creationId="{79B66E52-0D5A-9510-4037-03F38AB81121}"/>
          </ac:spMkLst>
        </pc:spChg>
        <pc:spChg chg="mod">
          <ac:chgData name="Arindam Ghosh" userId="7e012f24-33f2-4992-b2a4-b57fd690d1d6" providerId="ADAL" clId="{5A5DEEB3-1821-482E-937A-0BBD8F430159}" dt="2024-05-29T11:05:43.877" v="62"/>
          <ac:spMkLst>
            <pc:docMk/>
            <pc:sldMk cId="25719986" sldId="2147480095"/>
            <ac:spMk id="45" creationId="{334E1793-0E8A-60B4-534F-40579226E012}"/>
          </ac:spMkLst>
        </pc:spChg>
        <pc:spChg chg="mod">
          <ac:chgData name="Arindam Ghosh" userId="7e012f24-33f2-4992-b2a4-b57fd690d1d6" providerId="ADAL" clId="{5A5DEEB3-1821-482E-937A-0BBD8F430159}" dt="2024-05-29T11:05:43.877" v="62"/>
          <ac:spMkLst>
            <pc:docMk/>
            <pc:sldMk cId="25719986" sldId="2147480095"/>
            <ac:spMk id="47" creationId="{694CC477-C183-A354-95C0-7F74969703D0}"/>
          </ac:spMkLst>
        </pc:spChg>
        <pc:spChg chg="mod">
          <ac:chgData name="Arindam Ghosh" userId="7e012f24-33f2-4992-b2a4-b57fd690d1d6" providerId="ADAL" clId="{5A5DEEB3-1821-482E-937A-0BBD8F430159}" dt="2024-05-29T11:05:46.261" v="64"/>
          <ac:spMkLst>
            <pc:docMk/>
            <pc:sldMk cId="25719986" sldId="2147480095"/>
            <ac:spMk id="50" creationId="{8B3DB3BE-89D8-8FD8-71B4-739651E3A04B}"/>
          </ac:spMkLst>
        </pc:spChg>
        <pc:spChg chg="mod">
          <ac:chgData name="Arindam Ghosh" userId="7e012f24-33f2-4992-b2a4-b57fd690d1d6" providerId="ADAL" clId="{5A5DEEB3-1821-482E-937A-0BBD8F430159}" dt="2024-05-29T11:05:46.261" v="64"/>
          <ac:spMkLst>
            <pc:docMk/>
            <pc:sldMk cId="25719986" sldId="2147480095"/>
            <ac:spMk id="51" creationId="{93D56DA8-F529-B9DF-11BF-0B5E049EC10C}"/>
          </ac:spMkLst>
        </pc:spChg>
        <pc:spChg chg="mod">
          <ac:chgData name="Arindam Ghosh" userId="7e012f24-33f2-4992-b2a4-b57fd690d1d6" providerId="ADAL" clId="{5A5DEEB3-1821-482E-937A-0BBD8F430159}" dt="2024-05-29T11:15:34.965" v="156" actId="20577"/>
          <ac:spMkLst>
            <pc:docMk/>
            <pc:sldMk cId="25719986" sldId="2147480095"/>
            <ac:spMk id="68" creationId="{307F85F1-CEBB-A13B-9BAE-23641A38CCE6}"/>
          </ac:spMkLst>
        </pc:spChg>
        <pc:grpChg chg="del mod">
          <ac:chgData name="Arindam Ghosh" userId="7e012f24-33f2-4992-b2a4-b57fd690d1d6" providerId="ADAL" clId="{5A5DEEB3-1821-482E-937A-0BBD8F430159}" dt="2024-05-29T11:05:43.008" v="61" actId="478"/>
          <ac:grpSpMkLst>
            <pc:docMk/>
            <pc:sldMk cId="25719986" sldId="2147480095"/>
            <ac:grpSpMk id="10" creationId="{71DC3E2E-7751-396D-C072-00E85CA9855F}"/>
          </ac:grpSpMkLst>
        </pc:grpChg>
        <pc:grpChg chg="add mod">
          <ac:chgData name="Arindam Ghosh" userId="7e012f24-33f2-4992-b2a4-b57fd690d1d6" providerId="ADAL" clId="{5A5DEEB3-1821-482E-937A-0BBD8F430159}" dt="2024-05-29T11:07:34.272" v="77" actId="1076"/>
          <ac:grpSpMkLst>
            <pc:docMk/>
            <pc:sldMk cId="25719986" sldId="2147480095"/>
            <ac:grpSpMk id="44" creationId="{283A1A49-64AC-EEFA-2C19-CD34FE985AC1}"/>
          </ac:grpSpMkLst>
        </pc:grpChg>
        <pc:grpChg chg="add mod">
          <ac:chgData name="Arindam Ghosh" userId="7e012f24-33f2-4992-b2a4-b57fd690d1d6" providerId="ADAL" clId="{5A5DEEB3-1821-482E-937A-0BBD8F430159}" dt="2024-05-29T11:05:46.261" v="64"/>
          <ac:grpSpMkLst>
            <pc:docMk/>
            <pc:sldMk cId="25719986" sldId="2147480095"/>
            <ac:grpSpMk id="49" creationId="{F045EA09-FF4F-F469-F1CA-47F2429047CD}"/>
          </ac:grpSpMkLst>
        </pc:grpChg>
        <pc:cxnChg chg="mod">
          <ac:chgData name="Arindam Ghosh" userId="7e012f24-33f2-4992-b2a4-b57fd690d1d6" providerId="ADAL" clId="{5A5DEEB3-1821-482E-937A-0BBD8F430159}" dt="2024-05-29T11:06:57.530" v="71" actId="1076"/>
          <ac:cxnSpMkLst>
            <pc:docMk/>
            <pc:sldMk cId="25719986" sldId="2147480095"/>
            <ac:cxnSpMk id="27" creationId="{68C49FA0-B57C-2467-C6DD-CA63BEC86244}"/>
          </ac:cxnSpMkLst>
        </pc:cxnChg>
        <pc:cxnChg chg="mod">
          <ac:chgData name="Arindam Ghosh" userId="7e012f24-33f2-4992-b2a4-b57fd690d1d6" providerId="ADAL" clId="{5A5DEEB3-1821-482E-937A-0BBD8F430159}" dt="2024-05-29T11:06:57.530" v="71" actId="1076"/>
          <ac:cxnSpMkLst>
            <pc:docMk/>
            <pc:sldMk cId="25719986" sldId="2147480095"/>
            <ac:cxnSpMk id="28" creationId="{4C5F00BD-CDB6-A0A5-2B28-9CF63F4D70AD}"/>
          </ac:cxnSpMkLst>
        </pc:cxnChg>
        <pc:cxnChg chg="mod">
          <ac:chgData name="Arindam Ghosh" userId="7e012f24-33f2-4992-b2a4-b57fd690d1d6" providerId="ADAL" clId="{5A5DEEB3-1821-482E-937A-0BBD8F430159}" dt="2024-05-29T11:06:57.530" v="71" actId="1076"/>
          <ac:cxnSpMkLst>
            <pc:docMk/>
            <pc:sldMk cId="25719986" sldId="2147480095"/>
            <ac:cxnSpMk id="29" creationId="{F82073AC-5DE3-3F4D-519F-6E98E2EB5179}"/>
          </ac:cxnSpMkLst>
        </pc:cxnChg>
        <pc:cxnChg chg="mod">
          <ac:chgData name="Arindam Ghosh" userId="7e012f24-33f2-4992-b2a4-b57fd690d1d6" providerId="ADAL" clId="{5A5DEEB3-1821-482E-937A-0BBD8F430159}" dt="2024-05-29T11:05:43.877" v="62"/>
          <ac:cxnSpMkLst>
            <pc:docMk/>
            <pc:sldMk cId="25719986" sldId="2147480095"/>
            <ac:cxnSpMk id="48" creationId="{BED23756-EB9C-4C55-E996-E3B461EEB61D}"/>
          </ac:cxnSpMkLst>
        </pc:cxnChg>
        <pc:cxnChg chg="mod">
          <ac:chgData name="Arindam Ghosh" userId="7e012f24-33f2-4992-b2a4-b57fd690d1d6" providerId="ADAL" clId="{5A5DEEB3-1821-482E-937A-0BBD8F430159}" dt="2024-05-29T11:05:46.261" v="64"/>
          <ac:cxnSpMkLst>
            <pc:docMk/>
            <pc:sldMk cId="25719986" sldId="2147480095"/>
            <ac:cxnSpMk id="53" creationId="{9C9ACC47-0635-566B-77B1-3DA60C88A251}"/>
          </ac:cxnSpMkLst>
        </pc:cxnChg>
        <pc:cxnChg chg="mod">
          <ac:chgData name="Arindam Ghosh" userId="7e012f24-33f2-4992-b2a4-b57fd690d1d6" providerId="ADAL" clId="{5A5DEEB3-1821-482E-937A-0BBD8F430159}" dt="2024-05-29T11:05:43.008" v="61" actId="478"/>
          <ac:cxnSpMkLst>
            <pc:docMk/>
            <pc:sldMk cId="25719986" sldId="2147480095"/>
            <ac:cxnSpMk id="60" creationId="{202859E2-2C02-9CEB-5AF1-E28FD2958E48}"/>
          </ac:cxnSpMkLst>
        </pc:cxnChg>
      </pc:sldChg>
      <pc:sldChg chg="addSp delSp modSp add mod">
        <pc:chgData name="Arindam Ghosh" userId="7e012f24-33f2-4992-b2a4-b57fd690d1d6" providerId="ADAL" clId="{5A5DEEB3-1821-482E-937A-0BBD8F430159}" dt="2024-05-29T11:37:36.202" v="368" actId="14100"/>
        <pc:sldMkLst>
          <pc:docMk/>
          <pc:sldMk cId="144016136" sldId="2147480096"/>
        </pc:sldMkLst>
        <pc:spChg chg="mod">
          <ac:chgData name="Arindam Ghosh" userId="7e012f24-33f2-4992-b2a4-b57fd690d1d6" providerId="ADAL" clId="{5A5DEEB3-1821-482E-937A-0BBD8F430159}" dt="2024-05-29T11:36:01.514" v="345" actId="14100"/>
          <ac:spMkLst>
            <pc:docMk/>
            <pc:sldMk cId="144016136" sldId="2147480096"/>
            <ac:spMk id="2" creationId="{A97A0429-ECAD-7256-B9E0-B2363E53570B}"/>
          </ac:spMkLst>
        </pc:spChg>
        <pc:spChg chg="mod topLvl">
          <ac:chgData name="Arindam Ghosh" userId="7e012f24-33f2-4992-b2a4-b57fd690d1d6" providerId="ADAL" clId="{5A5DEEB3-1821-482E-937A-0BBD8F430159}" dt="2024-05-29T11:17:06.606" v="164" actId="164"/>
          <ac:spMkLst>
            <pc:docMk/>
            <pc:sldMk cId="144016136" sldId="2147480096"/>
            <ac:spMk id="3" creationId="{DCD14C7A-6DCB-B9DD-538E-78A559A3D7E0}"/>
          </ac:spMkLst>
        </pc:spChg>
        <pc:spChg chg="mod topLvl">
          <ac:chgData name="Arindam Ghosh" userId="7e012f24-33f2-4992-b2a4-b57fd690d1d6" providerId="ADAL" clId="{5A5DEEB3-1821-482E-937A-0BBD8F430159}" dt="2024-05-29T11:17:06.606" v="164" actId="164"/>
          <ac:spMkLst>
            <pc:docMk/>
            <pc:sldMk cId="144016136" sldId="2147480096"/>
            <ac:spMk id="5" creationId="{D88FB86C-2EC4-6AD4-2DD3-F6B072ADE0D8}"/>
          </ac:spMkLst>
        </pc:spChg>
        <pc:spChg chg="mod">
          <ac:chgData name="Arindam Ghosh" userId="7e012f24-33f2-4992-b2a4-b57fd690d1d6" providerId="ADAL" clId="{5A5DEEB3-1821-482E-937A-0BBD8F430159}" dt="2024-05-29T11:09:02.429" v="105" actId="403"/>
          <ac:spMkLst>
            <pc:docMk/>
            <pc:sldMk cId="144016136" sldId="2147480096"/>
            <ac:spMk id="6" creationId="{1BEF114F-3773-374D-C50A-B265C4BE4A85}"/>
          </ac:spMkLst>
        </pc:spChg>
        <pc:spChg chg="mod">
          <ac:chgData name="Arindam Ghosh" userId="7e012f24-33f2-4992-b2a4-b57fd690d1d6" providerId="ADAL" clId="{5A5DEEB3-1821-482E-937A-0BBD8F430159}" dt="2024-05-29T11:17:54.802" v="177" actId="20577"/>
          <ac:spMkLst>
            <pc:docMk/>
            <pc:sldMk cId="144016136" sldId="2147480096"/>
            <ac:spMk id="7" creationId="{6A5F59EC-C2D9-B63D-45AA-42D7D76844F5}"/>
          </ac:spMkLst>
        </pc:spChg>
        <pc:spChg chg="mod">
          <ac:chgData name="Arindam Ghosh" userId="7e012f24-33f2-4992-b2a4-b57fd690d1d6" providerId="ADAL" clId="{5A5DEEB3-1821-482E-937A-0BBD8F430159}" dt="2024-05-29T11:18:01.258" v="180" actId="20577"/>
          <ac:spMkLst>
            <pc:docMk/>
            <pc:sldMk cId="144016136" sldId="2147480096"/>
            <ac:spMk id="8" creationId="{7DB9308B-FCA9-05E2-6FA9-6349197BDA64}"/>
          </ac:spMkLst>
        </pc:spChg>
        <pc:spChg chg="mod">
          <ac:chgData name="Arindam Ghosh" userId="7e012f24-33f2-4992-b2a4-b57fd690d1d6" providerId="ADAL" clId="{5A5DEEB3-1821-482E-937A-0BBD8F430159}" dt="2024-05-29T11:08:42.275" v="94" actId="404"/>
          <ac:spMkLst>
            <pc:docMk/>
            <pc:sldMk cId="144016136" sldId="2147480096"/>
            <ac:spMk id="9" creationId="{55B2F7FD-B55E-DCDE-E2DF-D6C0E485D616}"/>
          </ac:spMkLst>
        </pc:spChg>
        <pc:spChg chg="mod">
          <ac:chgData name="Arindam Ghosh" userId="7e012f24-33f2-4992-b2a4-b57fd690d1d6" providerId="ADAL" clId="{5A5DEEB3-1821-482E-937A-0BBD8F430159}" dt="2024-05-29T11:08:52.714" v="102" actId="404"/>
          <ac:spMkLst>
            <pc:docMk/>
            <pc:sldMk cId="144016136" sldId="2147480096"/>
            <ac:spMk id="10" creationId="{BD316DAE-946E-0C26-7D79-4BED4D8BCA19}"/>
          </ac:spMkLst>
        </pc:spChg>
        <pc:spChg chg="mod topLvl">
          <ac:chgData name="Arindam Ghosh" userId="7e012f24-33f2-4992-b2a4-b57fd690d1d6" providerId="ADAL" clId="{5A5DEEB3-1821-482E-937A-0BBD8F430159}" dt="2024-05-29T11:17:06.606" v="164" actId="164"/>
          <ac:spMkLst>
            <pc:docMk/>
            <pc:sldMk cId="144016136" sldId="2147480096"/>
            <ac:spMk id="18" creationId="{0488BAAD-220E-367B-F997-2177457D2727}"/>
          </ac:spMkLst>
        </pc:spChg>
        <pc:spChg chg="mod">
          <ac:chgData name="Arindam Ghosh" userId="7e012f24-33f2-4992-b2a4-b57fd690d1d6" providerId="ADAL" clId="{5A5DEEB3-1821-482E-937A-0BBD8F430159}" dt="2024-05-29T11:36:12.746" v="365" actId="1036"/>
          <ac:spMkLst>
            <pc:docMk/>
            <pc:sldMk cId="144016136" sldId="2147480096"/>
            <ac:spMk id="29" creationId="{8C808E35-CEA5-1D65-DBDD-479288D3C915}"/>
          </ac:spMkLst>
        </pc:spChg>
        <pc:spChg chg="mod ord topLvl">
          <ac:chgData name="Arindam Ghosh" userId="7e012f24-33f2-4992-b2a4-b57fd690d1d6" providerId="ADAL" clId="{5A5DEEB3-1821-482E-937A-0BBD8F430159}" dt="2024-05-29T11:17:32.186" v="172" actId="164"/>
          <ac:spMkLst>
            <pc:docMk/>
            <pc:sldMk cId="144016136" sldId="2147480096"/>
            <ac:spMk id="67" creationId="{23A52A47-4874-58B1-3AA4-C97AA7796B3B}"/>
          </ac:spMkLst>
        </pc:spChg>
        <pc:grpChg chg="add mod">
          <ac:chgData name="Arindam Ghosh" userId="7e012f24-33f2-4992-b2a4-b57fd690d1d6" providerId="ADAL" clId="{5A5DEEB3-1821-482E-937A-0BBD8F430159}" dt="2024-05-29T11:36:12.746" v="365" actId="1036"/>
          <ac:grpSpMkLst>
            <pc:docMk/>
            <pc:sldMk cId="144016136" sldId="2147480096"/>
            <ac:grpSpMk id="4" creationId="{33BE8483-FB24-08C9-76A5-D3FD0B8CB5A5}"/>
          </ac:grpSpMkLst>
        </pc:grpChg>
        <pc:grpChg chg="mod">
          <ac:chgData name="Arindam Ghosh" userId="7e012f24-33f2-4992-b2a4-b57fd690d1d6" providerId="ADAL" clId="{5A5DEEB3-1821-482E-937A-0BBD8F430159}" dt="2024-05-29T11:36:12.746" v="365" actId="1036"/>
          <ac:grpSpMkLst>
            <pc:docMk/>
            <pc:sldMk cId="144016136" sldId="2147480096"/>
            <ac:grpSpMk id="14" creationId="{DE7F7B5F-ED8F-7D90-8DED-AD60BE1BC212}"/>
          </ac:grpSpMkLst>
        </pc:grpChg>
        <pc:grpChg chg="add del mod topLvl">
          <ac:chgData name="Arindam Ghosh" userId="7e012f24-33f2-4992-b2a4-b57fd690d1d6" providerId="ADAL" clId="{5A5DEEB3-1821-482E-937A-0BBD8F430159}" dt="2024-05-29T11:13:02.830" v="129" actId="165"/>
          <ac:grpSpMkLst>
            <pc:docMk/>
            <pc:sldMk cId="144016136" sldId="2147480096"/>
            <ac:grpSpMk id="22" creationId="{0E3D91E9-DE1E-C589-8019-E8DC685EDEBA}"/>
          </ac:grpSpMkLst>
        </pc:grpChg>
        <pc:grpChg chg="add del mod">
          <ac:chgData name="Arindam Ghosh" userId="7e012f24-33f2-4992-b2a4-b57fd690d1d6" providerId="ADAL" clId="{5A5DEEB3-1821-482E-937A-0BBD8F430159}" dt="2024-05-29T11:12:52.200" v="128" actId="165"/>
          <ac:grpSpMkLst>
            <pc:docMk/>
            <pc:sldMk cId="144016136" sldId="2147480096"/>
            <ac:grpSpMk id="23" creationId="{B4391182-EB80-41F6-199C-C6054D1A59B1}"/>
          </ac:grpSpMkLst>
        </pc:grpChg>
        <pc:grpChg chg="add del mod">
          <ac:chgData name="Arindam Ghosh" userId="7e012f24-33f2-4992-b2a4-b57fd690d1d6" providerId="ADAL" clId="{5A5DEEB3-1821-482E-937A-0BBD8F430159}" dt="2024-05-29T11:16:52.246" v="163" actId="165"/>
          <ac:grpSpMkLst>
            <pc:docMk/>
            <pc:sldMk cId="144016136" sldId="2147480096"/>
            <ac:grpSpMk id="28" creationId="{50FFA711-060A-FB69-B979-A870BBD49497}"/>
          </ac:grpSpMkLst>
        </pc:grpChg>
        <pc:grpChg chg="add mod">
          <ac:chgData name="Arindam Ghosh" userId="7e012f24-33f2-4992-b2a4-b57fd690d1d6" providerId="ADAL" clId="{5A5DEEB3-1821-482E-937A-0BBD8F430159}" dt="2024-05-29T11:17:32.186" v="172" actId="164"/>
          <ac:grpSpMkLst>
            <pc:docMk/>
            <pc:sldMk cId="144016136" sldId="2147480096"/>
            <ac:grpSpMk id="30" creationId="{07C84CAA-7026-5BDE-80AB-404251D16201}"/>
          </ac:grpSpMkLst>
        </pc:grpChg>
        <pc:grpChg chg="add mod">
          <ac:chgData name="Arindam Ghosh" userId="7e012f24-33f2-4992-b2a4-b57fd690d1d6" providerId="ADAL" clId="{5A5DEEB3-1821-482E-937A-0BBD8F430159}" dt="2024-05-29T11:36:12.746" v="365" actId="1036"/>
          <ac:grpSpMkLst>
            <pc:docMk/>
            <pc:sldMk cId="144016136" sldId="2147480096"/>
            <ac:grpSpMk id="33" creationId="{F54768C5-8E12-0A19-1A3F-4077B9A8541E}"/>
          </ac:grpSpMkLst>
        </pc:grpChg>
        <pc:cxnChg chg="mod">
          <ac:chgData name="Arindam Ghosh" userId="7e012f24-33f2-4992-b2a4-b57fd690d1d6" providerId="ADAL" clId="{5A5DEEB3-1821-482E-937A-0BBD8F430159}" dt="2024-05-29T11:08:13.811" v="80"/>
          <ac:cxnSpMkLst>
            <pc:docMk/>
            <pc:sldMk cId="144016136" sldId="2147480096"/>
            <ac:cxnSpMk id="11" creationId="{50B1AC30-A7F2-BE94-2A83-A86E41628BF8}"/>
          </ac:cxnSpMkLst>
        </pc:cxnChg>
        <pc:cxnChg chg="mod">
          <ac:chgData name="Arindam Ghosh" userId="7e012f24-33f2-4992-b2a4-b57fd690d1d6" providerId="ADAL" clId="{5A5DEEB3-1821-482E-937A-0BBD8F430159}" dt="2024-05-29T11:17:58.072" v="179" actId="1076"/>
          <ac:cxnSpMkLst>
            <pc:docMk/>
            <pc:sldMk cId="144016136" sldId="2147480096"/>
            <ac:cxnSpMk id="12" creationId="{DE64A705-6757-6A71-08B0-1FB346301A3D}"/>
          </ac:cxnSpMkLst>
        </pc:cxnChg>
        <pc:cxnChg chg="mod">
          <ac:chgData name="Arindam Ghosh" userId="7e012f24-33f2-4992-b2a4-b57fd690d1d6" providerId="ADAL" clId="{5A5DEEB3-1821-482E-937A-0BBD8F430159}" dt="2024-05-29T11:17:58.072" v="179" actId="1076"/>
          <ac:cxnSpMkLst>
            <pc:docMk/>
            <pc:sldMk cId="144016136" sldId="2147480096"/>
            <ac:cxnSpMk id="13" creationId="{37B8D72A-7392-7363-2B81-601E19AC376F}"/>
          </ac:cxnSpMkLst>
        </pc:cxnChg>
        <pc:cxnChg chg="mod">
          <ac:chgData name="Arindam Ghosh" userId="7e012f24-33f2-4992-b2a4-b57fd690d1d6" providerId="ADAL" clId="{5A5DEEB3-1821-482E-937A-0BBD8F430159}" dt="2024-05-29T11:37:36.202" v="368" actId="14100"/>
          <ac:cxnSpMkLst>
            <pc:docMk/>
            <pc:sldMk cId="144016136" sldId="2147480096"/>
            <ac:cxnSpMk id="19" creationId="{553FBFBA-1274-85A3-72B6-4298B7B4ADBB}"/>
          </ac:cxnSpMkLst>
        </pc:cxnChg>
        <pc:cxnChg chg="mod">
          <ac:chgData name="Arindam Ghosh" userId="7e012f24-33f2-4992-b2a4-b57fd690d1d6" providerId="ADAL" clId="{5A5DEEB3-1821-482E-937A-0BBD8F430159}" dt="2024-05-29T11:36:12.746" v="365" actId="1036"/>
          <ac:cxnSpMkLst>
            <pc:docMk/>
            <pc:sldMk cId="144016136" sldId="2147480096"/>
            <ac:cxnSpMk id="20" creationId="{E2C4E212-519C-72A9-8A83-3E9D123EE534}"/>
          </ac:cxnSpMkLst>
        </pc:cxnChg>
        <pc:cxnChg chg="add mod">
          <ac:chgData name="Arindam Ghosh" userId="7e012f24-33f2-4992-b2a4-b57fd690d1d6" providerId="ADAL" clId="{5A5DEEB3-1821-482E-937A-0BBD8F430159}" dt="2024-05-29T11:36:12.746" v="365" actId="1036"/>
          <ac:cxnSpMkLst>
            <pc:docMk/>
            <pc:sldMk cId="144016136" sldId="2147480096"/>
            <ac:cxnSpMk id="25" creationId="{01D25F76-F41F-59AD-B7DD-4639D64416FE}"/>
          </ac:cxnSpMkLst>
        </pc:cxnChg>
        <pc:cxnChg chg="add mod">
          <ac:chgData name="Arindam Ghosh" userId="7e012f24-33f2-4992-b2a4-b57fd690d1d6" providerId="ADAL" clId="{5A5DEEB3-1821-482E-937A-0BBD8F430159}" dt="2024-05-29T11:36:12.746" v="365" actId="1036"/>
          <ac:cxnSpMkLst>
            <pc:docMk/>
            <pc:sldMk cId="144016136" sldId="2147480096"/>
            <ac:cxnSpMk id="36" creationId="{2B9C392C-66DA-9ABF-0EB5-770AFF673429}"/>
          </ac:cxnSpMkLst>
        </pc:cxnChg>
        <pc:cxnChg chg="mod topLvl">
          <ac:chgData name="Arindam Ghosh" userId="7e012f24-33f2-4992-b2a4-b57fd690d1d6" providerId="ADAL" clId="{5A5DEEB3-1821-482E-937A-0BBD8F430159}" dt="2024-05-29T11:17:06.606" v="164" actId="164"/>
          <ac:cxnSpMkLst>
            <pc:docMk/>
            <pc:sldMk cId="144016136" sldId="2147480096"/>
            <ac:cxnSpMk id="93" creationId="{7B450EA7-14CE-259C-1F7D-A16C047BC2AC}"/>
          </ac:cxnSpMkLst>
        </pc:cxnChg>
        <pc:cxnChg chg="mod topLvl">
          <ac:chgData name="Arindam Ghosh" userId="7e012f24-33f2-4992-b2a4-b57fd690d1d6" providerId="ADAL" clId="{5A5DEEB3-1821-482E-937A-0BBD8F430159}" dt="2024-05-29T11:17:06.606" v="164" actId="164"/>
          <ac:cxnSpMkLst>
            <pc:docMk/>
            <pc:sldMk cId="144016136" sldId="2147480096"/>
            <ac:cxnSpMk id="95" creationId="{1D2DD302-134B-AFE5-44E0-FF4A0CA6938D}"/>
          </ac:cxnSpMkLst>
        </pc:cxnChg>
        <pc:cxnChg chg="mod topLvl">
          <ac:chgData name="Arindam Ghosh" userId="7e012f24-33f2-4992-b2a4-b57fd690d1d6" providerId="ADAL" clId="{5A5DEEB3-1821-482E-937A-0BBD8F430159}" dt="2024-05-29T11:17:06.606" v="164" actId="164"/>
          <ac:cxnSpMkLst>
            <pc:docMk/>
            <pc:sldMk cId="144016136" sldId="2147480096"/>
            <ac:cxnSpMk id="102" creationId="{ACC08779-2DF7-4AA4-AE2B-BCD06E8F5DD6}"/>
          </ac:cxnSpMkLst>
        </pc:cxnChg>
      </pc:sldChg>
      <pc:sldChg chg="addSp delSp modSp add mod">
        <pc:chgData name="Arindam Ghosh" userId="7e012f24-33f2-4992-b2a4-b57fd690d1d6" providerId="ADAL" clId="{5A5DEEB3-1821-482E-937A-0BBD8F430159}" dt="2024-05-29T11:35:26.069" v="310" actId="1076"/>
        <pc:sldMkLst>
          <pc:docMk/>
          <pc:sldMk cId="1582173043" sldId="2147480097"/>
        </pc:sldMkLst>
        <pc:spChg chg="mod">
          <ac:chgData name="Arindam Ghosh" userId="7e012f24-33f2-4992-b2a4-b57fd690d1d6" providerId="ADAL" clId="{5A5DEEB3-1821-482E-937A-0BBD8F430159}" dt="2024-05-29T11:34:30.307" v="297" actId="1076"/>
          <ac:spMkLst>
            <pc:docMk/>
            <pc:sldMk cId="1582173043" sldId="2147480097"/>
            <ac:spMk id="2" creationId="{A97A0429-ECAD-7256-B9E0-B2363E53570B}"/>
          </ac:spMkLst>
        </pc:spChg>
        <pc:spChg chg="mod">
          <ac:chgData name="Arindam Ghosh" userId="7e012f24-33f2-4992-b2a4-b57fd690d1d6" providerId="ADAL" clId="{5A5DEEB3-1821-482E-937A-0BBD8F430159}" dt="2024-05-29T11:34:57.239" v="304" actId="164"/>
          <ac:spMkLst>
            <pc:docMk/>
            <pc:sldMk cId="1582173043" sldId="2147480097"/>
            <ac:spMk id="3" creationId="{DCD14C7A-6DCB-B9DD-538E-78A559A3D7E0}"/>
          </ac:spMkLst>
        </pc:spChg>
        <pc:spChg chg="mod">
          <ac:chgData name="Arindam Ghosh" userId="7e012f24-33f2-4992-b2a4-b57fd690d1d6" providerId="ADAL" clId="{5A5DEEB3-1821-482E-937A-0BBD8F430159}" dt="2024-05-29T11:34:57.239" v="304" actId="164"/>
          <ac:spMkLst>
            <pc:docMk/>
            <pc:sldMk cId="1582173043" sldId="2147480097"/>
            <ac:spMk id="5" creationId="{D88FB86C-2EC4-6AD4-2DD3-F6B072ADE0D8}"/>
          </ac:spMkLst>
        </pc:spChg>
        <pc:spChg chg="del mod topLvl">
          <ac:chgData name="Arindam Ghosh" userId="7e012f24-33f2-4992-b2a4-b57fd690d1d6" providerId="ADAL" clId="{5A5DEEB3-1821-482E-937A-0BBD8F430159}" dt="2024-05-29T11:27:43.610" v="189" actId="478"/>
          <ac:spMkLst>
            <pc:docMk/>
            <pc:sldMk cId="1582173043" sldId="2147480097"/>
            <ac:spMk id="6" creationId="{1BEF114F-3773-374D-C50A-B265C4BE4A85}"/>
          </ac:spMkLst>
        </pc:spChg>
        <pc:spChg chg="mod topLvl">
          <ac:chgData name="Arindam Ghosh" userId="7e012f24-33f2-4992-b2a4-b57fd690d1d6" providerId="ADAL" clId="{5A5DEEB3-1821-482E-937A-0BBD8F430159}" dt="2024-05-29T11:27:36.214" v="185" actId="164"/>
          <ac:spMkLst>
            <pc:docMk/>
            <pc:sldMk cId="1582173043" sldId="2147480097"/>
            <ac:spMk id="7" creationId="{6A5F59EC-C2D9-B63D-45AA-42D7D76844F5}"/>
          </ac:spMkLst>
        </pc:spChg>
        <pc:spChg chg="mod topLvl">
          <ac:chgData name="Arindam Ghosh" userId="7e012f24-33f2-4992-b2a4-b57fd690d1d6" providerId="ADAL" clId="{5A5DEEB3-1821-482E-937A-0BBD8F430159}" dt="2024-05-29T11:27:36.214" v="185" actId="164"/>
          <ac:spMkLst>
            <pc:docMk/>
            <pc:sldMk cId="1582173043" sldId="2147480097"/>
            <ac:spMk id="8" creationId="{7DB9308B-FCA9-05E2-6FA9-6349197BDA64}"/>
          </ac:spMkLst>
        </pc:spChg>
        <pc:spChg chg="mod topLvl">
          <ac:chgData name="Arindam Ghosh" userId="7e012f24-33f2-4992-b2a4-b57fd690d1d6" providerId="ADAL" clId="{5A5DEEB3-1821-482E-937A-0BBD8F430159}" dt="2024-05-29T11:27:36.214" v="185" actId="164"/>
          <ac:spMkLst>
            <pc:docMk/>
            <pc:sldMk cId="1582173043" sldId="2147480097"/>
            <ac:spMk id="9" creationId="{55B2F7FD-B55E-DCDE-E2DF-D6C0E485D616}"/>
          </ac:spMkLst>
        </pc:spChg>
        <pc:spChg chg="mod topLvl">
          <ac:chgData name="Arindam Ghosh" userId="7e012f24-33f2-4992-b2a4-b57fd690d1d6" providerId="ADAL" clId="{5A5DEEB3-1821-482E-937A-0BBD8F430159}" dt="2024-05-29T11:27:36.214" v="185" actId="164"/>
          <ac:spMkLst>
            <pc:docMk/>
            <pc:sldMk cId="1582173043" sldId="2147480097"/>
            <ac:spMk id="10" creationId="{BD316DAE-946E-0C26-7D79-4BED4D8BCA19}"/>
          </ac:spMkLst>
        </pc:spChg>
        <pc:spChg chg="mod">
          <ac:chgData name="Arindam Ghosh" userId="7e012f24-33f2-4992-b2a4-b57fd690d1d6" providerId="ADAL" clId="{5A5DEEB3-1821-482E-937A-0BBD8F430159}" dt="2024-05-29T11:34:57.239" v="304" actId="164"/>
          <ac:spMkLst>
            <pc:docMk/>
            <pc:sldMk cId="1582173043" sldId="2147480097"/>
            <ac:spMk id="16" creationId="{B19D0D23-F611-C276-6CD5-8C26C30F373F}"/>
          </ac:spMkLst>
        </pc:spChg>
        <pc:spChg chg="mod">
          <ac:chgData name="Arindam Ghosh" userId="7e012f24-33f2-4992-b2a4-b57fd690d1d6" providerId="ADAL" clId="{5A5DEEB3-1821-482E-937A-0BBD8F430159}" dt="2024-05-29T11:34:57.239" v="304" actId="164"/>
          <ac:spMkLst>
            <pc:docMk/>
            <pc:sldMk cId="1582173043" sldId="2147480097"/>
            <ac:spMk id="17" creationId="{93A4A45C-6731-2C2F-0C99-262F3F7412F1}"/>
          </ac:spMkLst>
        </pc:spChg>
        <pc:spChg chg="mod">
          <ac:chgData name="Arindam Ghosh" userId="7e012f24-33f2-4992-b2a4-b57fd690d1d6" providerId="ADAL" clId="{5A5DEEB3-1821-482E-937A-0BBD8F430159}" dt="2024-05-29T11:34:57.239" v="304" actId="164"/>
          <ac:spMkLst>
            <pc:docMk/>
            <pc:sldMk cId="1582173043" sldId="2147480097"/>
            <ac:spMk id="18" creationId="{0488BAAD-220E-367B-F997-2177457D2727}"/>
          </ac:spMkLst>
        </pc:spChg>
        <pc:spChg chg="mod">
          <ac:chgData name="Arindam Ghosh" userId="7e012f24-33f2-4992-b2a4-b57fd690d1d6" providerId="ADAL" clId="{5A5DEEB3-1821-482E-937A-0BBD8F430159}" dt="2024-05-29T11:34:57.239" v="304" actId="164"/>
          <ac:spMkLst>
            <pc:docMk/>
            <pc:sldMk cId="1582173043" sldId="2147480097"/>
            <ac:spMk id="29" creationId="{8C808E35-CEA5-1D65-DBDD-479288D3C915}"/>
          </ac:spMkLst>
        </pc:spChg>
        <pc:spChg chg="mod">
          <ac:chgData name="Arindam Ghosh" userId="7e012f24-33f2-4992-b2a4-b57fd690d1d6" providerId="ADAL" clId="{5A5DEEB3-1821-482E-937A-0BBD8F430159}" dt="2024-05-29T11:34:57.239" v="304" actId="164"/>
          <ac:spMkLst>
            <pc:docMk/>
            <pc:sldMk cId="1582173043" sldId="2147480097"/>
            <ac:spMk id="67" creationId="{23A52A47-4874-58B1-3AA4-C97AA7796B3B}"/>
          </ac:spMkLst>
        </pc:spChg>
        <pc:grpChg chg="del mod">
          <ac:chgData name="Arindam Ghosh" userId="7e012f24-33f2-4992-b2a4-b57fd690d1d6" providerId="ADAL" clId="{5A5DEEB3-1821-482E-937A-0BBD8F430159}" dt="2024-05-29T11:27:26.279" v="184" actId="165"/>
          <ac:grpSpMkLst>
            <pc:docMk/>
            <pc:sldMk cId="1582173043" sldId="2147480097"/>
            <ac:grpSpMk id="4" creationId="{33BE8483-FB24-08C9-76A5-D3FD0B8CB5A5}"/>
          </ac:grpSpMkLst>
        </pc:grpChg>
        <pc:grpChg chg="mod">
          <ac:chgData name="Arindam Ghosh" userId="7e012f24-33f2-4992-b2a4-b57fd690d1d6" providerId="ADAL" clId="{5A5DEEB3-1821-482E-937A-0BBD8F430159}" dt="2024-05-29T11:34:57.239" v="304" actId="164"/>
          <ac:grpSpMkLst>
            <pc:docMk/>
            <pc:sldMk cId="1582173043" sldId="2147480097"/>
            <ac:grpSpMk id="14" creationId="{DE7F7B5F-ED8F-7D90-8DED-AD60BE1BC212}"/>
          </ac:grpSpMkLst>
        </pc:grpChg>
        <pc:grpChg chg="add mod ord">
          <ac:chgData name="Arindam Ghosh" userId="7e012f24-33f2-4992-b2a4-b57fd690d1d6" providerId="ADAL" clId="{5A5DEEB3-1821-482E-937A-0BBD8F430159}" dt="2024-05-29T11:35:23.845" v="309" actId="164"/>
          <ac:grpSpMkLst>
            <pc:docMk/>
            <pc:sldMk cId="1582173043" sldId="2147480097"/>
            <ac:grpSpMk id="15" creationId="{2626DA7D-0DB5-658F-B5CC-D96E5B657651}"/>
          </ac:grpSpMkLst>
        </pc:grpChg>
        <pc:grpChg chg="mod">
          <ac:chgData name="Arindam Ghosh" userId="7e012f24-33f2-4992-b2a4-b57fd690d1d6" providerId="ADAL" clId="{5A5DEEB3-1821-482E-937A-0BBD8F430159}" dt="2024-05-29T11:34:57.239" v="304" actId="164"/>
          <ac:grpSpMkLst>
            <pc:docMk/>
            <pc:sldMk cId="1582173043" sldId="2147480097"/>
            <ac:grpSpMk id="30" creationId="{07C84CAA-7026-5BDE-80AB-404251D16201}"/>
          </ac:grpSpMkLst>
        </pc:grpChg>
        <pc:grpChg chg="mod">
          <ac:chgData name="Arindam Ghosh" userId="7e012f24-33f2-4992-b2a4-b57fd690d1d6" providerId="ADAL" clId="{5A5DEEB3-1821-482E-937A-0BBD8F430159}" dt="2024-05-29T11:35:13.747" v="306" actId="164"/>
          <ac:grpSpMkLst>
            <pc:docMk/>
            <pc:sldMk cId="1582173043" sldId="2147480097"/>
            <ac:grpSpMk id="33" creationId="{F54768C5-8E12-0A19-1A3F-4077B9A8541E}"/>
          </ac:grpSpMkLst>
        </pc:grpChg>
        <pc:grpChg chg="add mod">
          <ac:chgData name="Arindam Ghosh" userId="7e012f24-33f2-4992-b2a4-b57fd690d1d6" providerId="ADAL" clId="{5A5DEEB3-1821-482E-937A-0BBD8F430159}" dt="2024-05-29T11:35:13.747" v="306" actId="164"/>
          <ac:grpSpMkLst>
            <pc:docMk/>
            <pc:sldMk cId="1582173043" sldId="2147480097"/>
            <ac:grpSpMk id="52" creationId="{A074F0F3-9BF3-5FE1-15F5-77B63B8CDA36}"/>
          </ac:grpSpMkLst>
        </pc:grpChg>
        <pc:grpChg chg="add mod">
          <ac:chgData name="Arindam Ghosh" userId="7e012f24-33f2-4992-b2a4-b57fd690d1d6" providerId="ADAL" clId="{5A5DEEB3-1821-482E-937A-0BBD8F430159}" dt="2024-05-29T11:34:57.239" v="304" actId="164"/>
          <ac:grpSpMkLst>
            <pc:docMk/>
            <pc:sldMk cId="1582173043" sldId="2147480097"/>
            <ac:grpSpMk id="53" creationId="{5C9F88F1-2D2D-4819-5DCE-8FBA98834C52}"/>
          </ac:grpSpMkLst>
        </pc:grpChg>
        <pc:grpChg chg="add mod">
          <ac:chgData name="Arindam Ghosh" userId="7e012f24-33f2-4992-b2a4-b57fd690d1d6" providerId="ADAL" clId="{5A5DEEB3-1821-482E-937A-0BBD8F430159}" dt="2024-05-29T11:35:23.845" v="309" actId="164"/>
          <ac:grpSpMkLst>
            <pc:docMk/>
            <pc:sldMk cId="1582173043" sldId="2147480097"/>
            <ac:grpSpMk id="54" creationId="{6A09B258-235A-EE25-2B26-19924DEAE664}"/>
          </ac:grpSpMkLst>
        </pc:grpChg>
        <pc:grpChg chg="add mod">
          <ac:chgData name="Arindam Ghosh" userId="7e012f24-33f2-4992-b2a4-b57fd690d1d6" providerId="ADAL" clId="{5A5DEEB3-1821-482E-937A-0BBD8F430159}" dt="2024-05-29T11:35:26.069" v="310" actId="1076"/>
          <ac:grpSpMkLst>
            <pc:docMk/>
            <pc:sldMk cId="1582173043" sldId="2147480097"/>
            <ac:grpSpMk id="55" creationId="{2986AEE2-04C4-77F2-5003-881188A65CD0}"/>
          </ac:grpSpMkLst>
        </pc:grpChg>
        <pc:cxnChg chg="mod topLvl">
          <ac:chgData name="Arindam Ghosh" userId="7e012f24-33f2-4992-b2a4-b57fd690d1d6" providerId="ADAL" clId="{5A5DEEB3-1821-482E-937A-0BBD8F430159}" dt="2024-05-29T11:27:36.214" v="185" actId="164"/>
          <ac:cxnSpMkLst>
            <pc:docMk/>
            <pc:sldMk cId="1582173043" sldId="2147480097"/>
            <ac:cxnSpMk id="11" creationId="{50B1AC30-A7F2-BE94-2A83-A86E41628BF8}"/>
          </ac:cxnSpMkLst>
        </pc:cxnChg>
        <pc:cxnChg chg="mod topLvl">
          <ac:chgData name="Arindam Ghosh" userId="7e012f24-33f2-4992-b2a4-b57fd690d1d6" providerId="ADAL" clId="{5A5DEEB3-1821-482E-937A-0BBD8F430159}" dt="2024-05-29T11:27:36.214" v="185" actId="164"/>
          <ac:cxnSpMkLst>
            <pc:docMk/>
            <pc:sldMk cId="1582173043" sldId="2147480097"/>
            <ac:cxnSpMk id="12" creationId="{DE64A705-6757-6A71-08B0-1FB346301A3D}"/>
          </ac:cxnSpMkLst>
        </pc:cxnChg>
        <pc:cxnChg chg="mod topLvl">
          <ac:chgData name="Arindam Ghosh" userId="7e012f24-33f2-4992-b2a4-b57fd690d1d6" providerId="ADAL" clId="{5A5DEEB3-1821-482E-937A-0BBD8F430159}" dt="2024-05-29T11:27:36.214" v="185" actId="164"/>
          <ac:cxnSpMkLst>
            <pc:docMk/>
            <pc:sldMk cId="1582173043" sldId="2147480097"/>
            <ac:cxnSpMk id="13" creationId="{37B8D72A-7392-7363-2B81-601E19AC376F}"/>
          </ac:cxnSpMkLst>
        </pc:cxnChg>
        <pc:cxnChg chg="mod">
          <ac:chgData name="Arindam Ghosh" userId="7e012f24-33f2-4992-b2a4-b57fd690d1d6" providerId="ADAL" clId="{5A5DEEB3-1821-482E-937A-0BBD8F430159}" dt="2024-05-29T11:35:13.747" v="306" actId="164"/>
          <ac:cxnSpMkLst>
            <pc:docMk/>
            <pc:sldMk cId="1582173043" sldId="2147480097"/>
            <ac:cxnSpMk id="19" creationId="{553FBFBA-1274-85A3-72B6-4298B7B4ADBB}"/>
          </ac:cxnSpMkLst>
        </pc:cxnChg>
        <pc:cxnChg chg="del">
          <ac:chgData name="Arindam Ghosh" userId="7e012f24-33f2-4992-b2a4-b57fd690d1d6" providerId="ADAL" clId="{5A5DEEB3-1821-482E-937A-0BBD8F430159}" dt="2024-05-29T11:27:44.956" v="190" actId="478"/>
          <ac:cxnSpMkLst>
            <pc:docMk/>
            <pc:sldMk cId="1582173043" sldId="2147480097"/>
            <ac:cxnSpMk id="20" creationId="{E2C4E212-519C-72A9-8A83-3E9D123EE534}"/>
          </ac:cxnSpMkLst>
        </pc:cxnChg>
        <pc:cxnChg chg="mod">
          <ac:chgData name="Arindam Ghosh" userId="7e012f24-33f2-4992-b2a4-b57fd690d1d6" providerId="ADAL" clId="{5A5DEEB3-1821-482E-937A-0BBD8F430159}" dt="2024-05-29T11:35:13.747" v="306" actId="164"/>
          <ac:cxnSpMkLst>
            <pc:docMk/>
            <pc:sldMk cId="1582173043" sldId="2147480097"/>
            <ac:cxnSpMk id="25" creationId="{01D25F76-F41F-59AD-B7DD-4639D64416FE}"/>
          </ac:cxnSpMkLst>
        </pc:cxnChg>
        <pc:cxnChg chg="del mod">
          <ac:chgData name="Arindam Ghosh" userId="7e012f24-33f2-4992-b2a4-b57fd690d1d6" providerId="ADAL" clId="{5A5DEEB3-1821-482E-937A-0BBD8F430159}" dt="2024-05-29T11:27:50.146" v="192" actId="478"/>
          <ac:cxnSpMkLst>
            <pc:docMk/>
            <pc:sldMk cId="1582173043" sldId="2147480097"/>
            <ac:cxnSpMk id="36" creationId="{2B9C392C-66DA-9ABF-0EB5-770AFF673429}"/>
          </ac:cxnSpMkLst>
        </pc:cxnChg>
        <pc:cxnChg chg="mod">
          <ac:chgData name="Arindam Ghosh" userId="7e012f24-33f2-4992-b2a4-b57fd690d1d6" providerId="ADAL" clId="{5A5DEEB3-1821-482E-937A-0BBD8F430159}" dt="2024-05-29T11:34:57.239" v="304" actId="164"/>
          <ac:cxnSpMkLst>
            <pc:docMk/>
            <pc:sldMk cId="1582173043" sldId="2147480097"/>
            <ac:cxnSpMk id="93" creationId="{7B450EA7-14CE-259C-1F7D-A16C047BC2AC}"/>
          </ac:cxnSpMkLst>
        </pc:cxnChg>
        <pc:cxnChg chg="mod">
          <ac:chgData name="Arindam Ghosh" userId="7e012f24-33f2-4992-b2a4-b57fd690d1d6" providerId="ADAL" clId="{5A5DEEB3-1821-482E-937A-0BBD8F430159}" dt="2024-05-29T11:34:57.239" v="304" actId="164"/>
          <ac:cxnSpMkLst>
            <pc:docMk/>
            <pc:sldMk cId="1582173043" sldId="2147480097"/>
            <ac:cxnSpMk id="95" creationId="{1D2DD302-134B-AFE5-44E0-FF4A0CA6938D}"/>
          </ac:cxnSpMkLst>
        </pc:cxnChg>
        <pc:cxnChg chg="mod">
          <ac:chgData name="Arindam Ghosh" userId="7e012f24-33f2-4992-b2a4-b57fd690d1d6" providerId="ADAL" clId="{5A5DEEB3-1821-482E-937A-0BBD8F430159}" dt="2024-05-29T11:34:57.239" v="304" actId="164"/>
          <ac:cxnSpMkLst>
            <pc:docMk/>
            <pc:sldMk cId="1582173043" sldId="2147480097"/>
            <ac:cxnSpMk id="102" creationId="{ACC08779-2DF7-4AA4-AE2B-BCD06E8F5DD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6B76AE-EDEC-4417-B5DA-F48574E37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321" y="143885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962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AFBCA571-01A8-4E95-9C00-69719930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43885"/>
            <a:ext cx="10514927" cy="737369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A8E08-2CD7-43E6-9FC9-C351E7846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282" y="1119911"/>
            <a:ext cx="10514927" cy="4350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386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No Title o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95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67320D5-0CB9-41B6-9354-2210D7352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219" y="2554121"/>
            <a:ext cx="4230076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</a:lstStyle>
          <a:p>
            <a:pPr marL="7701" lvl="0" algn="l" defTabSz="554445" rtl="0" eaLnBrk="1" latinLnBrk="0" hangingPunct="1">
              <a:lnSpc>
                <a:spcPct val="100000"/>
              </a:lnSpc>
              <a:spcBef>
                <a:spcPts val="81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FBE3EFBB-7988-499E-9325-CFE1D1FB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260" y="1600201"/>
            <a:ext cx="4878841" cy="443070"/>
          </a:xfrm>
        </p:spPr>
        <p:txBody>
          <a:bodyPr vert="horz" wrap="square" lIns="0" tIns="12065" rIns="0" bIns="0" rtlCol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7917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67320D5-0CB9-41B6-9354-2210D73526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220" y="2830792"/>
            <a:ext cx="4855353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</a:lstStyle>
          <a:p>
            <a:pPr marL="7701" lvl="0" algn="l" defTabSz="554445" rtl="0" eaLnBrk="1" latinLnBrk="0" hangingPunct="1">
              <a:lnSpc>
                <a:spcPct val="100000"/>
              </a:lnSpc>
              <a:spcBef>
                <a:spcPts val="81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FBE3EFBB-7988-499E-9325-CFE1D1FB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259" y="1877352"/>
            <a:ext cx="4855353" cy="399981"/>
          </a:xfrm>
        </p:spPr>
        <p:txBody>
          <a:bodyPr vert="horz" wrap="square" lIns="0" tIns="12065" rIns="0" bIns="0" rtlCol="0">
            <a:spAutoFit/>
          </a:bodyPr>
          <a:lstStyle>
            <a:lvl1pPr>
              <a:defRPr lang="en-US" dirty="0"/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E1867B1-C237-466F-A66F-173C2D7345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2930" y="4272420"/>
            <a:ext cx="1998263" cy="248787"/>
          </a:xfrm>
        </p:spPr>
        <p:txBody>
          <a:bodyPr wrap="none" anchor="ctr" anchorCtr="0"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0882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6">
            <a:extLst>
              <a:ext uri="{FF2B5EF4-FFF2-40B4-BE49-F238E27FC236}">
                <a16:creationId xmlns:a16="http://schemas.microsoft.com/office/drawing/2014/main" id="{27E1315B-68E3-4ED4-838C-A393F3DD8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43885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82E5CC4A-21D9-474F-B0D3-0CBAA1F88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282" y="1119911"/>
            <a:ext cx="10514927" cy="435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3AD4A94-C96C-4B26-B251-ACD1B295F50F}"/>
              </a:ext>
            </a:extLst>
          </p:cNvPr>
          <p:cNvSpPr txBox="1">
            <a:spLocks/>
          </p:cNvSpPr>
          <p:nvPr userDrawn="1"/>
        </p:nvSpPr>
        <p:spPr>
          <a:xfrm>
            <a:off x="6053667" y="6522345"/>
            <a:ext cx="1614117" cy="287259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>
            <a:defPPr>
              <a:defRPr lang="en-US"/>
            </a:defPPr>
            <a:lvl1pPr defTabSz="914400">
              <a:defRPr sz="800" b="1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r>
              <a:rPr lang="en-US" sz="1067" b="0">
                <a:solidFill>
                  <a:schemeClr val="tx1">
                    <a:lumMod val="75000"/>
                    <a:lumOff val="25000"/>
                  </a:schemeClr>
                </a:solidFill>
              </a:rPr>
              <a:t>JLR-TCS-WAE Internal</a:t>
            </a:r>
          </a:p>
        </p:txBody>
      </p:sp>
      <p:sp>
        <p:nvSpPr>
          <p:cNvPr id="22" name="Rectangle 71">
            <a:extLst>
              <a:ext uri="{FF2B5EF4-FFF2-40B4-BE49-F238E27FC236}">
                <a16:creationId xmlns:a16="http://schemas.microsoft.com/office/drawing/2014/main" id="{64C7F1E1-4994-42CE-A6CC-C5A5B84287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485793"/>
            <a:ext cx="400784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1067" noProof="0" smtClean="0"/>
              <a:pPr lvl="0"/>
              <a:t>‹#›</a:t>
            </a:fld>
            <a:r>
              <a:rPr lang="en-US" sz="1067" noProof="0"/>
              <a:t>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A751A1-620D-42C6-BBE9-5436955A622E}"/>
              </a:ext>
            </a:extLst>
          </p:cNvPr>
          <p:cNvCxnSpPr/>
          <p:nvPr userDrawn="1"/>
        </p:nvCxnSpPr>
        <p:spPr>
          <a:xfrm>
            <a:off x="6086669" y="6593416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FC1205E-9429-474B-ACF3-F90B71C5D0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5" t="21191" r="8635" b="21190"/>
          <a:stretch/>
        </p:blipFill>
        <p:spPr>
          <a:xfrm>
            <a:off x="375529" y="6323283"/>
            <a:ext cx="1377073" cy="387303"/>
          </a:xfrm>
          <a:prstGeom prst="rect">
            <a:avLst/>
          </a:prstGeom>
        </p:spPr>
      </p:pic>
      <p:pic>
        <p:nvPicPr>
          <p:cNvPr id="9" name="Picture 8" descr="A picture containing text, clock, clipart&#10;&#10;Description automatically generated">
            <a:extLst>
              <a:ext uri="{FF2B5EF4-FFF2-40B4-BE49-F238E27FC236}">
                <a16:creationId xmlns:a16="http://schemas.microsoft.com/office/drawing/2014/main" id="{D9B35951-684A-4F2D-BB01-CE330BE2F3A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639" y="6588908"/>
            <a:ext cx="1160024" cy="17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0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 lang="en-US" sz="2800" b="0" kern="0" baseline="0" dirty="0">
          <a:solidFill>
            <a:srgbClr val="F03782"/>
          </a:solidFill>
          <a:latin typeface="+mj-lt"/>
          <a:ea typeface="+mj-ea"/>
          <a:cs typeface="+mj-cs"/>
        </a:defRPr>
      </a:lvl1pPr>
    </p:titleStyle>
    <p:bodyStyle>
      <a:lvl1pPr marL="228594" indent="-228594" eaLnBrk="1" hangingPunct="1">
        <a:buClr>
          <a:srgbClr val="F03782"/>
        </a:buClr>
        <a:buFont typeface="Arial" panose="020B0604020202020204" pitchFamily="34" charset="0"/>
        <a:buChar char="•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05817" indent="-228594" eaLnBrk="1" hangingPunct="1">
        <a:buClr>
          <a:srgbClr val="F03782"/>
        </a:buClr>
        <a:buFont typeface="Symbol" panose="05050102010706020507" pitchFamily="18" charset="2"/>
        <a:buChar char="-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83039" indent="-228594" eaLnBrk="1" hangingPunct="1">
        <a:buClr>
          <a:srgbClr val="F03782"/>
        </a:buClr>
        <a:buFont typeface="Arial" panose="020B0604020202020204" pitchFamily="34" charset="0"/>
        <a:buChar char="•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60261" indent="-228594" eaLnBrk="1" hangingPunct="1">
        <a:buClr>
          <a:srgbClr val="F03782"/>
        </a:buClr>
        <a:buFont typeface="Courier New" panose="02070309020205020404" pitchFamily="49" charset="0"/>
        <a:buChar char="o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37484" indent="-228594" eaLnBrk="1" hangingPunct="1">
        <a:buClr>
          <a:srgbClr val="F03782"/>
        </a:buClr>
        <a:buFont typeface="Arial" panose="020B0604020202020204" pitchFamily="34" charset="0"/>
        <a:buChar char="•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386113" eaLnBrk="1" hangingPunct="1">
        <a:defRPr>
          <a:latin typeface="+mn-lt"/>
          <a:ea typeface="+mn-ea"/>
          <a:cs typeface="+mn-cs"/>
        </a:defRPr>
      </a:lvl6pPr>
      <a:lvl7pPr marL="1663336" eaLnBrk="1" hangingPunct="1">
        <a:defRPr>
          <a:latin typeface="+mn-lt"/>
          <a:ea typeface="+mn-ea"/>
          <a:cs typeface="+mn-cs"/>
        </a:defRPr>
      </a:lvl7pPr>
      <a:lvl8pPr marL="1940557" eaLnBrk="1" hangingPunct="1">
        <a:defRPr>
          <a:latin typeface="+mn-lt"/>
          <a:ea typeface="+mn-ea"/>
          <a:cs typeface="+mn-cs"/>
        </a:defRPr>
      </a:lvl8pPr>
      <a:lvl9pPr marL="2217781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77222" eaLnBrk="1" hangingPunct="1">
        <a:defRPr>
          <a:latin typeface="+mn-lt"/>
          <a:ea typeface="+mn-ea"/>
          <a:cs typeface="+mn-cs"/>
        </a:defRPr>
      </a:lvl2pPr>
      <a:lvl3pPr marL="554445" eaLnBrk="1" hangingPunct="1">
        <a:defRPr>
          <a:latin typeface="+mn-lt"/>
          <a:ea typeface="+mn-ea"/>
          <a:cs typeface="+mn-cs"/>
        </a:defRPr>
      </a:lvl3pPr>
      <a:lvl4pPr marL="831667" eaLnBrk="1" hangingPunct="1">
        <a:defRPr>
          <a:latin typeface="+mn-lt"/>
          <a:ea typeface="+mn-ea"/>
          <a:cs typeface="+mn-cs"/>
        </a:defRPr>
      </a:lvl4pPr>
      <a:lvl5pPr marL="1108890" eaLnBrk="1" hangingPunct="1">
        <a:defRPr>
          <a:latin typeface="+mn-lt"/>
          <a:ea typeface="+mn-ea"/>
          <a:cs typeface="+mn-cs"/>
        </a:defRPr>
      </a:lvl5pPr>
      <a:lvl6pPr marL="1386113" eaLnBrk="1" hangingPunct="1">
        <a:defRPr>
          <a:latin typeface="+mn-lt"/>
          <a:ea typeface="+mn-ea"/>
          <a:cs typeface="+mn-cs"/>
        </a:defRPr>
      </a:lvl6pPr>
      <a:lvl7pPr marL="1663336" eaLnBrk="1" hangingPunct="1">
        <a:defRPr>
          <a:latin typeface="+mn-lt"/>
          <a:ea typeface="+mn-ea"/>
          <a:cs typeface="+mn-cs"/>
        </a:defRPr>
      </a:lvl7pPr>
      <a:lvl8pPr marL="1940557" eaLnBrk="1" hangingPunct="1">
        <a:defRPr>
          <a:latin typeface="+mn-lt"/>
          <a:ea typeface="+mn-ea"/>
          <a:cs typeface="+mn-cs"/>
        </a:defRPr>
      </a:lvl8pPr>
      <a:lvl9pPr marL="2217781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29">
          <p15:clr>
            <a:srgbClr val="F26B43"/>
          </p15:clr>
        </p15:guide>
        <p15:guide id="4" pos="5631">
          <p15:clr>
            <a:srgbClr val="F26B43"/>
          </p15:clr>
        </p15:guide>
        <p15:guide id="5" orient="horz" pos="424">
          <p15:clr>
            <a:srgbClr val="F26B43"/>
          </p15:clr>
        </p15:guide>
        <p15:guide id="6" orient="horz" pos="2946">
          <p15:clr>
            <a:srgbClr val="F26B43"/>
          </p15:clr>
        </p15:guide>
        <p15:guide id="7" pos="1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5AC5-38C9-E69A-17EE-268BE579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237987"/>
            <a:ext cx="1408545" cy="527719"/>
          </a:xfrm>
        </p:spPr>
        <p:txBody>
          <a:bodyPr/>
          <a:lstStyle/>
          <a:p>
            <a:pPr algn="l"/>
            <a:r>
              <a:rPr lang="en-GB" sz="3200"/>
              <a:t>Recap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57C58D-CD56-6BC5-A653-091DC51C387B}"/>
              </a:ext>
            </a:extLst>
          </p:cNvPr>
          <p:cNvGrpSpPr/>
          <p:nvPr/>
        </p:nvGrpSpPr>
        <p:grpSpPr>
          <a:xfrm>
            <a:off x="254000" y="1175112"/>
            <a:ext cx="11684000" cy="4597857"/>
            <a:chOff x="254000" y="1175112"/>
            <a:chExt cx="11684000" cy="459785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515E52C-E337-782A-C99C-AB507F04F5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2" t="11078" r="1373" b="9740"/>
            <a:stretch/>
          </p:blipFill>
          <p:spPr bwMode="auto">
            <a:xfrm>
              <a:off x="254000" y="1175112"/>
              <a:ext cx="11684000" cy="4507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Flowchart: Alternative Process 2">
              <a:extLst>
                <a:ext uri="{FF2B5EF4-FFF2-40B4-BE49-F238E27FC236}">
                  <a16:creationId xmlns:a16="http://schemas.microsoft.com/office/drawing/2014/main" id="{D22CE3B7-4BF0-ACE1-BE0C-510D1C496DE9}"/>
                </a:ext>
              </a:extLst>
            </p:cNvPr>
            <p:cNvSpPr/>
            <p:nvPr/>
          </p:nvSpPr>
          <p:spPr>
            <a:xfrm>
              <a:off x="6700786" y="5377572"/>
              <a:ext cx="409075" cy="395397"/>
            </a:xfrm>
            <a:prstGeom prst="flowChartAlternateProcess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Flowchart: Alternative Process 3">
              <a:extLst>
                <a:ext uri="{FF2B5EF4-FFF2-40B4-BE49-F238E27FC236}">
                  <a16:creationId xmlns:a16="http://schemas.microsoft.com/office/drawing/2014/main" id="{F9CA2A21-6A5F-3BE3-6CC1-7FE2EDDDA800}"/>
                </a:ext>
              </a:extLst>
            </p:cNvPr>
            <p:cNvSpPr/>
            <p:nvPr/>
          </p:nvSpPr>
          <p:spPr>
            <a:xfrm>
              <a:off x="4995946" y="4723493"/>
              <a:ext cx="409075" cy="395397"/>
            </a:xfrm>
            <a:prstGeom prst="flowChartAlternateProcess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936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0429-ECAD-7256-B9E0-B2363E535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43885"/>
            <a:ext cx="10514927" cy="528549"/>
          </a:xfrm>
        </p:spPr>
        <p:txBody>
          <a:bodyPr/>
          <a:lstStyle/>
          <a:p>
            <a:r>
              <a:rPr lang="en-GB"/>
              <a:t>Benchmark Mathematical Model &lt;=&gt; Balance Integration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2B0856-768E-D037-9C63-6673FD421617}"/>
              </a:ext>
            </a:extLst>
          </p:cNvPr>
          <p:cNvGrpSpPr/>
          <p:nvPr/>
        </p:nvGrpSpPr>
        <p:grpSpPr>
          <a:xfrm>
            <a:off x="6385736" y="1028761"/>
            <a:ext cx="4599979" cy="3680869"/>
            <a:chOff x="6385736" y="1028761"/>
            <a:chExt cx="4599979" cy="3680869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307F85F1-CEBB-A13B-9BAE-23641A38CC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5736" y="1028761"/>
              <a:ext cx="4599979" cy="368086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Balance Integration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97FC487-F287-8F59-BDE9-097C30594D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82416" y="1769909"/>
              <a:ext cx="4089832" cy="55785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Balance Output [State Variables (Position, Velocity, Yaw Rate)]</a:t>
              </a:r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26D6583-0569-4B51-BF51-F38B47146247}"/>
              </a:ext>
            </a:extLst>
          </p:cNvPr>
          <p:cNvCxnSpPr>
            <a:cxnSpLocks/>
            <a:stCxn id="17" idx="3"/>
            <a:endCxn id="7" idx="1"/>
          </p:cNvCxnSpPr>
          <p:nvPr/>
        </p:nvCxnSpPr>
        <p:spPr>
          <a:xfrm flipV="1">
            <a:off x="5230986" y="2048838"/>
            <a:ext cx="1451430" cy="820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2ECE950-D565-5CB2-724B-2D4D5557C113}"/>
              </a:ext>
            </a:extLst>
          </p:cNvPr>
          <p:cNvGrpSpPr/>
          <p:nvPr/>
        </p:nvGrpSpPr>
        <p:grpSpPr>
          <a:xfrm>
            <a:off x="631007" y="1028760"/>
            <a:ext cx="4599979" cy="3680869"/>
            <a:chOff x="6366159" y="1028761"/>
            <a:chExt cx="4599979" cy="368086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7FBBAB5-A539-B19F-3410-E3C2AC021B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66159" y="1028761"/>
              <a:ext cx="4599979" cy="368086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Benchmark Mathematical Driver Model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131C448-7CF2-D451-3865-080753B731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27951" y="1882283"/>
              <a:ext cx="1565919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Path Following – Steer Control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8A2C1BF-ABC4-0AD1-5864-D876AC3087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24676" y="2860433"/>
              <a:ext cx="1565920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Torque Model – Speed Control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EB87E27-F40A-6963-7C61-1B6DB42600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8428" y="1882283"/>
              <a:ext cx="1565919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Reference Trajectory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9B66E52-0D5A-9510-4037-03F38AB811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8429" y="2860433"/>
              <a:ext cx="1565919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Target Velocity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8C49FA0-B57C-2467-C6DD-CA63BEC86244}"/>
                </a:ext>
              </a:extLst>
            </p:cNvPr>
            <p:cNvCxnSpPr>
              <a:cxnSpLocks/>
              <a:stCxn id="22" idx="1"/>
              <a:endCxn id="20" idx="3"/>
            </p:cNvCxnSpPr>
            <p:nvPr/>
          </p:nvCxnSpPr>
          <p:spPr>
            <a:xfrm flipH="1">
              <a:off x="8493870" y="2166567"/>
              <a:ext cx="534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5F00BD-CDB6-A0A5-2B28-9CF63F4D70AD}"/>
                </a:ext>
              </a:extLst>
            </p:cNvPr>
            <p:cNvCxnSpPr>
              <a:cxnSpLocks/>
              <a:stCxn id="22" idx="1"/>
              <a:endCxn id="21" idx="3"/>
            </p:cNvCxnSpPr>
            <p:nvPr/>
          </p:nvCxnSpPr>
          <p:spPr>
            <a:xfrm flipH="1">
              <a:off x="8490596" y="2166568"/>
              <a:ext cx="537833" cy="9781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82073AC-5DE3-3F4D-519F-6E98E2EB5179}"/>
                </a:ext>
              </a:extLst>
            </p:cNvPr>
            <p:cNvCxnSpPr>
              <a:cxnSpLocks/>
              <a:stCxn id="23" idx="1"/>
              <a:endCxn id="21" idx="3"/>
            </p:cNvCxnSpPr>
            <p:nvPr/>
          </p:nvCxnSpPr>
          <p:spPr>
            <a:xfrm flipH="1">
              <a:off x="8490596" y="3144716"/>
              <a:ext cx="5378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CC23558-117D-55B6-063C-555DBE6777C8}"/>
              </a:ext>
            </a:extLst>
          </p:cNvPr>
          <p:cNvCxnSpPr>
            <a:cxnSpLocks/>
            <a:stCxn id="37" idx="1"/>
            <a:endCxn id="17" idx="3"/>
          </p:cNvCxnSpPr>
          <p:nvPr/>
        </p:nvCxnSpPr>
        <p:spPr>
          <a:xfrm flipH="1" flipV="1">
            <a:off x="5230986" y="2869195"/>
            <a:ext cx="1664897" cy="652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EB9B3EF-B806-9617-34CC-6C1860F808DA}"/>
              </a:ext>
            </a:extLst>
          </p:cNvPr>
          <p:cNvSpPr>
            <a:spLocks noChangeAspect="1"/>
          </p:cNvSpPr>
          <p:nvPr/>
        </p:nvSpPr>
        <p:spPr>
          <a:xfrm>
            <a:off x="6895883" y="3242447"/>
            <a:ext cx="3579684" cy="5578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Balance Input [Steering Angle, Driveshaft Torque, Brake Torque]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83A1A49-64AC-EEFA-2C19-CD34FE985AC1}"/>
              </a:ext>
            </a:extLst>
          </p:cNvPr>
          <p:cNvGrpSpPr/>
          <p:nvPr/>
        </p:nvGrpSpPr>
        <p:grpSpPr>
          <a:xfrm>
            <a:off x="2640643" y="5847435"/>
            <a:ext cx="6910713" cy="568570"/>
            <a:chOff x="2674461" y="5526138"/>
            <a:chExt cx="6910713" cy="56857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334E1793-0E8A-60B4-534F-40579226E0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74461" y="5526138"/>
              <a:ext cx="1569495" cy="56857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Trajectory Plots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94CC477-C183-A354-95C0-7F74969703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19254" y="5526140"/>
              <a:ext cx="1565920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Trajectory and Value Plots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ED23756-EB9C-4C55-E996-E3B461EEB61D}"/>
                </a:ext>
              </a:extLst>
            </p:cNvPr>
            <p:cNvCxnSpPr>
              <a:cxnSpLocks/>
              <a:stCxn id="47" idx="1"/>
              <a:endCxn id="45" idx="3"/>
            </p:cNvCxnSpPr>
            <p:nvPr/>
          </p:nvCxnSpPr>
          <p:spPr>
            <a:xfrm flipH="1" flipV="1">
              <a:off x="4243956" y="5810424"/>
              <a:ext cx="377529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19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0429-ECAD-7256-B9E0-B2363E535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43885"/>
            <a:ext cx="10514927" cy="528549"/>
          </a:xfrm>
        </p:spPr>
        <p:txBody>
          <a:bodyPr/>
          <a:lstStyle/>
          <a:p>
            <a:r>
              <a:rPr lang="en-GB"/>
              <a:t>AI/ML Model &lt;=&gt; Balance Integration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3A52A47-4874-58B1-3AA4-C97AA7796B3B}"/>
              </a:ext>
            </a:extLst>
          </p:cNvPr>
          <p:cNvSpPr>
            <a:spLocks noChangeAspect="1"/>
          </p:cNvSpPr>
          <p:nvPr/>
        </p:nvSpPr>
        <p:spPr>
          <a:xfrm>
            <a:off x="1206285" y="1048107"/>
            <a:ext cx="4599979" cy="368086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AI/ML Driver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8FB86C-2EC4-6AD4-2DD3-F6B072ADE0D8}"/>
              </a:ext>
            </a:extLst>
          </p:cNvPr>
          <p:cNvSpPr>
            <a:spLocks noChangeAspect="1"/>
          </p:cNvSpPr>
          <p:nvPr/>
        </p:nvSpPr>
        <p:spPr>
          <a:xfrm>
            <a:off x="1575377" y="2210822"/>
            <a:ext cx="1569496" cy="5685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Model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488BAAD-220E-367B-F997-2177457D2727}"/>
              </a:ext>
            </a:extLst>
          </p:cNvPr>
          <p:cNvSpPr>
            <a:spLocks noChangeAspect="1"/>
          </p:cNvSpPr>
          <p:nvPr/>
        </p:nvSpPr>
        <p:spPr>
          <a:xfrm>
            <a:off x="1575377" y="3172825"/>
            <a:ext cx="1569496" cy="5685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DQN Agent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D14C7A-6DCB-B9DD-538E-78A559A3D7E0}"/>
              </a:ext>
            </a:extLst>
          </p:cNvPr>
          <p:cNvSpPr>
            <a:spLocks noChangeAspect="1"/>
          </p:cNvSpPr>
          <p:nvPr/>
        </p:nvSpPr>
        <p:spPr>
          <a:xfrm>
            <a:off x="3682704" y="2405163"/>
            <a:ext cx="1569496" cy="10814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 Dynamics</a:t>
            </a: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7B450EA7-14CE-259C-1F7D-A16C047BC2AC}"/>
              </a:ext>
            </a:extLst>
          </p:cNvPr>
          <p:cNvCxnSpPr>
            <a:stCxn id="3" idx="0"/>
            <a:endCxn id="5" idx="0"/>
          </p:cNvCxnSpPr>
          <p:nvPr/>
        </p:nvCxnSpPr>
        <p:spPr>
          <a:xfrm rot="16200000" flipV="1">
            <a:off x="3316618" y="1254328"/>
            <a:ext cx="194340" cy="2107327"/>
          </a:xfrm>
          <a:prstGeom prst="bentConnector3">
            <a:avLst>
              <a:gd name="adj1" fmla="val 269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1D2DD302-134B-AFE5-44E0-FF4A0CA6938D}"/>
              </a:ext>
            </a:extLst>
          </p:cNvPr>
          <p:cNvCxnSpPr>
            <a:cxnSpLocks/>
            <a:stCxn id="18" idx="2"/>
            <a:endCxn id="3" idx="2"/>
          </p:cNvCxnSpPr>
          <p:nvPr/>
        </p:nvCxnSpPr>
        <p:spPr>
          <a:xfrm rot="5400000" flipH="1" flipV="1">
            <a:off x="3286397" y="2560338"/>
            <a:ext cx="254780" cy="2107327"/>
          </a:xfrm>
          <a:prstGeom prst="bentConnector3">
            <a:avLst>
              <a:gd name="adj1" fmla="val -9788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CC08779-2DF7-4AA4-AE2B-BCD06E8F5DD6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>
            <a:off x="2360124" y="2779390"/>
            <a:ext cx="0" cy="393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7F7B5F-ED8F-7D90-8DED-AD60BE1BC212}"/>
              </a:ext>
            </a:extLst>
          </p:cNvPr>
          <p:cNvGrpSpPr/>
          <p:nvPr/>
        </p:nvGrpSpPr>
        <p:grpSpPr>
          <a:xfrm>
            <a:off x="6385736" y="1028761"/>
            <a:ext cx="4599979" cy="3680869"/>
            <a:chOff x="6385736" y="1028761"/>
            <a:chExt cx="4599979" cy="368086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19D0D23-F611-C276-6CD5-8C26C30F37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5736" y="1028761"/>
              <a:ext cx="4599979" cy="368086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Balance Integration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3A4A45C-6731-2C2F-0C99-262F3F7412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82416" y="1769909"/>
              <a:ext cx="4089832" cy="55785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Balance Output [State Variables (Position, Velocity, Yaw Rate)]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3FBFBA-1274-85A3-72B6-4298B7B4ADBB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5230986" y="2048838"/>
            <a:ext cx="1451430" cy="820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C4E212-519C-72A9-8A83-3E9D123EE534}"/>
              </a:ext>
            </a:extLst>
          </p:cNvPr>
          <p:cNvCxnSpPr>
            <a:cxnSpLocks/>
          </p:cNvCxnSpPr>
          <p:nvPr/>
        </p:nvCxnSpPr>
        <p:spPr>
          <a:xfrm flipH="1" flipV="1">
            <a:off x="5230986" y="2869195"/>
            <a:ext cx="1664897" cy="652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C808E35-CEA5-1D65-DBDD-479288D3C915}"/>
              </a:ext>
            </a:extLst>
          </p:cNvPr>
          <p:cNvSpPr>
            <a:spLocks noChangeAspect="1"/>
          </p:cNvSpPr>
          <p:nvPr/>
        </p:nvSpPr>
        <p:spPr>
          <a:xfrm>
            <a:off x="6895883" y="3242447"/>
            <a:ext cx="3579684" cy="5578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Balance Input [Steering Angle, Driveshaft Torque, Brake Torque]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43EF6B-E08F-385E-625D-B0E3DBD067E1}"/>
              </a:ext>
            </a:extLst>
          </p:cNvPr>
          <p:cNvGrpSpPr/>
          <p:nvPr/>
        </p:nvGrpSpPr>
        <p:grpSpPr>
          <a:xfrm>
            <a:off x="2640643" y="5847435"/>
            <a:ext cx="6910713" cy="568570"/>
            <a:chOff x="2674461" y="5526138"/>
            <a:chExt cx="6910713" cy="56857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F8E6930-EA02-3D85-2EB9-EA8F655842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74461" y="5526138"/>
              <a:ext cx="1569495" cy="56857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Trajectory Plots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8EBE534-FC5B-3735-306E-B938BCB304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19254" y="5526140"/>
              <a:ext cx="1565920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Trajectory and Value Plots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A3D68AD-A232-E556-7F0F-BB26AEF24391}"/>
                </a:ext>
              </a:extLst>
            </p:cNvPr>
            <p:cNvCxnSpPr>
              <a:cxnSpLocks/>
              <a:stCxn id="34" idx="1"/>
              <a:endCxn id="32" idx="3"/>
            </p:cNvCxnSpPr>
            <p:nvPr/>
          </p:nvCxnSpPr>
          <p:spPr>
            <a:xfrm flipH="1" flipV="1">
              <a:off x="4243956" y="5810424"/>
              <a:ext cx="377529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425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0429-ECAD-7256-B9E0-B2363E535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30" y="51777"/>
            <a:ext cx="11817134" cy="884607"/>
          </a:xfrm>
        </p:spPr>
        <p:txBody>
          <a:bodyPr/>
          <a:lstStyle/>
          <a:p>
            <a:r>
              <a:rPr lang="en-GB"/>
              <a:t>Scenario 1 - AI/ML Model &lt;=&gt; Balance Integration </a:t>
            </a:r>
            <a:br>
              <a:rPr lang="en-GB"/>
            </a:br>
            <a:r>
              <a:rPr lang="en-GB" sz="2400"/>
              <a:t>- Quick test and fail</a:t>
            </a:r>
            <a:endParaRPr lang="en-GB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54768C5-8E12-0A19-1A3F-4077B9A8541E}"/>
              </a:ext>
            </a:extLst>
          </p:cNvPr>
          <p:cNvGrpSpPr/>
          <p:nvPr/>
        </p:nvGrpSpPr>
        <p:grpSpPr>
          <a:xfrm>
            <a:off x="210207" y="1472601"/>
            <a:ext cx="3776494" cy="3680869"/>
            <a:chOff x="210207" y="1032026"/>
            <a:chExt cx="3776494" cy="3680869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23A52A47-4874-58B1-3AA4-C97AA7796B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0207" y="1032026"/>
              <a:ext cx="3776494" cy="368086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AI/ML Driver Model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7C84CAA-7026-5BDE-80AB-404251D16201}"/>
                </a:ext>
              </a:extLst>
            </p:cNvPr>
            <p:cNvGrpSpPr/>
            <p:nvPr/>
          </p:nvGrpSpPr>
          <p:grpSpPr>
            <a:xfrm>
              <a:off x="619613" y="2125500"/>
              <a:ext cx="3097462" cy="1530572"/>
              <a:chOff x="327823" y="1610903"/>
              <a:chExt cx="3097462" cy="1530572"/>
            </a:xfrm>
          </p:grpSpPr>
          <p:cxnSp>
            <p:nvCxnSpPr>
              <p:cNvPr id="95" name="Connector: Elbow 94">
                <a:extLst>
                  <a:ext uri="{FF2B5EF4-FFF2-40B4-BE49-F238E27FC236}">
                    <a16:creationId xmlns:a16="http://schemas.microsoft.com/office/drawing/2014/main" id="{1D2DD302-134B-AFE5-44E0-FF4A0CA6938D}"/>
                  </a:ext>
                </a:extLst>
              </p:cNvPr>
              <p:cNvCxnSpPr>
                <a:cxnSpLocks/>
                <a:stCxn id="18" idx="2"/>
                <a:endCxn id="3" idx="2"/>
              </p:cNvCxnSpPr>
              <p:nvPr/>
            </p:nvCxnSpPr>
            <p:spPr>
              <a:xfrm rot="5400000" flipH="1" flipV="1">
                <a:off x="1734412" y="2094865"/>
                <a:ext cx="284284" cy="1808936"/>
              </a:xfrm>
              <a:prstGeom prst="bentConnector3">
                <a:avLst>
                  <a:gd name="adj1" fmla="val -80413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D88FB86C-2EC4-6AD4-2DD3-F6B072ADE0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7823" y="1610904"/>
                <a:ext cx="1288526" cy="5685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Train Model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0488BAAD-220E-367B-F997-2177457D27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7823" y="2572907"/>
                <a:ext cx="1288526" cy="5685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DQN Agent</a:t>
                </a: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DCD14C7A-6DCB-B9DD-538E-78A559A3D7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36759" y="1775741"/>
                <a:ext cx="1288526" cy="108145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Car Dynamics</a:t>
                </a:r>
              </a:p>
            </p:txBody>
          </p:sp>
          <p:cxnSp>
            <p:nvCxnSpPr>
              <p:cNvPr id="93" name="Connector: Elbow 92">
                <a:extLst>
                  <a:ext uri="{FF2B5EF4-FFF2-40B4-BE49-F238E27FC236}">
                    <a16:creationId xmlns:a16="http://schemas.microsoft.com/office/drawing/2014/main" id="{7B450EA7-14CE-259C-1F7D-A16C047BC2AC}"/>
                  </a:ext>
                </a:extLst>
              </p:cNvPr>
              <p:cNvCxnSpPr>
                <a:cxnSpLocks/>
                <a:stCxn id="3" idx="0"/>
                <a:endCxn id="5" idx="0"/>
              </p:cNvCxnSpPr>
              <p:nvPr/>
            </p:nvCxnSpPr>
            <p:spPr>
              <a:xfrm rot="16200000" flipV="1">
                <a:off x="1794136" y="788854"/>
                <a:ext cx="164837" cy="1808936"/>
              </a:xfrm>
              <a:prstGeom prst="bentConnector3">
                <a:avLst>
                  <a:gd name="adj1" fmla="val 238682"/>
                </a:avLst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ACC08779-2DF7-4AA4-AE2B-BCD06E8F5DD6}"/>
                  </a:ext>
                </a:extLst>
              </p:cNvPr>
              <p:cNvCxnSpPr>
                <a:cxnSpLocks/>
                <a:stCxn id="5" idx="2"/>
                <a:endCxn id="18" idx="0"/>
              </p:cNvCxnSpPr>
              <p:nvPr/>
            </p:nvCxnSpPr>
            <p:spPr>
              <a:xfrm>
                <a:off x="972085" y="2179472"/>
                <a:ext cx="0" cy="3934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7F7B5F-ED8F-7D90-8DED-AD60BE1BC212}"/>
              </a:ext>
            </a:extLst>
          </p:cNvPr>
          <p:cNvGrpSpPr/>
          <p:nvPr/>
        </p:nvGrpSpPr>
        <p:grpSpPr>
          <a:xfrm>
            <a:off x="7497659" y="1447873"/>
            <a:ext cx="4576796" cy="3680869"/>
            <a:chOff x="6385736" y="1028761"/>
            <a:chExt cx="4599979" cy="368086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19D0D23-F611-C276-6CD5-8C26C30F37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5736" y="1028761"/>
              <a:ext cx="4599979" cy="368086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Balance Integration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3A4A45C-6731-2C2F-0C99-262F3F7412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82416" y="1769909"/>
              <a:ext cx="4089832" cy="55785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Balance Output [State Variables (Position, Velocity, Yaw Rate)]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3FBFBA-1274-85A3-72B6-4298B7B4ADBB}"/>
              </a:ext>
            </a:extLst>
          </p:cNvPr>
          <p:cNvCxnSpPr>
            <a:cxnSpLocks/>
            <a:stCxn id="17" idx="1"/>
            <a:endCxn id="6" idx="3"/>
          </p:cNvCxnSpPr>
          <p:nvPr/>
        </p:nvCxnSpPr>
        <p:spPr>
          <a:xfrm flipH="1">
            <a:off x="7032140" y="2467950"/>
            <a:ext cx="760704" cy="841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C4E212-519C-72A9-8A83-3E9D123EE534}"/>
              </a:ext>
            </a:extLst>
          </p:cNvPr>
          <p:cNvCxnSpPr>
            <a:cxnSpLocks/>
          </p:cNvCxnSpPr>
          <p:nvPr/>
        </p:nvCxnSpPr>
        <p:spPr>
          <a:xfrm flipH="1" flipV="1">
            <a:off x="5230986" y="3309770"/>
            <a:ext cx="1664897" cy="652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C808E35-CEA5-1D65-DBDD-479288D3C915}"/>
              </a:ext>
            </a:extLst>
          </p:cNvPr>
          <p:cNvSpPr>
            <a:spLocks noChangeAspect="1"/>
          </p:cNvSpPr>
          <p:nvPr/>
        </p:nvSpPr>
        <p:spPr>
          <a:xfrm>
            <a:off x="8026230" y="3484712"/>
            <a:ext cx="3579684" cy="5578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prstClr val="black"/>
                </a:solidFill>
                <a:latin typeface="Calibri" panose="020F0502020204030204"/>
              </a:rPr>
              <a:t>Balance Input [Steering Angle, Driveshaft Torque, Brake Torque]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43EF6B-E08F-385E-625D-B0E3DBD067E1}"/>
              </a:ext>
            </a:extLst>
          </p:cNvPr>
          <p:cNvGrpSpPr/>
          <p:nvPr/>
        </p:nvGrpSpPr>
        <p:grpSpPr>
          <a:xfrm>
            <a:off x="2640643" y="5847435"/>
            <a:ext cx="6910713" cy="568570"/>
            <a:chOff x="2674461" y="5526138"/>
            <a:chExt cx="6910713" cy="56857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F8E6930-EA02-3D85-2EB9-EA8F655842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74461" y="5526138"/>
              <a:ext cx="1569495" cy="56857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Trajectory Plots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8EBE534-FC5B-3735-306E-B938BCB304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19254" y="5526140"/>
              <a:ext cx="1565920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Trajectory and Value Plots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A3D68AD-A232-E556-7F0F-BB26AEF24391}"/>
                </a:ext>
              </a:extLst>
            </p:cNvPr>
            <p:cNvCxnSpPr>
              <a:cxnSpLocks/>
              <a:stCxn id="34" idx="1"/>
              <a:endCxn id="32" idx="3"/>
            </p:cNvCxnSpPr>
            <p:nvPr/>
          </p:nvCxnSpPr>
          <p:spPr>
            <a:xfrm flipH="1" flipV="1">
              <a:off x="4243956" y="5810424"/>
              <a:ext cx="377529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3BE8483-FB24-08C9-76A5-D3FD0B8CB5A5}"/>
              </a:ext>
            </a:extLst>
          </p:cNvPr>
          <p:cNvGrpSpPr/>
          <p:nvPr/>
        </p:nvGrpSpPr>
        <p:grpSpPr>
          <a:xfrm>
            <a:off x="4452220" y="1469335"/>
            <a:ext cx="2579920" cy="3680869"/>
            <a:chOff x="6366159" y="1028761"/>
            <a:chExt cx="4599979" cy="368086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BEF114F-3773-374D-C50A-B265C4BE4A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66159" y="1028761"/>
              <a:ext cx="4599979" cy="368086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Benchmark Mathematical Driver Model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A5F59EC-C2D9-B63D-45AA-42D7D76844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27951" y="1882283"/>
              <a:ext cx="1565919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Steer Control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DB9308B-FCA9-05E2-6FA9-6349197BDA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24676" y="2860433"/>
              <a:ext cx="1565921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Speed Control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5B2F7FD-B55E-DCDE-E2DF-D6C0E485D6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8428" y="1882283"/>
              <a:ext cx="1565919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Reference Trajectory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D316DAE-946E-0C26-7D79-4BED4D8BCA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8429" y="2860433"/>
              <a:ext cx="1565919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Target Velocity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0B1AC30-A7F2-BE94-2A83-A86E41628BF8}"/>
                </a:ext>
              </a:extLst>
            </p:cNvPr>
            <p:cNvCxnSpPr>
              <a:cxnSpLocks/>
              <a:stCxn id="9" idx="1"/>
              <a:endCxn id="7" idx="3"/>
            </p:cNvCxnSpPr>
            <p:nvPr/>
          </p:nvCxnSpPr>
          <p:spPr>
            <a:xfrm flipH="1">
              <a:off x="8493870" y="2166567"/>
              <a:ext cx="534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E64A705-6757-6A71-08B0-1FB346301A3D}"/>
                </a:ext>
              </a:extLst>
            </p:cNvPr>
            <p:cNvCxnSpPr>
              <a:cxnSpLocks/>
              <a:stCxn id="9" idx="1"/>
              <a:endCxn id="8" idx="3"/>
            </p:cNvCxnSpPr>
            <p:nvPr/>
          </p:nvCxnSpPr>
          <p:spPr>
            <a:xfrm flipH="1">
              <a:off x="8490596" y="2166568"/>
              <a:ext cx="537833" cy="9781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7B8D72A-7392-7363-2B81-601E19AC376F}"/>
                </a:ext>
              </a:extLst>
            </p:cNvPr>
            <p:cNvCxnSpPr>
              <a:cxnSpLocks/>
              <a:stCxn id="10" idx="1"/>
              <a:endCxn id="8" idx="3"/>
            </p:cNvCxnSpPr>
            <p:nvPr/>
          </p:nvCxnSpPr>
          <p:spPr>
            <a:xfrm flipH="1">
              <a:off x="8490596" y="3144716"/>
              <a:ext cx="5378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D25F76-F41F-59AD-B7DD-4639D64416FE}"/>
              </a:ext>
            </a:extLst>
          </p:cNvPr>
          <p:cNvCxnSpPr>
            <a:cxnSpLocks/>
            <a:stCxn id="6" idx="3"/>
            <a:endCxn id="29" idx="1"/>
          </p:cNvCxnSpPr>
          <p:nvPr/>
        </p:nvCxnSpPr>
        <p:spPr>
          <a:xfrm>
            <a:off x="7032140" y="3309770"/>
            <a:ext cx="994090" cy="453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B9C392C-66DA-9ABF-0EB5-770AFF673429}"/>
              </a:ext>
            </a:extLst>
          </p:cNvPr>
          <p:cNvCxnSpPr>
            <a:cxnSpLocks/>
            <a:stCxn id="67" idx="3"/>
            <a:endCxn id="6" idx="1"/>
          </p:cNvCxnSpPr>
          <p:nvPr/>
        </p:nvCxnSpPr>
        <p:spPr>
          <a:xfrm flipV="1">
            <a:off x="3986701" y="3309770"/>
            <a:ext cx="465519" cy="3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16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0429-ECAD-7256-B9E0-B2363E535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30" y="51777"/>
            <a:ext cx="11817134" cy="884607"/>
          </a:xfrm>
        </p:spPr>
        <p:txBody>
          <a:bodyPr/>
          <a:lstStyle/>
          <a:p>
            <a:r>
              <a:rPr lang="en-GB" dirty="0"/>
              <a:t>Scenario 1 - AI/ML Model &lt;=&gt; Balance Integration </a:t>
            </a:r>
            <a:br>
              <a:rPr lang="en-GB" dirty="0"/>
            </a:br>
            <a:r>
              <a:rPr lang="en-GB" sz="2400" dirty="0"/>
              <a:t>- Quick test and fail</a:t>
            </a:r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D14C7A-6DCB-B9DD-538E-78A559A3D7E0}"/>
              </a:ext>
            </a:extLst>
          </p:cNvPr>
          <p:cNvSpPr>
            <a:spLocks/>
          </p:cNvSpPr>
          <p:nvPr/>
        </p:nvSpPr>
        <p:spPr>
          <a:xfrm>
            <a:off x="344370" y="1447873"/>
            <a:ext cx="3017727" cy="38907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 Dynamics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Velocity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np.sqrt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np.square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self.car.hull.linearVelocity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[0])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+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np.square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self.car.hull.linearVelocity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[1])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Position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car_position_x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self.car.hull.position.x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car_position_y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self.car.hull.position.y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Yaw Angle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err="1">
                <a:solidFill>
                  <a:prstClr val="black"/>
                </a:solidFill>
                <a:latin typeface="Calibri" panose="020F0502020204030204"/>
              </a:rPr>
              <a:t>self.car.hull.angle</a:t>
            </a:r>
            <a:endParaRPr lang="en-GB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7F7B5F-ED8F-7D90-8DED-AD60BE1BC212}"/>
              </a:ext>
            </a:extLst>
          </p:cNvPr>
          <p:cNvGrpSpPr/>
          <p:nvPr/>
        </p:nvGrpSpPr>
        <p:grpSpPr>
          <a:xfrm>
            <a:off x="7497659" y="1447873"/>
            <a:ext cx="4576796" cy="3680869"/>
            <a:chOff x="6385736" y="1028761"/>
            <a:chExt cx="4599979" cy="368086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B19D0D23-F611-C276-6CD5-8C26C30F37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5736" y="1028761"/>
              <a:ext cx="4599979" cy="368086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Balance Integration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3A4A45C-6731-2C2F-0C99-262F3F7412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82416" y="1769909"/>
              <a:ext cx="4089832" cy="557857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Balance Output [State Variables (Position, Velocity, Yaw Rate)]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3FBFBA-1274-85A3-72B6-4298B7B4ADBB}"/>
              </a:ext>
            </a:extLst>
          </p:cNvPr>
          <p:cNvCxnSpPr>
            <a:cxnSpLocks/>
            <a:stCxn id="17" idx="1"/>
            <a:endCxn id="6" idx="3"/>
          </p:cNvCxnSpPr>
          <p:nvPr/>
        </p:nvCxnSpPr>
        <p:spPr>
          <a:xfrm flipH="1">
            <a:off x="7032140" y="2467950"/>
            <a:ext cx="760704" cy="841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C4E212-519C-72A9-8A83-3E9D123EE534}"/>
              </a:ext>
            </a:extLst>
          </p:cNvPr>
          <p:cNvCxnSpPr>
            <a:cxnSpLocks/>
          </p:cNvCxnSpPr>
          <p:nvPr/>
        </p:nvCxnSpPr>
        <p:spPr>
          <a:xfrm flipH="1" flipV="1">
            <a:off x="5230986" y="3309770"/>
            <a:ext cx="1664897" cy="652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C808E35-CEA5-1D65-DBDD-479288D3C915}"/>
              </a:ext>
            </a:extLst>
          </p:cNvPr>
          <p:cNvSpPr>
            <a:spLocks noChangeAspect="1"/>
          </p:cNvSpPr>
          <p:nvPr/>
        </p:nvSpPr>
        <p:spPr>
          <a:xfrm>
            <a:off x="8026230" y="3484712"/>
            <a:ext cx="3579684" cy="5578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/>
              </a:rPr>
              <a:t>Balance Input [Steering Angle, Driveshaft Torque, Brake Torque]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43EF6B-E08F-385E-625D-B0E3DBD067E1}"/>
              </a:ext>
            </a:extLst>
          </p:cNvPr>
          <p:cNvGrpSpPr/>
          <p:nvPr/>
        </p:nvGrpSpPr>
        <p:grpSpPr>
          <a:xfrm>
            <a:off x="2640643" y="5847435"/>
            <a:ext cx="6910713" cy="568570"/>
            <a:chOff x="2674461" y="5526138"/>
            <a:chExt cx="6910713" cy="56857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F8E6930-EA02-3D85-2EB9-EA8F655842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74461" y="5526138"/>
              <a:ext cx="1569495" cy="56857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Trajectory Plots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8EBE534-FC5B-3735-306E-B938BCB304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19254" y="5526140"/>
              <a:ext cx="1565920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Trajectory and Value Plots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A3D68AD-A232-E556-7F0F-BB26AEF24391}"/>
                </a:ext>
              </a:extLst>
            </p:cNvPr>
            <p:cNvCxnSpPr>
              <a:cxnSpLocks/>
              <a:stCxn id="34" idx="1"/>
              <a:endCxn id="32" idx="3"/>
            </p:cNvCxnSpPr>
            <p:nvPr/>
          </p:nvCxnSpPr>
          <p:spPr>
            <a:xfrm flipH="1" flipV="1">
              <a:off x="4243956" y="5810424"/>
              <a:ext cx="377529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3BE8483-FB24-08C9-76A5-D3FD0B8CB5A5}"/>
              </a:ext>
            </a:extLst>
          </p:cNvPr>
          <p:cNvGrpSpPr/>
          <p:nvPr/>
        </p:nvGrpSpPr>
        <p:grpSpPr>
          <a:xfrm>
            <a:off x="4452220" y="1469335"/>
            <a:ext cx="2579920" cy="3680869"/>
            <a:chOff x="6366159" y="1028761"/>
            <a:chExt cx="4599979" cy="368086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BEF114F-3773-374D-C50A-B265C4BE4A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66159" y="1028761"/>
              <a:ext cx="4599979" cy="368086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Benchmark Mathematical Driver Model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A5F59EC-C2D9-B63D-45AA-42D7D76844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27951" y="1882283"/>
              <a:ext cx="1565919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Steer Control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DB9308B-FCA9-05E2-6FA9-6349197BDA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24676" y="2860433"/>
              <a:ext cx="1565921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Speed Control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5B2F7FD-B55E-DCDE-E2DF-D6C0E485D6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8428" y="1882283"/>
              <a:ext cx="1565919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Reference Trajectory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D316DAE-946E-0C26-7D79-4BED4D8BCA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28429" y="2860433"/>
              <a:ext cx="1565919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Target Velocity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0B1AC30-A7F2-BE94-2A83-A86E41628BF8}"/>
                </a:ext>
              </a:extLst>
            </p:cNvPr>
            <p:cNvCxnSpPr>
              <a:cxnSpLocks/>
              <a:stCxn id="9" idx="1"/>
              <a:endCxn id="7" idx="3"/>
            </p:cNvCxnSpPr>
            <p:nvPr/>
          </p:nvCxnSpPr>
          <p:spPr>
            <a:xfrm flipH="1">
              <a:off x="8493870" y="2166567"/>
              <a:ext cx="534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E64A705-6757-6A71-08B0-1FB346301A3D}"/>
                </a:ext>
              </a:extLst>
            </p:cNvPr>
            <p:cNvCxnSpPr>
              <a:cxnSpLocks/>
              <a:stCxn id="9" idx="1"/>
              <a:endCxn id="8" idx="3"/>
            </p:cNvCxnSpPr>
            <p:nvPr/>
          </p:nvCxnSpPr>
          <p:spPr>
            <a:xfrm flipH="1">
              <a:off x="8490596" y="2166568"/>
              <a:ext cx="537833" cy="9781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7B8D72A-7392-7363-2B81-601E19AC376F}"/>
                </a:ext>
              </a:extLst>
            </p:cNvPr>
            <p:cNvCxnSpPr>
              <a:cxnSpLocks/>
              <a:stCxn id="10" idx="1"/>
              <a:endCxn id="8" idx="3"/>
            </p:cNvCxnSpPr>
            <p:nvPr/>
          </p:nvCxnSpPr>
          <p:spPr>
            <a:xfrm flipH="1">
              <a:off x="8490596" y="3144716"/>
              <a:ext cx="5378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D25F76-F41F-59AD-B7DD-4639D64416FE}"/>
              </a:ext>
            </a:extLst>
          </p:cNvPr>
          <p:cNvCxnSpPr>
            <a:cxnSpLocks/>
            <a:stCxn id="6" idx="3"/>
            <a:endCxn id="29" idx="1"/>
          </p:cNvCxnSpPr>
          <p:nvPr/>
        </p:nvCxnSpPr>
        <p:spPr>
          <a:xfrm>
            <a:off x="7032140" y="3309770"/>
            <a:ext cx="994090" cy="453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B9C392C-66DA-9ABF-0EB5-770AFF673429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986701" y="3309770"/>
            <a:ext cx="465519" cy="31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31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0429-ECAD-7256-B9E0-B2363E535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08" y="26826"/>
            <a:ext cx="12203084" cy="833991"/>
          </a:xfrm>
        </p:spPr>
        <p:txBody>
          <a:bodyPr/>
          <a:lstStyle/>
          <a:p>
            <a:r>
              <a:rPr lang="en-GB"/>
              <a:t>Scenario 2 - AI/ML Model &lt;=&gt; Balance Integration </a:t>
            </a:r>
            <a:br>
              <a:rPr lang="en-GB"/>
            </a:br>
            <a:r>
              <a:rPr lang="en-GB" sz="2400"/>
              <a:t>- If Nothing works then we go with this route</a:t>
            </a:r>
            <a:endParaRPr lang="en-GB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43EF6B-E08F-385E-625D-B0E3DBD067E1}"/>
              </a:ext>
            </a:extLst>
          </p:cNvPr>
          <p:cNvGrpSpPr/>
          <p:nvPr/>
        </p:nvGrpSpPr>
        <p:grpSpPr>
          <a:xfrm>
            <a:off x="2640643" y="5847435"/>
            <a:ext cx="6910713" cy="568570"/>
            <a:chOff x="2674461" y="5526138"/>
            <a:chExt cx="6910713" cy="56857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F8E6930-EA02-3D85-2EB9-EA8F655842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74461" y="5526138"/>
              <a:ext cx="1569495" cy="56857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Trajectory Plots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8EBE534-FC5B-3735-306E-B938BCB304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19254" y="5526140"/>
              <a:ext cx="1565920" cy="56856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Trajectory and Value Plots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A3D68AD-A232-E556-7F0F-BB26AEF24391}"/>
                </a:ext>
              </a:extLst>
            </p:cNvPr>
            <p:cNvCxnSpPr>
              <a:cxnSpLocks/>
              <a:stCxn id="34" idx="1"/>
              <a:endCxn id="32" idx="3"/>
            </p:cNvCxnSpPr>
            <p:nvPr/>
          </p:nvCxnSpPr>
          <p:spPr>
            <a:xfrm flipH="1" flipV="1">
              <a:off x="4243956" y="5810424"/>
              <a:ext cx="377529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986AEE2-04C4-77F2-5003-881188A65CD0}"/>
              </a:ext>
            </a:extLst>
          </p:cNvPr>
          <p:cNvGrpSpPr/>
          <p:nvPr/>
        </p:nvGrpSpPr>
        <p:grpSpPr>
          <a:xfrm>
            <a:off x="147966" y="1603972"/>
            <a:ext cx="11896067" cy="3710678"/>
            <a:chOff x="178388" y="1007298"/>
            <a:chExt cx="11896067" cy="371067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A09B258-235A-EE25-2B26-19924DEAE664}"/>
                </a:ext>
              </a:extLst>
            </p:cNvPr>
            <p:cNvGrpSpPr/>
            <p:nvPr/>
          </p:nvGrpSpPr>
          <p:grpSpPr>
            <a:xfrm>
              <a:off x="178388" y="1007298"/>
              <a:ext cx="11896067" cy="3710678"/>
              <a:chOff x="178388" y="1007298"/>
              <a:chExt cx="11896067" cy="3710678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F54768C5-8E12-0A19-1A3F-4077B9A8541E}"/>
                  </a:ext>
                </a:extLst>
              </p:cNvPr>
              <p:cNvGrpSpPr/>
              <p:nvPr/>
            </p:nvGrpSpPr>
            <p:grpSpPr>
              <a:xfrm>
                <a:off x="178388" y="1037107"/>
                <a:ext cx="6099153" cy="3680869"/>
                <a:chOff x="210206" y="1032026"/>
                <a:chExt cx="6099153" cy="3680869"/>
              </a:xfrm>
            </p:grpSpPr>
            <p:sp>
              <p:nvSpPr>
                <p:cNvPr id="67" name="Rectangle: Rounded Corners 66">
                  <a:extLst>
                    <a:ext uri="{FF2B5EF4-FFF2-40B4-BE49-F238E27FC236}">
                      <a16:creationId xmlns:a16="http://schemas.microsoft.com/office/drawing/2014/main" id="{23A52A47-4874-58B1-3AA4-C97AA7796B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0206" y="1032026"/>
                  <a:ext cx="6099153" cy="3680869"/>
                </a:xfrm>
                <a:prstGeom prst="round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AI/ML Driver Model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07C84CAA-7026-5BDE-80AB-404251D16201}"/>
                    </a:ext>
                  </a:extLst>
                </p:cNvPr>
                <p:cNvGrpSpPr/>
                <p:nvPr/>
              </p:nvGrpSpPr>
              <p:grpSpPr>
                <a:xfrm>
                  <a:off x="619613" y="2097959"/>
                  <a:ext cx="5330867" cy="1558113"/>
                  <a:chOff x="327823" y="1583362"/>
                  <a:chExt cx="5330867" cy="1558113"/>
                </a:xfrm>
              </p:grpSpPr>
              <p:cxnSp>
                <p:nvCxnSpPr>
                  <p:cNvPr id="95" name="Connector: Elbow 94">
                    <a:extLst>
                      <a:ext uri="{FF2B5EF4-FFF2-40B4-BE49-F238E27FC236}">
                        <a16:creationId xmlns:a16="http://schemas.microsoft.com/office/drawing/2014/main" id="{1D2DD302-134B-AFE5-44E0-FF4A0CA6938D}"/>
                      </a:ext>
                    </a:extLst>
                  </p:cNvPr>
                  <p:cNvCxnSpPr>
                    <a:cxnSpLocks/>
                    <a:stCxn id="18" idx="2"/>
                    <a:endCxn id="3" idx="2"/>
                  </p:cNvCxnSpPr>
                  <p:nvPr/>
                </p:nvCxnSpPr>
                <p:spPr>
                  <a:xfrm rot="5400000" flipH="1" flipV="1">
                    <a:off x="2444991" y="1422113"/>
                    <a:ext cx="246457" cy="3192268"/>
                  </a:xfrm>
                  <a:prstGeom prst="bentConnector3">
                    <a:avLst>
                      <a:gd name="adj1" fmla="val -92755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" name="Rectangle: Rounded Corners 4">
                    <a:extLst>
                      <a:ext uri="{FF2B5EF4-FFF2-40B4-BE49-F238E27FC236}">
                        <a16:creationId xmlns:a16="http://schemas.microsoft.com/office/drawing/2014/main" id="{D88FB86C-2EC4-6AD4-2DD3-F6B072ADE0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27823" y="1610904"/>
                    <a:ext cx="1288526" cy="56856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Train Model</a:t>
                    </a:r>
                  </a:p>
                </p:txBody>
              </p:sp>
              <p:sp>
                <p:nvSpPr>
                  <p:cNvPr id="18" name="Rectangle: Rounded Corners 17">
                    <a:extLst>
                      <a:ext uri="{FF2B5EF4-FFF2-40B4-BE49-F238E27FC236}">
                        <a16:creationId xmlns:a16="http://schemas.microsoft.com/office/drawing/2014/main" id="{0488BAAD-220E-367B-F997-2177457D272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27823" y="2572907"/>
                    <a:ext cx="1288526" cy="56856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DQN Agent</a:t>
                    </a:r>
                  </a:p>
                </p:txBody>
              </p:sp>
              <p:sp>
                <p:nvSpPr>
                  <p:cNvPr id="3" name="Rectangle: Rounded Corners 2">
                    <a:extLst>
                      <a:ext uri="{FF2B5EF4-FFF2-40B4-BE49-F238E27FC236}">
                        <a16:creationId xmlns:a16="http://schemas.microsoft.com/office/drawing/2014/main" id="{DCD14C7A-6DCB-B9DD-538E-78A559A3D7E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670018" y="1583362"/>
                    <a:ext cx="2988672" cy="1311656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Car Dynamics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lang="en-GB" sz="1200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lang="en-GB" sz="1200">
                      <a:solidFill>
                        <a:prstClr val="black"/>
                      </a:solidFill>
                      <a:latin typeface="Calibri" panose="020F0502020204030204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93" name="Connector: Elbow 92">
                    <a:extLst>
                      <a:ext uri="{FF2B5EF4-FFF2-40B4-BE49-F238E27FC236}">
                        <a16:creationId xmlns:a16="http://schemas.microsoft.com/office/drawing/2014/main" id="{7B450EA7-14CE-259C-1F7D-A16C047BC2AC}"/>
                      </a:ext>
                    </a:extLst>
                  </p:cNvPr>
                  <p:cNvCxnSpPr>
                    <a:cxnSpLocks/>
                    <a:stCxn id="3" idx="0"/>
                    <a:endCxn id="5" idx="0"/>
                  </p:cNvCxnSpPr>
                  <p:nvPr/>
                </p:nvCxnSpPr>
                <p:spPr>
                  <a:xfrm rot="16200000" flipH="1" flipV="1">
                    <a:off x="2554449" y="999"/>
                    <a:ext cx="27542" cy="3192268"/>
                  </a:xfrm>
                  <a:prstGeom prst="bentConnector3">
                    <a:avLst>
                      <a:gd name="adj1" fmla="val -830005"/>
                    </a:avLst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Arrow Connector 101">
                    <a:extLst>
                      <a:ext uri="{FF2B5EF4-FFF2-40B4-BE49-F238E27FC236}">
                        <a16:creationId xmlns:a16="http://schemas.microsoft.com/office/drawing/2014/main" id="{ACC08779-2DF7-4AA4-AE2B-BCD06E8F5DD6}"/>
                      </a:ext>
                    </a:extLst>
                  </p:cNvPr>
                  <p:cNvCxnSpPr>
                    <a:cxnSpLocks/>
                    <a:stCxn id="5" idx="2"/>
                    <a:endCxn id="18" idx="0"/>
                  </p:cNvCxnSpPr>
                  <p:nvPr/>
                </p:nvCxnSpPr>
                <p:spPr>
                  <a:xfrm>
                    <a:off x="972085" y="2179472"/>
                    <a:ext cx="0" cy="39343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553FBFBA-1274-85A3-72B6-4298B7B4ADBB}"/>
                  </a:ext>
                </a:extLst>
              </p:cNvPr>
              <p:cNvCxnSpPr>
                <a:cxnSpLocks/>
                <a:stCxn id="17" idx="1"/>
                <a:endCxn id="3" idx="3"/>
              </p:cNvCxnSpPr>
              <p:nvPr/>
            </p:nvCxnSpPr>
            <p:spPr>
              <a:xfrm flipH="1">
                <a:off x="5918662" y="2027375"/>
                <a:ext cx="1874182" cy="73149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074F0F3-9BF3-5FE1-15F5-77B63B8CDA36}"/>
                  </a:ext>
                </a:extLst>
              </p:cNvPr>
              <p:cNvGrpSpPr/>
              <p:nvPr/>
            </p:nvGrpSpPr>
            <p:grpSpPr>
              <a:xfrm>
                <a:off x="7497659" y="1007298"/>
                <a:ext cx="4576796" cy="3680869"/>
                <a:chOff x="7497659" y="1007298"/>
                <a:chExt cx="4576796" cy="3680869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DE7F7B5F-ED8F-7D90-8DED-AD60BE1BC212}"/>
                    </a:ext>
                  </a:extLst>
                </p:cNvPr>
                <p:cNvGrpSpPr/>
                <p:nvPr/>
              </p:nvGrpSpPr>
              <p:grpSpPr>
                <a:xfrm>
                  <a:off x="7497659" y="1007298"/>
                  <a:ext cx="4576796" cy="3680869"/>
                  <a:chOff x="6385736" y="1028761"/>
                  <a:chExt cx="4599979" cy="3680869"/>
                </a:xfrm>
              </p:grpSpPr>
              <p:sp>
                <p:nvSpPr>
                  <p:cNvPr id="16" name="Rectangle: Rounded Corners 15">
                    <a:extLst>
                      <a:ext uri="{FF2B5EF4-FFF2-40B4-BE49-F238E27FC236}">
                        <a16:creationId xmlns:a16="http://schemas.microsoft.com/office/drawing/2014/main" id="{B19D0D23-F611-C276-6CD5-8C26C30F373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385736" y="1028761"/>
                    <a:ext cx="4599979" cy="3680869"/>
                  </a:xfrm>
                  <a:prstGeom prst="roundRect">
                    <a:avLst/>
                  </a:prstGeom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Balance Integration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93A4A45C-6731-2C2F-0C99-262F3F7412F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682416" y="1769909"/>
                    <a:ext cx="4089832" cy="557857"/>
                  </a:xfrm>
                  <a:prstGeom prst="roundRect">
                    <a:avLst/>
                  </a:prstGeom>
                </p:spPr>
                <p:style>
                  <a:lnRef idx="2">
                    <a:schemeClr val="accent6">
                      <a:shade val="15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Balance Output [State Variables (Position, Velocity, Yaw Rate)]</a:t>
                    </a:r>
                  </a:p>
                </p:txBody>
              </p:sp>
            </p:grpSp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8C808E35-CEA5-1D65-DBDD-479288D3C9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26230" y="3044137"/>
                  <a:ext cx="3579684" cy="557857"/>
                </a:xfrm>
                <a:prstGeom prst="round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GB" sz="1200">
                      <a:solidFill>
                        <a:prstClr val="black"/>
                      </a:solidFill>
                      <a:latin typeface="Calibri" panose="020F0502020204030204"/>
                    </a:rPr>
                    <a:t>Balance Input [Steering Angle, Driveshaft Torque, Brake Torque]</a:t>
                  </a:r>
                  <a:endPara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D25F76-F41F-59AD-B7DD-4639D64416FE}"/>
                  </a:ext>
                </a:extLst>
              </p:cNvPr>
              <p:cNvCxnSpPr>
                <a:cxnSpLocks/>
                <a:stCxn id="67" idx="3"/>
              </p:cNvCxnSpPr>
              <p:nvPr/>
            </p:nvCxnSpPr>
            <p:spPr>
              <a:xfrm>
                <a:off x="6277541" y="2877542"/>
                <a:ext cx="1707895" cy="4378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626DA7D-0DB5-658F-B5CC-D96E5B657651}"/>
                </a:ext>
              </a:extLst>
            </p:cNvPr>
            <p:cNvGrpSpPr/>
            <p:nvPr/>
          </p:nvGrpSpPr>
          <p:grpSpPr>
            <a:xfrm>
              <a:off x="3574253" y="2524640"/>
              <a:ext cx="1798132" cy="772047"/>
              <a:chOff x="4820358" y="1810240"/>
              <a:chExt cx="2058153" cy="1546718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6A5F59EC-C2D9-B63D-45AA-42D7D76844F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22195" y="1810240"/>
                <a:ext cx="878253" cy="56856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Steer Control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DB9308B-FCA9-05E2-6FA9-6349197BDA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20358" y="2788390"/>
                <a:ext cx="878254" cy="56856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Speed Control</a:t>
                </a: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55B2F7FD-B55E-DCDE-E2DF-D6C0E485D6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00257" y="1810240"/>
                <a:ext cx="878253" cy="56856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Reference Trajectory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BD316DAE-946E-0C26-7D79-4BED4D8BCA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00258" y="2788390"/>
                <a:ext cx="878253" cy="56856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Target Velocity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50B1AC30-A7F2-BE94-2A83-A86E41628BF8}"/>
                  </a:ext>
                </a:extLst>
              </p:cNvPr>
              <p:cNvCxnSpPr>
                <a:cxnSpLocks/>
                <a:stCxn id="9" idx="1"/>
                <a:endCxn id="7" idx="3"/>
              </p:cNvCxnSpPr>
              <p:nvPr/>
            </p:nvCxnSpPr>
            <p:spPr>
              <a:xfrm flipH="1">
                <a:off x="5700448" y="2094524"/>
                <a:ext cx="2998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E64A705-6757-6A71-08B0-1FB346301A3D}"/>
                  </a:ext>
                </a:extLst>
              </p:cNvPr>
              <p:cNvCxnSpPr>
                <a:cxnSpLocks/>
                <a:stCxn id="9" idx="1"/>
                <a:endCxn id="8" idx="3"/>
              </p:cNvCxnSpPr>
              <p:nvPr/>
            </p:nvCxnSpPr>
            <p:spPr>
              <a:xfrm flipH="1">
                <a:off x="5698612" y="2094525"/>
                <a:ext cx="301646" cy="9781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37B8D72A-7392-7363-2B81-601E19AC376F}"/>
                  </a:ext>
                </a:extLst>
              </p:cNvPr>
              <p:cNvCxnSpPr>
                <a:cxnSpLocks/>
                <a:stCxn id="10" idx="1"/>
                <a:endCxn id="8" idx="3"/>
              </p:cNvCxnSpPr>
              <p:nvPr/>
            </p:nvCxnSpPr>
            <p:spPr>
              <a:xfrm flipH="1">
                <a:off x="5698612" y="3072673"/>
                <a:ext cx="30164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82173043"/>
      </p:ext>
    </p:extLst>
  </p:cSld>
  <p:clrMapOvr>
    <a:masterClrMapping/>
  </p:clrMapOvr>
</p:sld>
</file>

<file path=ppt/theme/theme1.xml><?xml version="1.0" encoding="utf-8"?>
<a:theme xmlns:a="http://schemas.openxmlformats.org/drawingml/2006/main" name="2_Content Slides">
  <a:themeElements>
    <a:clrScheme name="TCS New Color Palette">
      <a:dk1>
        <a:sysClr val="windowText" lastClr="000000"/>
      </a:dk1>
      <a:lt1>
        <a:sysClr val="window" lastClr="FFFFFF"/>
      </a:lt1>
      <a:dk2>
        <a:srgbClr val="1E2323"/>
      </a:dk2>
      <a:lt2>
        <a:srgbClr val="F4F3F9"/>
      </a:lt2>
      <a:accent1>
        <a:srgbClr val="64E6E1"/>
      </a:accent1>
      <a:accent2>
        <a:srgbClr val="007DC5"/>
      </a:accent2>
      <a:accent3>
        <a:srgbClr val="4D2F9E"/>
      </a:accent3>
      <a:accent4>
        <a:srgbClr val="BE0046"/>
      </a:accent4>
      <a:accent5>
        <a:srgbClr val="EB5000"/>
      </a:accent5>
      <a:accent6>
        <a:srgbClr val="FFE600"/>
      </a:accent6>
      <a:hlink>
        <a:srgbClr val="007DC5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White">
      <a:srgbClr val="F4F3F9"/>
    </a:custClr>
    <a:custClr name="TCS Black">
      <a:srgbClr val="1E2323"/>
    </a:custClr>
    <a:custClr name="TCS Pink">
      <a:srgbClr val="F03782"/>
    </a:custClr>
    <a:custClr name="TCS Green 1">
      <a:srgbClr val="00ACAC"/>
    </a:custClr>
    <a:custClr name="TCS Green 2">
      <a:srgbClr val="1ACFCF"/>
    </a:custClr>
    <a:custClr name="TCS Green 3">
      <a:srgbClr val="64E6E1"/>
    </a:custClr>
    <a:custClr name="TCS Green 4">
      <a:srgbClr val="83EBE7"/>
    </a:custClr>
    <a:custClr name="TCS Green 5">
      <a:srgbClr val="A2F0ED"/>
    </a:custClr>
    <a:custClr name="TCS Green 6">
      <a:srgbClr val="C1F5F3"/>
    </a:custClr>
    <a:custClr name="TCS Blue 1">
      <a:srgbClr val="154B8C"/>
    </a:custClr>
    <a:custClr name="TCS Blue 2">
      <a:srgbClr val="005B9C"/>
    </a:custClr>
    <a:custClr name="TCS Blue 3">
      <a:srgbClr val="007DC5"/>
    </a:custClr>
    <a:custClr name="TCS Blue 4">
      <a:srgbClr val="47A3EB"/>
    </a:custClr>
    <a:custClr name="TCS Blue 5">
      <a:srgbClr val="75BAF0"/>
    </a:custClr>
    <a:custClr name="TCS Blue 6">
      <a:srgbClr val="A3D1F5"/>
    </a:custClr>
    <a:custClr name="TCS Purple 1">
      <a:srgbClr val="4D0092"/>
    </a:custClr>
    <a:custClr name="TCS Purple 2">
      <a:srgbClr val="4D129E"/>
    </a:custClr>
    <a:custClr name="TCS Purple 3">
      <a:srgbClr val="4D2F9E"/>
    </a:custClr>
    <a:custClr name="TCS Purple 4">
      <a:srgbClr val="7159B1"/>
    </a:custClr>
    <a:custClr name="TCS Purple 5">
      <a:srgbClr val="9482C5"/>
    </a:custClr>
    <a:custClr name="TCS Purple 6">
      <a:srgbClr val="B8ACD8"/>
    </a:custClr>
    <a:custClr name="TCS Magenta 1">
      <a:srgbClr val="8F0035"/>
    </a:custClr>
    <a:custClr name="TCS Magenta 2">
      <a:srgbClr val="A30046"/>
    </a:custClr>
    <a:custClr name="TCS Magenta 3">
      <a:srgbClr val="BE0046"/>
    </a:custClr>
    <a:custClr name="TCS Magenta 4">
      <a:srgbClr val="CB336B"/>
    </a:custClr>
    <a:custClr name="TCS Magenta 5">
      <a:srgbClr val="D86690"/>
    </a:custClr>
    <a:custClr name="TCS Magenta 6">
      <a:srgbClr val="E599B5"/>
    </a:custClr>
    <a:custClr name="TCS Orange 1">
      <a:srgbClr val="B03C00"/>
    </a:custClr>
    <a:custClr name="TCS Orange 2">
      <a:srgbClr val="CD5000"/>
    </a:custClr>
    <a:custClr name="TCS Orange 3">
      <a:srgbClr val="EB5000"/>
    </a:custClr>
    <a:custClr name="TCS Orange 4">
      <a:srgbClr val="EF7333"/>
    </a:custClr>
    <a:custClr name="TCS Orange 5">
      <a:srgbClr val="F39666"/>
    </a:custClr>
    <a:custClr name="TCS Orange 6">
      <a:srgbClr val="F7B999"/>
    </a:custClr>
    <a:custClr name="TCS Yellow 1">
      <a:srgbClr val="FFBC00"/>
    </a:custClr>
    <a:custClr name="TCS Yellow 2">
      <a:srgbClr val="FFD300"/>
    </a:custClr>
    <a:custClr name="TCS Yellow 3">
      <a:srgbClr val="FFE600"/>
    </a:custClr>
    <a:custClr name="TCS Yellow 4">
      <a:srgbClr val="FFEB33"/>
    </a:custClr>
    <a:custClr name="TCS Yellow 5">
      <a:srgbClr val="FFF066"/>
    </a:custClr>
    <a:custClr name="TCS Yellow 6">
      <a:srgbClr val="FFF599"/>
    </a:custClr>
  </a:custClrLst>
  <a:extLst>
    <a:ext uri="{05A4C25C-085E-4340-85A3-A5531E510DB2}">
      <thm15:themeFamily xmlns:thm15="http://schemas.microsoft.com/office/thememl/2012/main" name="TCS Building on belief PPT template" id="{DDDA585A-DC68-4F4F-89CC-C3A7FEEEEAA5}" vid="{088422CC-BB39-473A-8192-AA507A799B3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397</Words>
  <Application>Microsoft Office PowerPoint</Application>
  <PresentationFormat>Widescreen</PresentationFormat>
  <Paragraphs>247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Courier New</vt:lpstr>
      <vt:lpstr>Symbol</vt:lpstr>
      <vt:lpstr>2_Content Slides</vt:lpstr>
      <vt:lpstr>Recap</vt:lpstr>
      <vt:lpstr>Benchmark Mathematical Model &lt;=&gt; Balance Integration</vt:lpstr>
      <vt:lpstr>AI/ML Model &lt;=&gt; Balance Integration</vt:lpstr>
      <vt:lpstr>Scenario 1 - AI/ML Model &lt;=&gt; Balance Integration  - Quick test and fail</vt:lpstr>
      <vt:lpstr>Scenario 1 - AI/ML Model &lt;=&gt; Balance Integration  - Quick test and fail</vt:lpstr>
      <vt:lpstr>Scenario 2 - AI/ML Model &lt;=&gt; Balance Integration  - If Nothing works then we go with this route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AI/ML Model &lt;=&gt; Benchmark Mathematical Model</dc:title>
  <dc:creator>Arindam Ghosh</dc:creator>
  <cp:lastModifiedBy>Alex Gyetvai</cp:lastModifiedBy>
  <cp:revision>1</cp:revision>
  <dcterms:created xsi:type="dcterms:W3CDTF">2024-05-29T10:54:14Z</dcterms:created>
  <dcterms:modified xsi:type="dcterms:W3CDTF">2024-06-17T15:20:36Z</dcterms:modified>
</cp:coreProperties>
</file>